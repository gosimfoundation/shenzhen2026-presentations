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0.svg" ContentType="image/svg+xml"/>
  <Override PartName="/ppt/media/image102.svg" ContentType="image/svg+xml"/>
  <Override PartName="/ppt/media/image103.svg" ContentType="image/svg+xml"/>
  <Override PartName="/ppt/media/image105.svg" ContentType="image/svg+xml"/>
  <Override PartName="/ppt/media/image110.svg" ContentType="image/svg+xml"/>
  <Override PartName="/ppt/media/image117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2.svg" ContentType="image/svg+xml"/>
  <Override PartName="/ppt/media/image174.svg" ContentType="image/svg+xml"/>
  <Override PartName="/ppt/media/image179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32"/>
  </p:handoutMasterIdLst>
  <p:sldIdLst>
    <p:sldId id="275" r:id="rId3"/>
    <p:sldId id="257" r:id="rId4"/>
    <p:sldId id="276" r:id="rId5"/>
    <p:sldId id="277" r:id="rId6"/>
    <p:sldId id="280" r:id="rId7"/>
    <p:sldId id="310" r:id="rId9"/>
    <p:sldId id="325" r:id="rId10"/>
    <p:sldId id="339" r:id="rId11"/>
    <p:sldId id="342" r:id="rId12"/>
    <p:sldId id="327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43" r:id="rId22"/>
    <p:sldId id="333" r:id="rId23"/>
    <p:sldId id="335" r:id="rId24"/>
    <p:sldId id="336" r:id="rId25"/>
    <p:sldId id="334" r:id="rId26"/>
    <p:sldId id="337" r:id="rId27"/>
    <p:sldId id="338" r:id="rId28"/>
    <p:sldId id="340" r:id="rId29"/>
    <p:sldId id="301" r:id="rId30"/>
    <p:sldId id="274" r:id="rId31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7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  <p:cmAuthor id="2" name="GSTA-ZhR" initials="G" lastIdx="0" clrIdx="1"/>
  <p:cmAuthor id="3" name="liuyu" initials="l" lastIdx="0" clrIdx="2"/>
  <p:cmAuthor id="4" name="WPS" initials="W" lastIdx="0" clrIdx="3"/>
  <p:cmAuthor id="5" name="Lihw" initials="L" lastIdx="0" clrIdx="4"/>
  <p:cmAuthor id="6" name="Tina*Chu～" initials="T" lastIdx="0" clrIdx="5"/>
  <p:cmAuthor id="7" name="wenming" initials="w" lastIdx="0" clrIdx="6"/>
  <p:cmAuthor id="8" name="李颖" initials="李" lastIdx="0" clrIdx="7"/>
  <p:cmAuthor id="9" name="Macy Jin" initials="MJ" lastIdx="0" clrIdx="8"/>
  <p:cmAuthor id="10" name="龚雪" initials="龚" lastIdx="0" clrIdx="9"/>
  <p:cmAuthor id="11" name="CN=耿成涛/OU=河南/O=chtc" initials="C" lastIdx="0" clrIdx="10"/>
  <p:cmAuthor id="12" name="李华伟" initials="李" lastIdx="0" clrIdx="11"/>
  <p:cmAuthor id="13" name="康启龙" initials="J" lastIdx="0" clrIdx="12"/>
  <p:cmAuthor id="14" name="杨国杰" initials="杨" lastIdx="0" clrIdx="13"/>
  <p:cmAuthor id="15" name="陈志彬" initials="a" lastIdx="0" clrIdx="14"/>
  <p:cmAuthor id="16" name="天月满" initials="天" lastIdx="0" clrIdx="15"/>
  <p:cmAuthor id="17" name="吴胜天10004945" initials="吴胜天10004945" lastIdx="0" clrIdx="16"/>
  <p:cmAuthor id="18" name="小池流水" initials="小" lastIdx="0" clrIdx="17"/>
  <p:cmAuthor id="19" name="海燕 焦" initials="海燕" lastIdx="0" clrIdx="18"/>
  <p:cmAuthor id="20" name="Qi Sun" initials="Q" lastIdx="0" clrIdx="19"/>
  <p:cmAuthor id="21" name="10107538" initials="1" lastIdx="0" clrIdx="20"/>
  <p:cmAuthor id="22" name="zhangzhiwu" initials="z" lastIdx="0" clrIdx="21"/>
  <p:cmAuthor id="23" name="Tang Siri" initials="T" lastIdx="0" clrIdx="22"/>
  <p:cmAuthor id="24" name="zhang xingwei" initials="z" lastIdx="0" clrIdx="23"/>
  <p:cmAuthor id="25" name="think" initials="t" lastIdx="0" clrIdx="24"/>
  <p:cmAuthor id="26" name="LW" initials="L" lastIdx="0" clrIdx="25"/>
  <p:cmAuthor id="27" name="Hans Neff" initials="HN" lastIdx="0" clrIdx="26"/>
  <p:cmAuthor id="28" name="谢燚" initials="谢" lastIdx="0" clrIdx="27"/>
  <p:cmAuthor id="29" name="John" initials="J" lastIdx="0" clrIdx="28"/>
  <p:cmAuthor id="30" name="infor" initials="i" lastIdx="0" clrIdx="29"/>
  <p:cmAuthor id="31" name="10025093" initials="1" lastIdx="0" clrIdx="30"/>
  <p:cmAuthor id="32" name="蒋芳" initials="蒋" lastIdx="0" clrIdx="31"/>
  <p:cmAuthor id="33" name="孟伟伟" initials="孟" lastIdx="0" clrIdx="32"/>
  <p:cmAuthor id="34" name="WPS_123584044" initials="W" lastIdx="0" clrIdx="33"/>
  <p:cmAuthor id="35" name="00035181" initials="0" lastIdx="0" clrIdx="34"/>
  <p:cmAuthor id="36" name="芦小鱼" initials="芦" lastIdx="0" clrIdx="35"/>
  <p:cmAuthor id="37" name="李蕾00009994" initials="李蕾00009994" lastIdx="0" clrIdx="36"/>
  <p:cmAuthor id="38" name="张鑫" initials="张" lastIdx="0" clrIdx="37"/>
  <p:cmAuthor id="39" name="10084783" initials="1" lastIdx="0" clrIdx="38"/>
  <p:cmAuthor id="40" name="DK" initials="D" lastIdx="0" clrIdx="39"/>
  <p:cmAuthor id="41" name="00065088" initials="0" lastIdx="0" clrIdx="40"/>
  <p:cmAuthor id="42" name="daisl" initials="d" lastIdx="0" clrIdx="41"/>
  <p:cmAuthor id="43" name="10066351" initials="1" lastIdx="0" clrIdx="42"/>
  <p:cmAuthor id="44" name="Nie" initials="N" lastIdx="0" clrIdx="43"/>
  <p:cmAuthor id="45" name="蔡建楠" initials="caijianna" lastIdx="0" clrIdx="44"/>
  <p:cmAuthor id="46" name="xingwei hou" initials="x" lastIdx="0" clrIdx="45"/>
  <p:cmAuthor id="47" name="未知用户1" initials="未" lastIdx="0" clrIdx="46"/>
  <p:cmAuthor id="48" name="李进进" initials="李" lastIdx="0" clrIdx="47"/>
  <p:cmAuthor id="49" name="10196350" initials="rule" lastIdx="0" clrIdx="48"/>
  <p:cmAuthor id="50" name="松乔 胡" initials="松" lastIdx="0" clrIdx="49"/>
  <p:cmAuthor id="51" name="wyz" initials="w" lastIdx="0" clrIdx="50"/>
  <p:cmAuthor id="52" name="田宇恒" initials="田" lastIdx="0" clrIdx="51"/>
  <p:cmAuthor id="53" name="10270945" initials="1" lastIdx="0" clrIdx="52"/>
  <p:cmAuthor id="54" name="Mars" initials="M" lastIdx="0" clrIdx="53"/>
  <p:cmAuthor id="55" name="10295142" initials="1" lastIdx="0" clrIdx="54"/>
  <p:cmAuthor id="56" name="桂扬℡" initials="桂" lastIdx="0" clrIdx="55"/>
  <p:cmAuthor id="57" name="Hou Yingfeng" initials="H" lastIdx="0" clrIdx="56"/>
  <p:cmAuthor id="58" name="妍" initials="妍" lastIdx="0" clrIdx="57"/>
  <p:cmAuthor id="59" name="10092001" initials="1" lastIdx="0" clrIdx="58"/>
  <p:cmAuthor id="60" name="Wong" initials="W" lastIdx="0" clrIdx="59"/>
  <p:cmAuthor id="61" name="10056791" initials="ZTE" lastIdx="0" clrIdx="60"/>
  <p:cmAuthor id="62" name="xzpang2" initials="x" lastIdx="0" clrIdx="61"/>
  <p:cmAuthor id="63" name="Author" initials="A" lastIdx="0" clrIdx="62"/>
  <p:cmAuthor id="64" name="孙雨琛" initials="孙" lastIdx="0" clrIdx="63"/>
  <p:cmAuthor id="65" name="10033224" initials="1" lastIdx="0" clrIdx="64"/>
  <p:cmAuthor id="66" name="Lenovo2024" initials="L" lastIdx="0" clrIdx="65"/>
  <p:cmAuthor id="67" name="10045953" initials="1" lastIdx="0" clrIdx="66"/>
  <p:cmAuthor id="68" name="WPS_1462182938" initials="W" lastIdx="0" clrIdx="67"/>
  <p:cmAuthor id="69" name="Y Y" initials="YY" lastIdx="0" clrIdx="68"/>
  <p:cmAuthor id="70" name="杨跃倩" initials="杨" lastIdx="0" clrIdx="69"/>
  <p:cmAuthor id="71" name="Administrator" initials="A" lastIdx="0" clrIdx="70"/>
  <p:cmAuthor id="72" name="WPS_1474700236" initials="W" lastIdx="0" clrIdx="71"/>
  <p:cmAuthor id="73" name="关全全10258021" initials="关全全10258021" lastIdx="0" clrIdx="72"/>
  <p:cmAuthor id="74" name="文文" initials="文" lastIdx="0" clrIdx="73"/>
  <p:cmAuthor id="75" name="齐晓虹10024015" initials="齐晓虹10024015" lastIdx="0" clrIdx="74"/>
  <p:cmAuthor id="76" name="Daigy" initials="D" lastIdx="0" clrIdx="75"/>
  <p:cmAuthor id="77" name="赵欣" initials="zx" lastIdx="0" clrIdx="76"/>
  <p:cmAuthor id="78" name="高胖欧巴" initials="高" lastIdx="0" clrIdx="77"/>
  <p:cmAuthor id="79" name="10206899" initials="1" lastIdx="0" clrIdx="78"/>
  <p:cmAuthor id="80" name="吴萍pingwu2" initials="吴" lastIdx="0" clrIdx="79"/>
  <p:cmAuthor id="81" name="10133177" initials="1" lastIdx="0" clrIdx="80"/>
  <p:cmAuthor id="82" name="WPS_1217700080" initials="W" lastIdx="0" clrIdx="81"/>
  <p:cmAuthor id="83" name="10072453" initials="1" lastIdx="0" clrIdx="82"/>
  <p:cmAuthor id="84" name="粞" initials="粞" lastIdx="0" clrIdx="83"/>
  <p:cmAuthor id="85" name="未知的使用者77" initials="" lastIdx="0" clrIdx="84"/>
  <p:cmAuthor id="86" name="呵呵先生" initials="呵" lastIdx="0" clrIdx="85"/>
  <p:cmAuthor id="87" name="未知的使用者92" initials="" lastIdx="0" clrIdx="86"/>
  <p:cmAuthor id="88" name="karezi" initials="k" lastIdx="0" clrIdx="87"/>
  <p:cmAuthor id="89" name="10308000" initials="1" lastIdx="0" clrIdx="88"/>
  <p:cmAuthor id="90" name="Gusto" initials="G" lastIdx="0" clrIdx="89"/>
  <p:cmAuthor id="91" name="10072673" initials="1" lastIdx="0" clrIdx="90"/>
  <p:cmAuthor id="92" name="小小" initials="小" lastIdx="0" clrIdx="91"/>
  <p:cmAuthor id="93" name="未知的使用者79" initials="" lastIdx="0" clrIdx="92"/>
  <p:cmAuthor id="94" name="刘海峰" initials="刘" lastIdx="0" clrIdx="93"/>
  <p:cmAuthor id="95" name="未知用户107" initials="" lastIdx="0" clrIdx="94"/>
  <p:cmAuthor id="96" name="简单1401026546" initials="简" lastIdx="0" clrIdx="95"/>
  <p:cmAuthor id="97" name="未知的使用者80" initials="" lastIdx="0" clrIdx="96"/>
  <p:cmAuthor id="98" name="隔壁老张" initials="隔" lastIdx="0" clrIdx="97"/>
  <p:cmAuthor id="99" name="未知用户51" initials="" lastIdx="0" clrIdx="98"/>
  <p:cmAuthor id="100" name="颜敏" initials="颜" lastIdx="0" clrIdx="99"/>
  <p:cmAuthor id="101" name="未知的使用者82" initials="" lastIdx="0" clrIdx="100"/>
  <p:cmAuthor id="102" name="阿星" initials="阿" lastIdx="0" clrIdx="101"/>
  <p:cmAuthor id="103" name="peter" initials="p" lastIdx="0" clrIdx="102"/>
  <p:cmAuthor id="104" name="吴体华" initials="吴" lastIdx="0" clrIdx="103"/>
  <p:cmAuthor id="105" name="未知的使用者83" initials="" lastIdx="0" clrIdx="104"/>
  <p:cmAuthor id="106" name="SFY" initials="S" lastIdx="0" clrIdx="105"/>
  <p:cmAuthor id="107" name="未知的使用者118" initials="" lastIdx="0" clrIdx="106"/>
  <p:cmAuthor id="108" name="丶PanH" initials="丶" lastIdx="0" clrIdx="107"/>
  <p:cmAuthor id="109" name="未知的使用者84" initials="" lastIdx="0" clrIdx="108"/>
  <p:cmAuthor id="110" name="lin" initials="l" lastIdx="0" clrIdx="109"/>
  <p:cmAuthor id="111" name="未知的使用者70" initials="" lastIdx="0" clrIdx="110"/>
  <p:cmAuthor id="112" name="jinpengcheng" initials="j" lastIdx="0" clrIdx="111"/>
  <p:cmAuthor id="113" name="未知的使用者85" initials="" lastIdx="0" clrIdx="112"/>
  <p:cmAuthor id="114" name="哲_ieue3uUz" initials="哲" lastIdx="0" clrIdx="113"/>
  <p:cmAuthor id="115" name="未知的使用者40" initials="" lastIdx="0" clrIdx="114"/>
  <p:cmAuthor id="116" name="青青" initials="青" lastIdx="0" clrIdx="115"/>
  <p:cmAuthor id="117" name="未知的使用者87" initials="" lastIdx="0" clrIdx="116"/>
  <p:cmAuthor id="118" name="varsha" initials="v" lastIdx="0" clrIdx="117"/>
  <p:cmAuthor id="119" name="曾红" initials="" lastIdx="0" clrIdx="118"/>
  <p:cmAuthor id="120" name="冷暖自知" initials="冷" lastIdx="0" clrIdx="119"/>
  <p:cmAuthor id="121" name="未知的使用者90" initials="" lastIdx="0" clrIdx="120"/>
  <p:cmAuthor id="122" name="班主任" initials="班" lastIdx="0" clrIdx="121"/>
  <p:cmAuthor id="123" name="未知的使用者29" initials="" lastIdx="0" clrIdx="122"/>
  <p:cmAuthor id="124" name="面包真好吃" initials="面" lastIdx="0" clrIdx="123"/>
  <p:cmAuthor id="125" name="未知的使用者91" initials="" lastIdx="0" clrIdx="124"/>
  <p:cmAuthor id="126" name="丹 dean" initials="丹" lastIdx="0" clrIdx="125"/>
  <p:cmAuthor id="127" name="未知的使用者98" initials="" lastIdx="0" clrIdx="126"/>
  <p:cmAuthor id="128" name="Yin" initials="Y" lastIdx="0" clrIdx="127"/>
  <p:cmAuthor id="129" name="CHRISYU" initials="" lastIdx="0" clrIdx="128"/>
  <p:cmAuthor id="130" name="3CtxCbr" initials="3" lastIdx="0" clrIdx="129"/>
  <p:cmAuthor id="131" name="未知的使用者113" initials="" lastIdx="0" clrIdx="130"/>
  <p:cmAuthor id="132" name="赵鸿程" initials="赵" lastIdx="0" clrIdx="131"/>
  <p:cmAuthor id="133" name="liucunri" initials="" lastIdx="0" clrIdx="132"/>
  <p:cmAuthor id="134" name="阮" initials="阮" lastIdx="0" clrIdx="133"/>
  <p:cmAuthor id="135" name="未知用户9" initials="" lastIdx="0" clrIdx="134"/>
  <p:cmAuthor id="136" name="WPS_1728549599" initials="W" lastIdx="0" clrIdx="135"/>
  <p:cmAuthor id="137" name="谢学斌" initials="谢" lastIdx="0" clrIdx="136"/>
  <p:cmAuthor id="138" name="Unknown User48" initials="" lastIdx="0" clrIdx="137"/>
  <p:cmAuthor id="139" name="唐小唐" initials="唐" lastIdx="0" clrIdx="138"/>
  <p:cmAuthor id="140" name="未知用户103" initials="" lastIdx="0" clrIdx="139"/>
  <p:cmAuthor id="141" name="肖肖" initials="肖" lastIdx="0" clrIdx="140"/>
  <p:cmAuthor id="142" name="Unknown User52" initials="" lastIdx="0" clrIdx="141"/>
  <p:cmAuthor id="143" name="filly" initials="f" lastIdx="0" clrIdx="142"/>
  <p:cmAuthor id="144" name="未知的使用者42" initials="" lastIdx="0" clrIdx="143"/>
  <p:cmAuthor id="145" name="Fx." initials="F" lastIdx="0" clrIdx="144"/>
  <p:cmAuthor id="146" name="Unknown User50" initials="" lastIdx="0" clrIdx="145"/>
  <p:cmAuthor id="147" name="WPS_1591100732" initials="W" lastIdx="0" clrIdx="146"/>
  <p:cmAuthor id="148" name="未知的使用者120" initials="" lastIdx="0" clrIdx="147"/>
  <p:cmAuthor id="149" name="Zen" initials="Z" lastIdx="0" clrIdx="148"/>
  <p:cmAuthor id="150" name="px" initials="" lastIdx="0" clrIdx="149"/>
  <p:cmAuthor id="151" name="Yan Rui" initials="Y" lastIdx="0" clrIdx="150"/>
  <p:cmAuthor id="152" name="Sky123.Org" initials="" lastIdx="0" clrIdx="151"/>
  <p:cmAuthor id="153" name="Mr.Torment" initials="M" lastIdx="0" clrIdx="152"/>
  <p:cmAuthor id="154" name="许 志军" initials="许" lastIdx="0" clrIdx="153"/>
  <p:cmAuthor id="155" name="琪" initials="琪" lastIdx="0" clrIdx="154"/>
  <p:cmAuthor id="156" name="欧 志芳" initials="欧" lastIdx="0" clrIdx="155"/>
  <p:cmAuthor id="157" name="晨黎" initials="晨" lastIdx="0" clrIdx="156"/>
  <p:cmAuthor id="158" name="Jiang" initials="J" lastIdx="0" clrIdx="157"/>
  <p:cmAuthor id="159" name="╰醉爱‘’" initials="╰" lastIdx="0" clrIdx="158"/>
  <p:cmAuthor id="160" name="微软用户" initials="" lastIdx="0" clrIdx="159"/>
  <p:cmAuthor id="161" name="WPS_1695519641" initials="W" lastIdx="0" clrIdx="160"/>
  <p:cmAuthor id="162" name="未知的使用者73" initials="" lastIdx="0" clrIdx="161"/>
  <p:cmAuthor id="163" name="妞妞妹儿" initials="妞" lastIdx="0" clrIdx="162"/>
  <p:cmAuthor id="164" name="未知的使用者24" initials="" lastIdx="0" clrIdx="163"/>
  <p:cmAuthor id="165" name="WPS_1559564052" initials="W" lastIdx="0" clrIdx="164"/>
  <p:cmAuthor id="166" name="未知用户16" initials="" lastIdx="0" clrIdx="165"/>
  <p:cmAuthor id="167" name="sound of silence " initials="s" lastIdx="0" clrIdx="166"/>
  <p:cmAuthor id="168" name="Mary Feil-Jacobs" initials="" lastIdx="0" clrIdx="167"/>
  <p:cmAuthor id="169" name="正玄" initials="正" lastIdx="0" clrIdx="168"/>
  <p:cmAuthor id="170" name="LiuHui" initials="" lastIdx="0" clrIdx="169"/>
  <p:cmAuthor id="171" name="WPS_1630727012" initials="W" lastIdx="0" clrIdx="170"/>
  <p:cmAuthor id="172" name="未知的使用者45" initials="" lastIdx="0" clrIdx="171"/>
  <p:cmAuthor id="173" name="微信用户" initials="微" lastIdx="0" clrIdx="172"/>
  <p:cmAuthor id="174" name="王鹏凯" initials="" lastIdx="0" clrIdx="173"/>
  <p:cmAuthor id="175" name="冯璐萍" initials="冯" lastIdx="0" clrIdx="174"/>
  <p:cmAuthor id="176" name="未知用户104" initials="" lastIdx="0" clrIdx="175"/>
  <p:cmAuthor id="177" name="P" initials="P" lastIdx="0" clrIdx="176"/>
  <p:cmAuthor id="178" name="未知用户5" initials="" lastIdx="0" clrIdx="177"/>
  <p:cmAuthor id="179" name="刘 明" initials="刘" lastIdx="0" clrIdx="178"/>
  <p:cmAuthor id="180" name="未知的使用者10" initials="" lastIdx="0" clrIdx="179"/>
  <p:cmAuthor id="181" name="李_亮" initials="李亮(企业管理与" lastIdx="0" clrIdx="180"/>
  <p:cmAuthor id="182" name="未知的使用者93" initials="" lastIdx="0" clrIdx="181"/>
  <p:cmAuthor id="183" name="薛维清" initials="Z" lastIdx="0" clrIdx="182"/>
  <p:cmAuthor id="184" name="范作霖" initials="范" lastIdx="0" clrIdx="183"/>
  <p:cmAuthor id="185" name="张建勇" initials="u" lastIdx="0" clrIdx="184"/>
  <p:cmAuthor id="186" name="LeeElva" initials="" lastIdx="0" clrIdx="185"/>
  <p:cmAuthor id="187" name="10024885" initials="1" lastIdx="0" clrIdx="186"/>
  <p:cmAuthor id="188" name="未知用户99" initials="" lastIdx="0" clrIdx="187"/>
  <p:cmAuthor id="189" name="但佳" initials="但" lastIdx="0" clrIdx="188"/>
  <p:cmAuthor id="190" name="未知的使用者34" initials="" lastIdx="0" clrIdx="189"/>
  <p:cmAuthor id="191" name="邓 星" initials="邓" lastIdx="0" clrIdx="190"/>
  <p:cmAuthor id="192" name="未知的使用者115" initials="" lastIdx="0" clrIdx="191"/>
  <p:cmAuthor id="193" name="majie_kcgy@sina.com" initials="" lastIdx="0" clrIdx="192"/>
  <p:cmAuthor id="194" name="未知用户57" initials="" lastIdx="0" clrIdx="193"/>
  <p:cmAuthor id="195" name="ssx" initials="ssx" lastIdx="0" clrIdx="194"/>
  <p:cmAuthor id="196" name="lianghb" initials="" lastIdx="0" clrIdx="195"/>
  <p:cmAuthor id="197" name="lily" initials="l" lastIdx="0" clrIdx="196"/>
  <p:cmAuthor id="198" name="未知用户17" initials="" lastIdx="0" clrIdx="197"/>
  <p:cmAuthor id="199" name="陈 邢磊" initials="陈" lastIdx="0" clrIdx="198"/>
  <p:cmAuthor id="200" name="Deanna Schuler (Bookey Consulting)" initials="" lastIdx="0" clrIdx="199"/>
  <p:cmAuthor id="201" name="哲恒 胡" initials="哲恒" lastIdx="0" clrIdx="200"/>
  <p:cmAuthor id="202" name="未知的使用者57" initials="" lastIdx="0" clrIdx="201"/>
  <p:cmAuthor id="203" name="Liang" initials="L" lastIdx="0" clrIdx="202"/>
  <p:cmAuthor id="204" name="未知的使用者16" initials="" lastIdx="0" clrIdx="203"/>
  <p:cmAuthor id="205" name="dsj" initials="d" lastIdx="0" clrIdx="204"/>
  <p:cmAuthor id="206" name="未知的使用者35" initials="" lastIdx="0" clrIdx="205"/>
  <p:cmAuthor id="207" name="yingxj" initials="y" lastIdx="0" clrIdx="206"/>
  <p:cmAuthor id="208" name="未知用户102" initials="" lastIdx="0" clrIdx="207"/>
  <p:cmAuthor id="209" name="hong hangping" initials="hh" lastIdx="0" clrIdx="208"/>
  <p:cmAuthor id="210" name="maxine" initials="" lastIdx="0" clrIdx="209"/>
  <p:cmAuthor id="211" name="也游" initials="也游" lastIdx="0" clrIdx="210"/>
  <p:cmAuthor id="212" name="未知的使用者121" initials="" lastIdx="0" clrIdx="211"/>
  <p:cmAuthor id="213" name="宋春华" initials="宋" lastIdx="0" clrIdx="212"/>
  <p:cmAuthor id="214" name="未知的使用者12" initials="" lastIdx="0" clrIdx="213"/>
  <p:cmAuthor id="215" name="rui wang" initials="rw" lastIdx="0" clrIdx="214"/>
  <p:cmAuthor id="216" name="周元元" initials="" lastIdx="0" clrIdx="215"/>
  <p:cmAuthor id="217" name="倚海听风" initials="倚" lastIdx="0" clrIdx="216"/>
  <p:cmAuthor id="218" name="未知的使用者27" initials="" lastIdx="0" clrIdx="217"/>
  <p:cmAuthor id="219" name="符 承锋" initials="符" lastIdx="0" clrIdx="218"/>
  <p:cmAuthor id="220" name="刘豹" initials="刘" lastIdx="0" clrIdx="219"/>
  <p:cmAuthor id="221" name="丽辉" initials="丽" lastIdx="0" clrIdx="220"/>
  <p:cmAuthor id="222" name="未知的使用者30" initials="" lastIdx="0" clrIdx="221"/>
  <p:cmAuthor id="223" name="向堃" initials="向堃" lastIdx="0" clrIdx="222"/>
  <p:cmAuthor id="224" name="未知的使用者53" initials="" lastIdx="0" clrIdx="223"/>
  <p:cmAuthor id="225" name="倪峻胜" initials="倪" lastIdx="0" clrIdx="224"/>
  <p:cmAuthor id="226" name="未知用户58" initials="" lastIdx="0" clrIdx="225"/>
  <p:cmAuthor id="227" name="LY" initials="L" lastIdx="0" clrIdx="226"/>
  <p:cmAuthor id="228" name="姚琳" initials="姚" lastIdx="0" clrIdx="227"/>
  <p:cmAuthor id="229" name="未知的使用者25" initials="" lastIdx="0" clrIdx="228"/>
  <p:cmAuthor id="230" name="高肖梅" initials="高" lastIdx="0" clrIdx="229"/>
  <p:cmAuthor id="231" name="chen" initials="c" lastIdx="0" clrIdx="230"/>
  <p:cmAuthor id="232" name="liupeng" initials="" lastIdx="0" clrIdx="231"/>
  <p:cmAuthor id="233" name="lc xue" initials="lx" lastIdx="0" clrIdx="232"/>
  <p:cmAuthor id="234" name="未知用户24" initials="" lastIdx="0" clrIdx="233"/>
  <p:cmAuthor id="235" name="Peng Rui" initials="PR" lastIdx="0" clrIdx="234"/>
  <p:cmAuthor id="236" name="AbuSina" initials="" lastIdx="0" clrIdx="235"/>
  <p:cmAuthor id="237" name="370369741@qq.com" initials="3" lastIdx="0" clrIdx="236"/>
  <p:cmAuthor id="238" name="hl sun" initials="" lastIdx="0" clrIdx="237"/>
  <p:cmAuthor id="239" name="张敏" initials="A" lastIdx="0" clrIdx="238"/>
  <p:cmAuthor id="240" name="未知的使用者94" initials="" lastIdx="0" clrIdx="239"/>
  <p:cmAuthor id="241" name="刘凤" initials="刘" lastIdx="0" clrIdx="240"/>
  <p:cmAuthor id="242" name="未知用户66" initials="" lastIdx="0" clrIdx="241"/>
  <p:cmAuthor id="243" name="weigq" initials="李weiguoqi" lastIdx="0" clrIdx="242"/>
  <p:cmAuthor id="244" name="郑汝鸿" initials="郑" lastIdx="0" clrIdx="243"/>
  <p:cmAuthor id="245" name="陈之超" initials="陈" lastIdx="0" clrIdx="244"/>
  <p:cmAuthor id="246" name="未知用户19" initials="" lastIdx="0" clrIdx="245"/>
  <p:cmAuthor id="247" name="10064906" initials="1" lastIdx="0" clrIdx="246"/>
  <p:cmAuthor id="248" name="周宏達JerryChou" initials="" lastIdx="0" clrIdx="247"/>
  <p:cmAuthor id="249" name="左 金龙" initials="左" lastIdx="0" clrIdx="248"/>
  <p:cmAuthor id="250" name="daphne" initials="d" lastIdx="0" clrIdx="249"/>
  <p:cmAuthor id="251" name="sx_xuzx" initials="s" lastIdx="0" clrIdx="250"/>
  <p:cmAuthor id="252" name="未知用户7" initials="" lastIdx="0" clrIdx="251"/>
  <p:cmAuthor id="253" name="tplife" initials="t" lastIdx="0" clrIdx="252"/>
  <p:cmAuthor id="254" name="未知的使用者56" initials="" lastIdx="0" clrIdx="253"/>
  <p:cmAuthor id="255" name="孟 昕" initials="孟" lastIdx="0" clrIdx="254"/>
  <p:cmAuthor id="256" name="Unknown User8" initials="U" lastIdx="0" clrIdx="255"/>
  <p:cmAuthor id="257" name="Shen.YC" initials="S" lastIdx="0" clrIdx="256"/>
  <p:cmAuthor id="258" name="未知的使用者119" initials="" lastIdx="0" clrIdx="257"/>
  <p:cmAuthor id="259" name="gmy" initials="g" lastIdx="0" clrIdx="258"/>
  <p:cmAuthor id="260" name="未知用户59" initials="" lastIdx="0" clrIdx="259"/>
  <p:cmAuthor id="261" name="任军" initials="renj" lastIdx="0" clrIdx="260"/>
  <p:cmAuthor id="262" name="未知的使用者22" initials="" lastIdx="0" clrIdx="261"/>
  <p:cmAuthor id="263" name="10209970" initials="1" lastIdx="0" clrIdx="262"/>
  <p:cmAuthor id="264" name="未知的使用者103" initials="" lastIdx="0" clrIdx="263"/>
  <p:cmAuthor id="265" name="eliuyanmin" initials="e" lastIdx="0" clrIdx="264"/>
  <p:cmAuthor id="266" name="Wenwen" initials="" lastIdx="0" clrIdx="265"/>
  <p:cmAuthor id="267" name="00125241" initials="0" lastIdx="0" clrIdx="266"/>
  <p:cmAuthor id="268" name="未知的使用者117" initials="" lastIdx="0" clrIdx="267"/>
  <p:cmAuthor id="269" name="Wangsisheng" initials="W" lastIdx="0" clrIdx="268"/>
  <p:cmAuthor id="270" name="未知的使用者33" initials="" lastIdx="0" clrIdx="269"/>
  <p:cmAuthor id="271" name="周燕宁(政企客户部)" initials="周" lastIdx="0" clrIdx="270"/>
  <p:cmAuthor id="272" name="未知的使用者28" initials="" lastIdx="0" clrIdx="271"/>
  <p:cmAuthor id="273" name="唐瑭(政企客户部)" initials="TT" lastIdx="0" clrIdx="272"/>
  <p:cmAuthor id="274" name="未知用户67" initials="" lastIdx="0" clrIdx="273"/>
  <p:cmAuthor id="275" name="dan" initials="d" lastIdx="0" clrIdx="274"/>
  <p:cmAuthor id="276" name="未知用户114" initials="" lastIdx="0" clrIdx="275"/>
  <p:cmAuthor id="277" name="井 春晓" initials="井" lastIdx="0" clrIdx="276"/>
  <p:cmAuthor id="278" name="未知用户18" initials="" lastIdx="0" clrIdx="277"/>
  <p:cmAuthor id="279" name="莫之聪(商业客户中心)" initials="莫" lastIdx="0" clrIdx="278"/>
  <p:cmAuthor id="280" name="未知的使用者67" initials="" lastIdx="0" clrIdx="279"/>
  <p:cmAuthor id="281" name="PRO" initials="P" lastIdx="0" clrIdx="280"/>
  <p:cmAuthor id="282" name="未知的使用者46" initials="" lastIdx="0" clrIdx="281"/>
  <p:cmAuthor id="283" name="17750226060@163.com" initials="1" lastIdx="0" clrIdx="282"/>
  <p:cmAuthor id="284" name="未知的使用者26" initials="" lastIdx="0" clrIdx="283"/>
  <p:cmAuthor id="285" name="pzhao" initials="p" lastIdx="0" clrIdx="284"/>
  <p:cmAuthor id="286" name="未知的使用者43" initials="" lastIdx="0" clrIdx="285"/>
  <p:cmAuthor id="287" name="刘晓静(政企客户部)" initials="刘" lastIdx="0" clrIdx="286"/>
  <p:cmAuthor id="288" name="未知的使用者9" initials="" lastIdx="0" clrIdx="287"/>
  <p:cmAuthor id="289" name="赵柏羽_rQBre2e6" initials="authorId_246418103" lastIdx="0" clrIdx="288"/>
  <p:cmAuthor id="290" name="未知用户62" initials="" lastIdx="0" clrIdx="289"/>
  <p:cmAuthor id="291" name="翟 博纯" initials="翟" lastIdx="0" clrIdx="290"/>
  <p:cmAuthor id="292" name="yuanzh" initials="" lastIdx="0" clrIdx="291"/>
  <p:cmAuthor id="293" name="璇 安" initials="璇" lastIdx="0" clrIdx="292"/>
  <p:cmAuthor id="294" name="不明使用者57" initials="" lastIdx="0" clrIdx="293"/>
  <p:cmAuthor id="295" name="liu yuhang" initials="ly" lastIdx="0" clrIdx="294"/>
  <p:cmAuthor id="296" name="未知用户108" initials="" lastIdx="0" clrIdx="295"/>
  <p:cmAuthor id="297" name="吴军" initials="吴" lastIdx="0" clrIdx="296"/>
  <p:cmAuthor id="298" name="未知的使用者110" initials="" lastIdx="0" clrIdx="297"/>
  <p:cmAuthor id="299" name="ThinkPad" initials="T" lastIdx="0" clrIdx="298"/>
  <p:cmAuthor id="300" name="linyd" initials="" lastIdx="0" clrIdx="299"/>
  <p:cmAuthor id="301" name="未知用户331" initials="未" lastIdx="0" clrIdx="300"/>
  <p:cmAuthor id="302" name="未知用户8" initials="" lastIdx="0" clrIdx="301"/>
  <p:cmAuthor id="303" name="未知用户223" initials="未" lastIdx="0" clrIdx="302"/>
  <p:cmAuthor id="304" name="未知的使用者31" initials="" lastIdx="0" clrIdx="303"/>
  <p:cmAuthor id="305" name="wfbs" initials="w" lastIdx="0" clrIdx="304"/>
  <p:cmAuthor id="306" name="未知用户81" initials="" lastIdx="0" clrIdx="305"/>
  <p:cmAuthor id="307" name="崔冶鸣（内蒙古英才管培生）" initials="崔" lastIdx="0" clrIdx="306"/>
  <p:cmAuthor id="308" name="未知用户115" initials="" lastIdx="0" clrIdx="307"/>
  <p:cmAuthor id="309" name="zhangyang" initials="z" lastIdx="0" clrIdx="308"/>
  <p:cmAuthor id="310" name="未知用户21" initials="" lastIdx="0" clrIdx="309"/>
  <p:cmAuthor id="311" name="Z51386" initials="Z" lastIdx="0" clrIdx="310"/>
  <p:cmAuthor id="312" name="未知的使用者68" initials="" lastIdx="0" clrIdx="311"/>
  <p:cmAuthor id="313" name="Dan Zhang" initials="DZ" lastIdx="0" clrIdx="312"/>
  <p:cmAuthor id="314" name="mm" initials="" lastIdx="0" clrIdx="313"/>
  <p:cmAuthor id="315" name="ch b" initials="cb" lastIdx="0" clrIdx="314"/>
  <p:cmAuthor id="316" name="未知用户15" initials="" lastIdx="0" clrIdx="315"/>
  <p:cmAuthor id="317" name="eshore" initials="e" lastIdx="0" clrIdx="316"/>
  <p:cmAuthor id="318" name="朱晓瑜" initials="" lastIdx="0" clrIdx="317"/>
  <p:cmAuthor id="319" name="zhang zhe" initials="zz" lastIdx="0" clrIdx="318"/>
  <p:cmAuthor id="320" name="不明使用者20" initials="" lastIdx="0" clrIdx="319"/>
  <p:cmAuthor id="321" name="王昱琛" initials="h" lastIdx="0" clrIdx="320"/>
  <p:cmAuthor id="322" name="未知用户82" initials="" lastIdx="0" clrIdx="321"/>
  <p:cmAuthor id="323" name="俞寅达" initials="HBB" lastIdx="0" clrIdx="322"/>
  <p:cmAuthor id="324" name="未知的使用者7" initials="" lastIdx="0" clrIdx="323"/>
  <p:cmAuthor id="325" name="王莉" initials="K" lastIdx="0" clrIdx="324"/>
  <p:cmAuthor id="326" name="未知用户6" initials="" lastIdx="0" clrIdx="325"/>
  <p:cmAuthor id="327" name="chen tian" initials="tc" lastIdx="0" clrIdx="326"/>
  <p:cmAuthor id="328" name="未知的使用者55" initials="" lastIdx="0" clrIdx="327"/>
  <p:cmAuthor id="329" name="李懿峰" initials="李" lastIdx="0" clrIdx="328"/>
  <p:cmAuthor id="330" name="未知的使用者111" initials="" lastIdx="0" clrIdx="329"/>
  <p:cmAuthor id="331" name="liudaxian" initials="l" lastIdx="0" clrIdx="330"/>
  <p:cmAuthor id="332" name="未知的使用者50" initials="" lastIdx="0" clrIdx="331"/>
  <p:cmAuthor id="333" name="黄雯" initials="W用" lastIdx="0" clrIdx="332"/>
  <p:cmAuthor id="334" name="未知的使用者11" initials="" lastIdx="0" clrIdx="333"/>
  <p:cmAuthor id="335" name="陈春智" initials="T" lastIdx="0" clrIdx="334"/>
  <p:cmAuthor id="336" name="未知用户47" initials="" lastIdx="0" clrIdx="335"/>
  <p:cmAuthor id="337" name="傅白羽1" initials="U" lastIdx="0" clrIdx="336"/>
  <p:cmAuthor id="338" name="未知用户106" initials="未" lastIdx="0" clrIdx="337"/>
  <p:cmAuthor id="339" name="戴 长青" initials="戴" lastIdx="0" clrIdx="338"/>
  <p:cmAuthor id="340" name="未知用户116" initials="" lastIdx="0" clrIdx="339"/>
  <p:cmAuthor id="341" name="Li Guoliang" initials="L" lastIdx="0" clrIdx="340"/>
  <p:cmAuthor id="342" name="未知的使用者150" initials="未" lastIdx="0" clrIdx="341"/>
  <p:cmAuthor id="343" name="37918" initials="3" lastIdx="0" clrIdx="342"/>
  <p:cmAuthor id="344" name="未知的使用者69" initials="" lastIdx="0" clrIdx="343"/>
  <p:cmAuthor id="345" name="13317" initials="1" lastIdx="0" clrIdx="344"/>
  <p:cmAuthor id="346" name="未知的使用者112" initials="" lastIdx="0" clrIdx="345"/>
  <p:cmAuthor id="347" name="彭文豪" initials="彭" lastIdx="0" clrIdx="346"/>
  <p:cmAuthor id="348" name="徐光宇" initials="徐" lastIdx="0" clrIdx="347"/>
  <p:cmAuthor id="349" name="liu js" initials="lj" lastIdx="0" clrIdx="348"/>
  <p:cmAuthor id="350" name="Kevin Hu" initials="" lastIdx="0" clrIdx="349"/>
  <p:cmAuthor id="351" name="g c" initials="gc" lastIdx="0" clrIdx="350"/>
  <p:cmAuthor id="352" name="未知的使用者38" initials="" lastIdx="0" clrIdx="351"/>
  <p:cmAuthor id="353" name="桢罡" initials="桢罡" lastIdx="0" clrIdx="352"/>
  <p:cmAuthor id="354" name="唐可欣" initials="" lastIdx="0" clrIdx="353"/>
  <p:cmAuthor id="355" name="方颀" initials="q" lastIdx="0" clrIdx="354"/>
  <p:cmAuthor id="356" name="未知的使用者8" initials="" lastIdx="0" clrIdx="355"/>
  <p:cmAuthor id="357" name="863988043@qq.com" initials="8" lastIdx="0" clrIdx="356"/>
  <p:cmAuthor id="358" name="不明使用者56" initials="" lastIdx="0" clrIdx="357"/>
  <p:cmAuthor id="359" name="peijian xu" initials="px" lastIdx="0" clrIdx="358"/>
  <p:cmAuthor id="360" name="P00035_jeremy" initials="" lastIdx="0" clrIdx="359"/>
  <p:cmAuthor id="361" name="cd" initials="c" lastIdx="0" clrIdx="360"/>
  <p:cmAuthor id="362" name="Unknown User7" initials="" lastIdx="0" clrIdx="361"/>
  <p:cmAuthor id="363" name="Y&amp;J" initials="Y" lastIdx="0" clrIdx="362"/>
  <p:cmAuthor id="364" name="muzi wei" initials="" lastIdx="0" clrIdx="363"/>
  <p:cmAuthor id="365" name="叶知" initials="叶" lastIdx="0" clrIdx="364"/>
  <p:cmAuthor id="366" name="未知的使用者41" initials="" lastIdx="0" clrIdx="365"/>
  <p:cmAuthor id="367" name="lhc" initials="l" lastIdx="0" clrIdx="366"/>
  <p:cmAuthor id="368" name="未知的使用者13" initials="" lastIdx="0" clrIdx="367"/>
  <p:cmAuthor id="369" name="电信卫星" initials="电信卫星" lastIdx="0" clrIdx="368"/>
  <p:cmAuthor id="370" name="djj" initials="" lastIdx="0" clrIdx="369"/>
  <p:cmAuthor id="371" name="Steven Chen" initials="SC" lastIdx="0" clrIdx="370"/>
  <p:cmAuthor id="372" name="未知用户117" initials="" lastIdx="0" clrIdx="371"/>
  <p:cmAuthor id="373" name="sz" initials="s" lastIdx="0" clrIdx="372"/>
  <p:cmAuthor id="374" name="赵丽丽" initials="赵" lastIdx="0" clrIdx="373"/>
  <p:cmAuthor id="375" name="左 绘" initials="左" lastIdx="0" clrIdx="374"/>
  <p:cmAuthor id="376" name="未知用户13" initials="" lastIdx="0" clrIdx="375"/>
  <p:cmAuthor id="377" name="吴璇" initials="吴" lastIdx="0" clrIdx="376"/>
  <p:cmAuthor id="378" name="不明使用者21" initials="" lastIdx="0" clrIdx="377"/>
  <p:cmAuthor id="379" name="杨俏" initials="杨" lastIdx="0" clrIdx="378"/>
  <p:cmAuthor id="380" name="YUMINGNJ" initials="" lastIdx="0" clrIdx="379"/>
  <p:cmAuthor id="381" name="10086807" initials="1" lastIdx="0" clrIdx="380"/>
  <p:cmAuthor id="382" name="未知的使用者52" initials="" lastIdx="0" clrIdx="381"/>
  <p:cmAuthor id="383" name="刘瑞00088457" initials="刘瑞00088457" lastIdx="0" clrIdx="382"/>
  <p:cmAuthor id="384" name="未知用户109" initials="" lastIdx="0" clrIdx="383"/>
  <p:cmAuthor id="385" name="zhu chengxing" initials="zc" lastIdx="0" clrIdx="384"/>
  <p:cmAuthor id="386" name="Unknown User117" initials="U" lastIdx="0" clrIdx="385"/>
  <p:cmAuthor id="387" name="1564000570@qq.com" initials="1" lastIdx="0" clrIdx="386"/>
  <p:cmAuthor id="388" name="thomas" initials="" lastIdx="0" clrIdx="387"/>
  <p:cmAuthor id="389" name="Lenovov" initials="L" lastIdx="0" clrIdx="388"/>
  <p:cmAuthor id="390" name="未知的使用者3" initials="" lastIdx="0" clrIdx="389"/>
  <p:cmAuthor id="391" name="彭家骏" initials="彭" lastIdx="0" clrIdx="390"/>
  <p:cmAuthor id="392" name="未知用户14" initials="" lastIdx="0" clrIdx="391"/>
  <p:cmAuthor id="393" name="xuelian feng" initials="xf" lastIdx="0" clrIdx="392"/>
  <p:cmAuthor id="394" name="Unknown User65" initials="U" lastIdx="0" clrIdx="393"/>
  <p:cmAuthor id="395" name="WPS_1647505123" initials="W" lastIdx="0" clrIdx="394"/>
  <p:cmAuthor id="396" name="未知用户98" initials="" lastIdx="0" clrIdx="395"/>
  <p:cmAuthor id="397" name="Chloe" initials="x" lastIdx="0" clrIdx="396"/>
  <p:cmAuthor id="398" name="Unknown User11" initials="U" lastIdx="0" clrIdx="397"/>
  <p:cmAuthor id="399" name="WHY" initials="W" lastIdx="0" clrIdx="398"/>
  <p:cmAuthor id="400" name="未知用户83" initials="" lastIdx="0" clrIdx="399"/>
  <p:cmAuthor id="401" name="景志清" initials="景" lastIdx="0" clrIdx="400"/>
  <p:cmAuthor id="402" name="未知用户61" initials="" lastIdx="0" clrIdx="401"/>
  <p:cmAuthor id="403" name="陆颖斌" initials="Benson-Lu" lastIdx="0" clrIdx="402"/>
  <p:cmAuthor id="404" name="張秀娟" initials="" lastIdx="0" clrIdx="403"/>
  <p:cmAuthor id="405" name="杨世敬" initials="杨" lastIdx="0" clrIdx="404"/>
  <p:cmAuthor id="406" name="Jason Wang" initials="" lastIdx="0" clrIdx="405"/>
  <p:cmAuthor id="407" name="李阳" initials="李" lastIdx="0" clrIdx="406"/>
  <p:cmAuthor id="408" name="不明使用者18" initials="" lastIdx="0" clrIdx="407"/>
  <p:cmAuthor id="409" name="赵冬" initials="zd" lastIdx="0" clrIdx="408"/>
  <p:cmAuthor id="410" name="未知用户28" initials="未" lastIdx="0" clrIdx="409"/>
  <p:cmAuthor id="411" name="陈晓凤00012695" initials="陈晓凤00012695" lastIdx="0" clrIdx="410"/>
  <p:cmAuthor id="412" name="未知的使用者72" initials="" lastIdx="0" clrIdx="411"/>
  <p:cmAuthor id="413" name="10006509" initials="1" lastIdx="0" clrIdx="412"/>
  <p:cmAuthor id="414" name="未知的使用者48" initials="" lastIdx="0" clrIdx="413"/>
  <p:cmAuthor id="415" name="Yisc" initials="Yi" lastIdx="0" clrIdx="414"/>
  <p:cmAuthor id="416" name="未知的使用者104" initials="" lastIdx="0" clrIdx="415"/>
  <p:cmAuthor id="417" name="ps" initials="p" lastIdx="0" clrIdx="416"/>
  <p:cmAuthor id="418" name="未知用户60" initials="" lastIdx="0" clrIdx="417"/>
  <p:cmAuthor id="419" name="afu" initials="a" lastIdx="0" clrIdx="418"/>
  <p:cmAuthor id="420" name="未知的使用者39" initials="未" lastIdx="0" clrIdx="419"/>
  <p:cmAuthor id="421" name="dong wang" initials="dw" lastIdx="0" clrIdx="420"/>
  <p:cmAuthor id="422" name="Shawna Strickland" initials="" lastIdx="0" clrIdx="421"/>
  <p:cmAuthor id="423" name="10335090" initials="1" lastIdx="0" clrIdx="422"/>
  <p:cmAuthor id="424" name="未知的使用者36" initials="" lastIdx="0" clrIdx="423"/>
  <p:cmAuthor id="425" name="10038283" initials="1" lastIdx="0" clrIdx="424"/>
  <p:cmAuthor id="426" name="未知的使用者136" initials="未" lastIdx="0" clrIdx="425"/>
  <p:cmAuthor id="427" name="10260821" initials="1" lastIdx="0" clrIdx="426"/>
  <p:cmAuthor id="428" name="Daniel Wuu" initials="" lastIdx="0" clrIdx="427"/>
  <p:cmAuthor id="429" name="WPS_1730078655" initials="W" lastIdx="0" clrIdx="428"/>
  <p:cmAuthor id="430" name="未知用户56" initials="" lastIdx="0" clrIdx="429"/>
  <p:cmAuthor id="431" name="何秀英" initials="何" lastIdx="0" clrIdx="430"/>
  <p:cmAuthor id="432" name="未知的使用者14" initials="" lastIdx="0" clrIdx="431"/>
  <p:cmAuthor id="433" name="灞桥别客" initials="灞" lastIdx="0" clrIdx="432"/>
  <p:cmAuthor id="434" name="未知的使用者140" initials="未" lastIdx="0" clrIdx="433"/>
  <p:cmAuthor id="435" name="旭东 唐" initials="旭唐" lastIdx="0" clrIdx="434"/>
  <p:cmAuthor id="436" name="未知的使用者197" initials="未" lastIdx="0" clrIdx="435"/>
  <p:cmAuthor id="437" name="无量圆满" initials="无" lastIdx="0" clrIdx="436"/>
  <p:cmAuthor id="438" name="Ashley Eberenz" initials="" lastIdx="0" clrIdx="437"/>
  <p:cmAuthor id="439" name="张平10088211" initials="张平10088211" lastIdx="0" clrIdx="438"/>
  <p:cmAuthor id="440" name="不明使用者19" initials="" lastIdx="0" clrIdx="439"/>
  <p:cmAuthor id="441" name="金友兴10002775" initials="金友兴10002775" lastIdx="0" clrIdx="440"/>
  <p:cmAuthor id="442" name="qiantong" initials="" lastIdx="0" clrIdx="441"/>
  <p:cmAuthor id="443" name="WPS_1601968133" initials="W" lastIdx="0" clrIdx="442"/>
  <p:cmAuthor id="444" name="未知的使用者74" initials="" lastIdx="0" clrIdx="443"/>
  <p:cmAuthor id="445" name="莉珊 谢" initials="莉谢" lastIdx="0" clrIdx="444"/>
  <p:cmAuthor id="446" name="未知的使用者23" initials="" lastIdx="0" clrIdx="445"/>
  <p:cmAuthor id="447" name="韩莹莹" initials="韩" lastIdx="0" clrIdx="446"/>
  <p:cmAuthor id="448" name="未知的使用者1" initials="" lastIdx="0" clrIdx="447"/>
  <p:cmAuthor id="449" name="王丰_aE3uARfm" initials="authorId_383357774" lastIdx="0" clrIdx="448"/>
  <p:cmAuthor id="450" name="116304" initials="" lastIdx="0" clrIdx="449"/>
  <p:cmAuthor id="451" name="邢亚楠" initials="邢" lastIdx="0" clrIdx="450"/>
  <p:cmAuthor id="452" name="未知用户31" initials="未" lastIdx="0" clrIdx="451"/>
  <p:cmAuthor id="453" name="LIN L" initials="LL" lastIdx="0" clrIdx="452"/>
  <p:cmAuthor id="454" name="R affer" initials="" lastIdx="0" clrIdx="453"/>
  <p:cmAuthor id="455" name="姜文静" initials="姜" lastIdx="0" clrIdx="454"/>
  <p:cmAuthor id="456" name="qihua-DCMS" initials="" lastIdx="0" clrIdx="455"/>
  <p:cmAuthor id="457" name="刘君" initials="刘" lastIdx="0" clrIdx="456"/>
  <p:cmAuthor id="458" name="未知用户55" initials="" lastIdx="0" clrIdx="457"/>
  <p:cmAuthor id="459" name="在水一方" initials="在" lastIdx="0" clrIdx="458"/>
  <p:cmAuthor id="460" name="未知的使用者95" initials="" lastIdx="0" clrIdx="459"/>
  <p:cmAuthor id="461" name="眠羊" initials="眠" lastIdx="0" clrIdx="460"/>
  <p:cmAuthor id="462" name="未知的使用者168" initials="未" lastIdx="0" clrIdx="461"/>
  <p:cmAuthor id="463" name="Lin Liang Wei 林梁伟" initials="LLW林" lastIdx="0" clrIdx="462"/>
  <p:cmAuthor id="464" name="未知的使用者32" initials="" lastIdx="0" clrIdx="463"/>
  <p:cmAuthor id="465" name="小猫" initials="小" lastIdx="0" clrIdx="464"/>
  <p:cmAuthor id="466" name="未知的使用者49" initials="" lastIdx="0" clrIdx="465"/>
  <p:cmAuthor id="467" name="lidanni" initials="l" lastIdx="0" clrIdx="466"/>
  <p:cmAuthor id="468" name="Unknown User26" initials="U" lastIdx="0" clrIdx="467"/>
  <p:cmAuthor id="469" name="fwq" initials="f" lastIdx="0" clrIdx="468"/>
  <p:cmAuthor id="470" name="yuexuejun" initials="" lastIdx="0" clrIdx="469"/>
  <p:cmAuthor id="471" name="止夏末" initials="止" lastIdx="0" clrIdx="470"/>
  <p:cmAuthor id="472" name="未知的使用者71" initials="" lastIdx="0" clrIdx="471"/>
  <p:cmAuthor id="473" name="冯远" initials="冯" lastIdx="0" clrIdx="472"/>
  <p:cmAuthor id="474" name="未知的使用者105" initials="" lastIdx="0" clrIdx="473"/>
  <p:cmAuthor id="475" name="Smilyrwj" initials="S" lastIdx="0" clrIdx="474"/>
  <p:cmAuthor id="476" name="Unknown User70" initials="" lastIdx="0" clrIdx="475"/>
  <p:cmAuthor id="477" name="刘筱晔" initials="LXY" lastIdx="0" clrIdx="476"/>
  <p:cmAuthor id="478" name="clinchen" initials="" lastIdx="0" clrIdx="477"/>
  <p:cmAuthor id="479" name="Yuna" initials="Y" lastIdx="0" clrIdx="478"/>
  <p:cmAuthor id="480" name="未知用户23" initials="" lastIdx="0" clrIdx="479"/>
  <p:cmAuthor id="481" name="li dashuang" initials="ld" lastIdx="0" clrIdx="480"/>
  <p:cmAuthor id="482" name="hanjuncompany" initials="" lastIdx="0" clrIdx="481"/>
  <p:cmAuthor id="483" name="TaiKang" initials="T" lastIdx="0" clrIdx="482"/>
  <p:cmAuthor id="484" name="kathy chen" initials="" lastIdx="0" clrIdx="483"/>
  <p:cmAuthor id="485" name="张洁" initials="张" lastIdx="0" clrIdx="484"/>
  <p:cmAuthor id="486" name="未知的使用者63" initials="" lastIdx="0" clrIdx="485"/>
  <p:cmAuthor id="487" name="Huang" initials="H" lastIdx="0" clrIdx="486"/>
  <p:cmAuthor id="488" name="未知的使用者64" initials="" lastIdx="0" clrIdx="487"/>
  <p:cmAuthor id="489" name="项目组" initials="项" lastIdx="0" clrIdx="488"/>
  <p:cmAuthor id="490" name="未知的使用者47" initials="" lastIdx="0" clrIdx="489"/>
  <p:cmAuthor id="491" name="阙正贝" initials="y" lastIdx="0" clrIdx="490"/>
  <p:cmAuthor id="492" name="未知的使用者60" initials="" lastIdx="0" clrIdx="491"/>
  <p:cmAuthor id="493" name="hejq" initials="h" lastIdx="0" clrIdx="492"/>
  <p:cmAuthor id="494" name="未知的使用者59" initials="" lastIdx="0" clrIdx="493"/>
  <p:cmAuthor id="495" name="朱加成" initials="朱" lastIdx="0" clrIdx="494"/>
  <p:cmAuthor id="496" name="未知的使用者54" initials="" lastIdx="0" clrIdx="495"/>
  <p:cmAuthor id="497" name="Ying Liang" initials="YL" lastIdx="0" clrIdx="496"/>
  <p:cmAuthor id="498" name="未知的使用者66" initials="" lastIdx="0" clrIdx="497"/>
  <p:cmAuthor id="499" name="twisaijzing" initials="t" lastIdx="0" clrIdx="498"/>
  <p:cmAuthor id="500" name="未知的使用者65" initials="" lastIdx="0" clrIdx="499"/>
  <p:cmAuthor id="501" name="zhaohaiqi" initials="z" lastIdx="0" clrIdx="500"/>
  <p:cmAuthor id="502" name="未知的使用者106" initials="" lastIdx="0" clrIdx="501"/>
  <p:cmAuthor id="503" name="C风信子C" initials="C" lastIdx="0" clrIdx="502"/>
  <p:cmAuthor id="504" name="未知的使用者107" initials="" lastIdx="0" clrIdx="503"/>
  <p:cmAuthor id="505" name="xd" initials="x" lastIdx="0" clrIdx="504"/>
  <p:cmAuthor id="506" name="未知的使用者108" initials="" lastIdx="0" clrIdx="505"/>
  <p:cmAuthor id="507" name="Jiaxi Wang" initials="JW" lastIdx="0" clrIdx="506"/>
  <p:cmAuthor id="508" name="未知的使用者86" initials="" lastIdx="0" clrIdx="507"/>
  <p:cmAuthor id="509" name="1034695240@qq.com" initials="1" lastIdx="0" clrIdx="508"/>
  <p:cmAuthor id="510" name="未知的使用者116" initials="" lastIdx="0" clrIdx="509"/>
  <p:cmAuthor id="511" name="P." initials="P" lastIdx="0" clrIdx="510"/>
  <p:cmAuthor id="512" name="未知的使用者44" initials="" lastIdx="0" clrIdx="511"/>
  <p:cmAuthor id="513" name="清欢余" initials="清" lastIdx="0" clrIdx="512"/>
  <p:cmAuthor id="514" name="未知的使用者37" initials="" lastIdx="0" clrIdx="513"/>
  <p:cmAuthor id="515" name="糖水粑粑" initials="糖" lastIdx="0" clrIdx="514"/>
  <p:cmAuthor id="516" name="未知的使用者126" initials="" lastIdx="0" clrIdx="515"/>
  <p:cmAuthor id="517" name="丁芙蓉" initials="丁" lastIdx="0" clrIdx="516"/>
  <p:cmAuthor id="518" name="未知的使用者127" initials="" lastIdx="0" clrIdx="517"/>
  <p:cmAuthor id="519" name="许弘扬" initials="许" lastIdx="0" clrIdx="518"/>
  <p:cmAuthor id="520" name="未知的使用者128" initials="" lastIdx="0" clrIdx="519"/>
  <p:cmAuthor id="521" name="程奥林" initials="程" lastIdx="0" clrIdx="520"/>
  <p:cmAuthor id="522" name="未知的使用者124" initials="" lastIdx="0" clrIdx="521"/>
  <p:cmAuthor id="523" name="chunsong_hu" initials="c" lastIdx="0" clrIdx="522"/>
  <p:cmAuthor id="524" name="未知的使用者125" initials="" lastIdx="0" clrIdx="523"/>
  <p:cmAuthor id="525" name="张雁" initials="张" lastIdx="0" clrIdx="524"/>
  <p:cmAuthor id="526" name="Sara Chen" initials="" lastIdx="0" clrIdx="525"/>
  <p:cmAuthor id="527" name="张平" initials="张" lastIdx="0" clrIdx="526"/>
  <p:cmAuthor id="528" name="huang gerrard" initials="" lastIdx="0" clrIdx="527"/>
  <p:cmAuthor id="529" name="贾清山" initials="贾" lastIdx="0" clrIdx="528"/>
  <p:cmAuthor id="530" name="未知用户170" initials="" lastIdx="0" clrIdx="529"/>
  <p:cmAuthor id="531" name="王向羽" initials="王" lastIdx="0" clrIdx="530"/>
  <p:cmAuthor id="532" name="未知用户171" initials="" lastIdx="0" clrIdx="531"/>
  <p:cmAuthor id="533" name="thinkpad" initials="t" lastIdx="0" clrIdx="532"/>
  <p:cmAuthor id="534" name="未知用户172" initials="" lastIdx="0" clrIdx="533"/>
  <p:cmAuthor id="535" name="马海燕" initials="马" lastIdx="0" clrIdx="534"/>
  <p:cmAuthor id="536" name="未知用户173" initials="" lastIdx="0" clrIdx="535"/>
  <p:cmAuthor id="537" name="Qingyunli" initials="Q" lastIdx="0" clrIdx="536"/>
  <p:cmAuthor id="538" name="未知用户149" initials="" lastIdx="0" clrIdx="537"/>
  <p:cmAuthor id="539" name="刘广艳" initials="刘" lastIdx="0" clrIdx="538"/>
  <p:cmAuthor id="540" name="未知用户150" initials="" lastIdx="0" clrIdx="539"/>
  <p:cmAuthor id="541" name="邹积逊" initials="邹" lastIdx="0" clrIdx="540"/>
  <p:cmAuthor id="542" name="未知用户151" initials="" lastIdx="0" clrIdx="541"/>
  <p:cmAuthor id="543" name="yangyanxia" initials="y" lastIdx="0" clrIdx="542"/>
  <p:cmAuthor id="544" name="未知用户152" initials="" lastIdx="0" clrIdx="543"/>
  <p:cmAuthor id="545" name="刘春辉" initials="刘" lastIdx="0" clrIdx="544"/>
  <p:cmAuthor id="546" name="未知用户153" initials="" lastIdx="0" clrIdx="545"/>
  <p:cmAuthor id="547" name="张钦" initials="张" lastIdx="0" clrIdx="546"/>
  <p:cmAuthor id="548" name="未知用户154" initials="" lastIdx="0" clrIdx="547"/>
  <p:cmAuthor id="549" name="涛娜" initials="涛" lastIdx="0" clrIdx="548"/>
  <p:cmAuthor id="550" name="未知用户155" initials="" lastIdx="0" clrIdx="549"/>
  <p:cmAuthor id="551" name="李丽华" initials="李" lastIdx="0" clrIdx="550"/>
  <p:cmAuthor id="552" name="未知用户41" initials="" lastIdx="0" clrIdx="551"/>
  <p:cmAuthor id="553" name="王志虎" initials="王" lastIdx="0" clrIdx="552"/>
  <p:cmAuthor id="554" name="未知用户44" initials="" lastIdx="0" clrIdx="553"/>
  <p:cmAuthor id="555" name="魏永生" initials="魏" lastIdx="0" clrIdx="554"/>
  <p:cmAuthor id="556" name="未知用户45" initials="" lastIdx="0" clrIdx="555"/>
  <p:cmAuthor id="557" name="Zhou, Judy" initials="Z" lastIdx="0" clrIdx="556"/>
  <p:cmAuthor id="558" name="未知用户156" initials="" lastIdx="0" clrIdx="557"/>
  <p:cmAuthor id="559" name="李明" initials="李" lastIdx="0" clrIdx="558"/>
  <p:cmAuthor id="560" name="未知用户64" initials="" lastIdx="0" clrIdx="559"/>
  <p:cmAuthor id="561" name="徐仕超" initials="徐" lastIdx="0" clrIdx="560"/>
  <p:cmAuthor id="562" name="未知用户65" initials="" lastIdx="0" clrIdx="561"/>
  <p:cmAuthor id="563" name="Lzy" initials="L" lastIdx="0" clrIdx="562"/>
  <p:cmAuthor id="564" name="未知用户68" initials="" lastIdx="0" clrIdx="563"/>
  <p:cmAuthor id="565" name="宋少霞" initials="宋" lastIdx="0" clrIdx="564"/>
  <p:cmAuthor id="566" name="未知用户69" initials="" lastIdx="0" clrIdx="565"/>
  <p:cmAuthor id="567" name="张惠" initials="张" lastIdx="0" clrIdx="566"/>
  <p:cmAuthor id="568" name="未知用户70" initials="" lastIdx="0" clrIdx="567"/>
  <p:cmAuthor id="569" name="panhong" initials="p" lastIdx="0" clrIdx="568"/>
  <p:cmAuthor id="570" name="未知用户71" initials="" lastIdx="0" clrIdx="569"/>
  <p:cmAuthor id="571" name="liyi" initials="l" lastIdx="0" clrIdx="570"/>
  <p:cmAuthor id="572" name="未知用户72" initials="" lastIdx="0" clrIdx="571"/>
  <p:cmAuthor id="573" name="周雪梅" initials="ZXM" lastIdx="0" clrIdx="572"/>
  <p:cmAuthor id="574" name="未知用户73" initials="" lastIdx="0" clrIdx="573"/>
  <p:cmAuthor id="575" name="段振华" initials="段" lastIdx="0" clrIdx="574"/>
  <p:cmAuthor id="576" name="未知用户49" initials="" lastIdx="0" clrIdx="575"/>
  <p:cmAuthor id="577" name="马红" initials="马" lastIdx="0" clrIdx="576"/>
  <p:cmAuthor id="578" name="未知用户50" initials="" lastIdx="0" clrIdx="577"/>
  <p:cmAuthor id="579" name="李刚" initials="李" lastIdx="0" clrIdx="578"/>
  <p:cmAuthor id="580" name="未知用户52" initials="" lastIdx="0" clrIdx="579"/>
  <p:cmAuthor id="581" name="向俊丞" initials="向" lastIdx="0" clrIdx="580"/>
  <p:cmAuthor id="582" name="MA15" initials="" lastIdx="0" clrIdx="581"/>
  <p:cmAuthor id="583" name="lx" initials="l" lastIdx="0" clrIdx="582"/>
  <p:cmAuthor id="584" name="未知用户53" initials="" lastIdx="0" clrIdx="583"/>
  <p:cmAuthor id="585" name="莫滔10110373" initials="莫" lastIdx="0" clrIdx="584"/>
  <p:cmAuthor id="586" name="未知用户96" initials="" lastIdx="0" clrIdx="585"/>
  <p:cmAuthor id="587" name="hys2" initials="h" lastIdx="0" clrIdx="586"/>
  <p:cmAuthor id="588" name="未知用户48" initials="" lastIdx="0" clrIdx="587"/>
  <p:cmAuthor id="589" name="番茄花园" initials="番" lastIdx="0" clrIdx="588"/>
  <p:cmAuthor id="590" name="未知用户97" initials="" lastIdx="0" clrIdx="589"/>
  <p:cmAuthor id="591" name="吕志勇" initials="吕" lastIdx="0" clrIdx="590"/>
  <p:cmAuthor id="592" name="未知用户40" initials="" lastIdx="0" clrIdx="591"/>
  <p:cmAuthor id="593" name="何已龙" initials="何" lastIdx="0" clrIdx="592"/>
  <p:cmAuthor id="594" name="未知用户43" initials="" lastIdx="0" clrIdx="593"/>
  <p:cmAuthor id="595" name="叶得会" initials="叶" lastIdx="0" clrIdx="594"/>
  <p:cmAuthor id="596" name="未知用户100" initials="" lastIdx="0" clrIdx="595"/>
  <p:cmAuthor id="597" name="吴杰" initials="吴" lastIdx="0" clrIdx="596"/>
  <p:cmAuthor id="598" name="未知用户101" initials="" lastIdx="0" clrIdx="597"/>
  <p:cmAuthor id="599" name="刘丽仙" initials="刘" lastIdx="0" clrIdx="598"/>
  <p:cmAuthor id="600" name="未知用户26" initials="" lastIdx="0" clrIdx="599"/>
  <p:cmAuthor id="601" name="马静" initials="马" lastIdx="0" clrIdx="600"/>
  <p:cmAuthor id="602" name="未知用户29" initials="" lastIdx="0" clrIdx="601"/>
  <p:cmAuthor id="603" name="贡鑫" initials="贡" lastIdx="0" clrIdx="602"/>
  <p:cmAuthor id="604" name="未知用户32" initials="" lastIdx="0" clrIdx="603"/>
  <p:cmAuthor id="605" name="administrator1" initials="a" lastIdx="0" clrIdx="604"/>
  <p:cmAuthor id="606" name="未知用户33" initials="" lastIdx="0" clrIdx="605"/>
  <p:cmAuthor id="607" name="杜雪梅" initials="杜" lastIdx="0" clrIdx="606"/>
  <p:cmAuthor id="608" name="未知用户34" initials="" lastIdx="0" clrIdx="607"/>
  <p:cmAuthor id="609" name="lijin" initials="l" lastIdx="0" clrIdx="608"/>
  <p:cmAuthor id="610" name="未知用户42" initials="" lastIdx="0" clrIdx="609"/>
  <p:cmAuthor id="611" name="gtmc" initials="g" lastIdx="0" clrIdx="610"/>
  <p:cmAuthor id="612" name="未知的使用者109" initials="" lastIdx="0" clrIdx="611"/>
  <p:cmAuthor id="613" name="黄静" initials="h" lastIdx="0" clrIdx="612"/>
  <p:cmAuthor id="614" name="未知的使用者122" initials="" lastIdx="0" clrIdx="613"/>
  <p:cmAuthor id="615" name="whm.hz" initials="whm.hz" lastIdx="0" clrIdx="614"/>
  <p:cmAuthor id="616" name="未知的使用者123" initials="" lastIdx="0" clrIdx="615"/>
  <p:cmAuthor id="617" name="伟江 邬" initials="伟邬" lastIdx="0" clrIdx="616"/>
  <p:cmAuthor id="618" name="未知用户93" initials="" lastIdx="0" clrIdx="617"/>
  <p:cmAuthor id="619" name="任靖" initials="任" lastIdx="0" clrIdx="618"/>
  <p:cmAuthor id="620" name="未知用户90" initials="" lastIdx="0" clrIdx="619"/>
  <p:cmAuthor id="621" name="曹 朝辉" initials="曹" lastIdx="0" clrIdx="620"/>
  <p:cmAuthor id="622" name="未知用户91" initials="" lastIdx="0" clrIdx="621"/>
  <p:cmAuthor id="623" name="qsl" initials="q" lastIdx="0" clrIdx="622"/>
  <p:cmAuthor id="624" name="未知用户92" initials="" lastIdx="0" clrIdx="623"/>
  <p:cmAuthor id="625" name="芳雪千秋" initials="芳" lastIdx="0" clrIdx="624"/>
  <p:cmAuthor id="626" name="未知用户74" initials="" lastIdx="0" clrIdx="625"/>
  <p:cmAuthor id="627" name="晚安。" initials="晚" lastIdx="0" clrIdx="626"/>
  <p:cmAuthor id="628" name="未知用户75" initials="" lastIdx="0" clrIdx="627"/>
  <p:cmAuthor id="629" name="李岩" initials="李" lastIdx="0" clrIdx="628"/>
  <p:cmAuthor id="630" name="未知用户76" initials="" lastIdx="0" clrIdx="629"/>
  <p:cmAuthor id="631" name="康炳振" initials="康" lastIdx="0" clrIdx="630"/>
  <p:cmAuthor id="632" name="未知用户77" initials="" lastIdx="0" clrIdx="631"/>
  <p:cmAuthor id="633" name="kp l" initials="k" lastIdx="0" clrIdx="632"/>
  <p:cmAuthor id="634" name="未知用户78" initials="" lastIdx="0" clrIdx="633"/>
  <p:cmAuthor id="635" name="wang xin" initials="w" lastIdx="0" clrIdx="634"/>
  <p:cmAuthor id="636" name="未知用户79" initials="" lastIdx="0" clrIdx="635"/>
  <p:cmAuthor id="637" name="Virginia" initials="V" lastIdx="0" clrIdx="636"/>
  <p:cmAuthor id="638" name="未知用户80" initials="" lastIdx="0" clrIdx="637"/>
  <p:cmAuthor id="639" name="马琛琛" initials="马" lastIdx="0" clrIdx="638"/>
  <p:cmAuthor id="640" name="Harry xu" initials="" lastIdx="0" clrIdx="639"/>
  <p:cmAuthor id="641" name="小弦切切如私语" initials="小" lastIdx="0" clrIdx="640"/>
  <p:cmAuthor id="642" name="未知用户27" initials="未" lastIdx="0" clrIdx="641"/>
  <p:cmAuthor id="643" name="Localadmin" initials="L" lastIdx="0" clrIdx="642"/>
  <p:cmAuthor id="644" name="未知用户35" initials="未" lastIdx="0" clrIdx="643"/>
  <p:cmAuthor id="645" name="Linn Chan" initials="LC" lastIdx="0" clrIdx="644"/>
  <p:cmAuthor id="646" name="未知用户111" initials="未" lastIdx="0" clrIdx="645"/>
  <p:cmAuthor id="647" name="Claire Delaney" initials="" lastIdx="0" clrIdx="646"/>
  <p:cmAuthor id="648" name="Jennifer League" initials="JL" lastIdx="0" clrIdx="647"/>
  <p:cmAuthor id="649" name="00028714" initials="0" lastIdx="0" clrIdx="648"/>
  <p:cmAuthor id="650" name="biran" initials="b" lastIdx="0" clrIdx="649"/>
  <p:cmAuthor id="651" name="User" initials="U" lastIdx="0" clrIdx="650"/>
  <p:cmAuthor id="652" name="落雪无痕" initials="落" lastIdx="0" clrIdx="651"/>
  <p:cmAuthor id="653" name="刘春杰10244342" initials="刘" lastIdx="0" clrIdx="652"/>
  <p:cmAuthor id="654" name="张妍" initials="张" lastIdx="0" clrIdx="653"/>
  <p:cmAuthor id="655" name="唐芸" initials="唐" lastIdx="0" clrIdx="654"/>
  <p:cmAuthor id="656" name="小耳朵图图" initials="小" lastIdx="0" clrIdx="655"/>
  <p:cmAuthor id="657" name="陕西省图书馆" initials="陕" lastIdx="0" clrIdx="656"/>
  <p:cmAuthor id="658" name="xiaochuanh" initials="x" lastIdx="0" clrIdx="657"/>
  <p:cmAuthor id="659" name="倪燕子00036324" initials="倪" lastIdx="0" clrIdx="658"/>
  <p:cmAuthor id="660" name="夜尽迟渊_UrQfrmQZ" initials="authorId_501680251" lastIdx="0" clrIdx="659"/>
  <p:cmAuthor id="661" name="王林10186938" initials="王" lastIdx="0" clrIdx="660"/>
  <p:cmAuthor id="662" name="JIAQI" initials="J" lastIdx="0" clrIdx="661"/>
  <p:cmAuthor id="663" name="0045000519" initials="0" lastIdx="0" clrIdx="662"/>
  <p:cmAuthor id="664" name="Guaje7Villa" initials="G" lastIdx="0" clrIdx="663"/>
  <p:cmAuthor id="665" name="WHF" initials="W" lastIdx="0" clrIdx="664"/>
  <p:cmAuthor id="666" name="dingenshi" initials="d" lastIdx="0" clrIdx="665"/>
  <p:cmAuthor id="667" name="Liu, Hongqing (NSB - CN/Shanghai)" initials="L" lastIdx="0" clrIdx="666"/>
  <p:cmAuthor id="668" name="王 明振" initials="王" lastIdx="0" clrIdx="667"/>
  <p:cmAuthor id="669" name="luna" initials="l" lastIdx="0" clrIdx="668"/>
  <p:cmAuthor id="670" name="liumingchun" initials="l" lastIdx="0" clrIdx="669"/>
  <p:cmAuthor id="671" name="86133" initials="8" lastIdx="0" clrIdx="670"/>
  <p:cmAuthor id="672" name="Sylvia Wu" initials="SW" lastIdx="0" clrIdx="671"/>
  <p:cmAuthor id="673" name="JZX" initials="J" lastIdx="0" clrIdx="672"/>
  <p:cmAuthor id="674" name="木南" initials="木" lastIdx="0" clrIdx="673"/>
  <p:cmAuthor id="675" name="10339982" initials="1" lastIdx="0" clrIdx="674"/>
  <p:cmAuthor id="676" name="何子文" initials="何子文" lastIdx="0" clrIdx="675"/>
  <p:cmAuthor id="677" name="李 少峰" initials="李" lastIdx="0" clrIdx="676"/>
  <p:cmAuthor id="678" name="香崽儿" initials="香" lastIdx="0" clrIdx="677"/>
  <p:cmAuthor id="679" name="10005481" initials="1" lastIdx="0" clrIdx="678"/>
  <p:cmAuthor id="680" name="肖婧" initials="肖" lastIdx="0" clrIdx="679"/>
  <p:cmAuthor id="681" name="黄媛媛" initials="黄" lastIdx="0" clrIdx="680"/>
  <p:cmAuthor id="682" name="lusheng xu" initials="lx" lastIdx="0" clrIdx="681"/>
  <p:cmAuthor id="683" name="徐琳00159163" initials="徐" lastIdx="0" clrIdx="682"/>
  <p:cmAuthor id="684" name="沙瑞金书记" initials="沙" lastIdx="0" clrIdx="683"/>
  <p:cmAuthor id="685" name="刘 乾" initials="刘" lastIdx="0" clrIdx="684"/>
  <p:cmAuthor id="686" name="hee-lhb" initials="h" lastIdx="0" clrIdx="685"/>
  <p:cmAuthor id="687" name="10096551" initials="1" lastIdx="0" clrIdx="686"/>
  <p:cmAuthor id="688" name="chenjy1018@outlook.com" initials="c" lastIdx="0" clrIdx="687"/>
  <p:cmAuthor id="689" name="10095622" initials="1" lastIdx="0" clrIdx="688"/>
  <p:cmAuthor id="690" name="xingxf" initials="x" lastIdx="0" clrIdx="689"/>
  <p:cmAuthor id="691" name="渠沛" initials="渠" lastIdx="0" clrIdx="690"/>
  <p:cmAuthor id="692" name="廖爽亚" initials="廖" lastIdx="0" clrIdx="691"/>
  <p:cmAuthor id="693" name="00284818" initials="0" lastIdx="0" clrIdx="692"/>
  <p:cmAuthor id="694" name="翔宇" initials="翔" lastIdx="0" clrIdx="693"/>
  <p:cmAuthor id="695" name="PC" initials="P" lastIdx="0" clrIdx="694"/>
  <p:cmAuthor id="696" name="梁慧敏" initials="梁" lastIdx="0" clrIdx="695"/>
  <p:cmAuthor id="697" name="10011274@zte.intra" initials="1" lastIdx="0" clrIdx="696"/>
  <p:cmAuthor id="698" name="孙璐璐" initials="孙" lastIdx="0" clrIdx="697"/>
  <p:cmAuthor id="699" name="10039985" initials="1" lastIdx="0" clrIdx="698"/>
  <p:cmAuthor id="700" name="远 姚" initials="远" lastIdx="0" clrIdx="699"/>
  <p:cmAuthor id="701" name="10223621" initials="1" lastIdx="0" clrIdx="700"/>
  <p:cmAuthor id="702" name="郭成报" initials="郭" lastIdx="0" clrIdx="701"/>
  <p:cmAuthor id="703" name="00001457" initials="0" lastIdx="0" clrIdx="702"/>
  <p:cmAuthor id="704" name="DELL" initials="D" lastIdx="0" clrIdx="703"/>
  <p:cmAuthor id="705" name="10327298" initials="1" lastIdx="0" clrIdx="704"/>
  <p:cmAuthor id="706" name="gayxb" initials="g" lastIdx="0" clrIdx="705"/>
  <p:cmAuthor id="707" name="沈霄雷" initials="沈" lastIdx="0" clrIdx="706"/>
  <p:cmAuthor id="708" name="未知的使用者161" initials="未" lastIdx="0" clrIdx="707"/>
  <p:cmAuthor id="709" name="Viewer" initials="Viewer" lastIdx="0" clrIdx="708"/>
  <p:cmAuthor id="710" name="SF" initials="S" lastIdx="0" clrIdx="709"/>
  <p:cmAuthor id="711" name="闫丽娟00014464" initials="闫" lastIdx="0" clrIdx="710"/>
  <p:cmAuthor id="712" name="qiwg" initials="q" lastIdx="0" clrIdx="711"/>
  <p:cmAuthor id="713" name="sammi" initials="s" lastIdx="0" clrIdx="712"/>
  <p:cmAuthor id="714" name="zhangmh@httz.cc" initials="z" lastIdx="0" clrIdx="713"/>
  <p:cmAuthor id="715" name="吴莹" initials="a" lastIdx="0" clrIdx="714"/>
  <p:cmAuthor id="716" name="未知的使用者152" initials="未" lastIdx="0" clrIdx="715"/>
  <p:cmAuthor id="717" name="李好君" initials="李好君" lastIdx="0" clrIdx="716"/>
  <p:cmAuthor id="718" name="wang" initials="wang" lastIdx="0" clrIdx="717"/>
  <p:cmAuthor id="719" name="10009350" initials="1" lastIdx="0" clrIdx="718"/>
  <p:cmAuthor id="720" name="郑小花" initials="郑" lastIdx="0" clrIdx="719"/>
  <p:cmAuthor id="721" name="韩剑侠" initials="P" lastIdx="0" clrIdx="720"/>
  <p:cmAuthor id="722" name="10067286" initials="1" lastIdx="0" clrIdx="721"/>
  <p:cmAuthor id="723" name="xie hongbo" initials="xh" lastIdx="0" clrIdx="722"/>
  <p:cmAuthor id="724" name="孙 笑庆" initials="孙" lastIdx="0" clrIdx="723"/>
  <p:cmAuthor id="725" name="邢辰凤" initials="邢" lastIdx="0" clrIdx="724"/>
  <p:cmAuthor id="726" name="10983" initials="1" lastIdx="0" clrIdx="725"/>
  <p:cmAuthor id="727" name="yang.yuan" initials="y" lastIdx="0" clrIdx="726"/>
  <p:cmAuthor id="728" name="未知用户46" initials="未" lastIdx="0" clrIdx="727"/>
  <p:cmAuthor id="729" name="nalin" initials="n" lastIdx="0" clrIdx="728"/>
  <p:cmAuthor id="730" name="王娟" initials="1" lastIdx="0" clrIdx="729"/>
  <p:cmAuthor id="731" name="未知的使用者176" initials="未" lastIdx="0" clrIdx="730"/>
  <p:cmAuthor id="732" name="cash1228@126.com" initials="c" lastIdx="0" clrIdx="731"/>
  <p:cmAuthor id="733" name="黄晓平" initials="黄" lastIdx="0" clrIdx="732"/>
  <p:cmAuthor id="734" name="解珍|zzxiezhen" initials="解" lastIdx="0" clrIdx="733"/>
  <p:cmAuthor id="735" name="10143752" initials="1" lastIdx="0" clrIdx="734"/>
  <p:cmAuthor id="736" name="韩晓宇00207529" initials="韩晓宇00207529" lastIdx="0" clrIdx="735"/>
  <p:cmAuthor id="737" name="Redeker, Yolanda" initials="R" lastIdx="0" clrIdx="736"/>
  <p:cmAuthor id="738" name="未知的使用者178" initials="未" lastIdx="0" clrIdx="737"/>
  <p:cmAuthor id="739" name="任涛10036216" initials="任涛10036216" lastIdx="0" clrIdx="738"/>
  <p:cmAuthor id="740" name="Tao, Sherry Sitong" initials="TSS" lastIdx="0" clrIdx="739"/>
  <p:cmAuthor id="741" name="未知的使用者179" initials="未" lastIdx="0" clrIdx="740"/>
  <p:cmAuthor id="742" name="晶 王" initials="晶王" lastIdx="0" clrIdx="741"/>
  <p:cmAuthor id="743" name="haha" initials="h" lastIdx="0" clrIdx="742"/>
  <p:cmAuthor id="744" name="未知的使用者180" initials="未" lastIdx="0" clrIdx="743"/>
  <p:cmAuthor id="745" name="wanglin 10327828" initials="A" lastIdx="0" clrIdx="744"/>
  <p:cmAuthor id="746" name="hitwa" initials="h" lastIdx="0" clrIdx="745"/>
  <p:cmAuthor id="747" name="钟 潇文" initials="钟" lastIdx="0" clrIdx="746"/>
  <p:cmAuthor id="748" name="hj" initials="h" lastIdx="0" clrIdx="747"/>
  <p:cmAuthor id="749" name="Wangjian (Frank)" initials="W" lastIdx="0" clrIdx="748"/>
  <p:cmAuthor id="750" name="IKKI" initials="I" lastIdx="0" clrIdx="749"/>
  <p:cmAuthor id="751" name="Think" initials="T" lastIdx="0" clrIdx="750"/>
  <p:cmAuthor id="752" name="bob kang" initials="bk" lastIdx="0" clrIdx="751"/>
  <p:cmAuthor id="753" name="朱明威" initials="zmw" lastIdx="0" clrIdx="752"/>
  <p:cmAuthor id="754" name="10073055" initials="1" lastIdx="0" clrIdx="753"/>
  <p:cmAuthor id="755" name="Liu Dong" initials="L" lastIdx="0" clrIdx="754"/>
  <p:cmAuthor id="756" name="song chuan" initials="sc" lastIdx="0" clrIdx="755"/>
  <p:cmAuthor id="757" name="Vincent" initials="VZ" lastIdx="0" clrIdx="756"/>
  <p:cmAuthor id="758" name="zyrstz" initials="z" lastIdx="0" clrIdx="757"/>
  <p:cmAuthor id="759" name="邹亮" initials="邹" lastIdx="0" clrIdx="758"/>
  <p:cmAuthor id="760" name="未知的使用者146" initials="未" lastIdx="0" clrIdx="759"/>
  <p:cmAuthor id="761" name="XMY" initials="X" lastIdx="0" clrIdx="760"/>
  <p:cmAuthor id="762" name="xmy" initials="x" lastIdx="0" clrIdx="761"/>
  <p:cmAuthor id="763" name="00334816" initials="0" lastIdx="0" clrIdx="762"/>
  <p:cmAuthor id="764" name="wum20" initials="w" lastIdx="0" clrIdx="763"/>
  <p:cmAuthor id="765" name="刘颖" initials="刘" lastIdx="0" clrIdx="764"/>
  <p:cmAuthor id="766" name="00005049" initials="0" lastIdx="0" clrIdx="765"/>
  <p:cmAuthor id="767" name="song song" initials="s" lastIdx="0" clrIdx="766"/>
  <p:cmAuthor id="768" name="10024364" initials="1" lastIdx="0" clrIdx="767"/>
  <p:cmAuthor id="769" name="曾阿婷" initials="曾" lastIdx="0" clrIdx="768"/>
  <p:cmAuthor id="770" name="未知用户130" initials="未" lastIdx="0" clrIdx="769"/>
  <p:cmAuthor id="771" name="李飞" initials="李飞" lastIdx="0" clrIdx="770"/>
  <p:cmAuthor id="772" name="未知用户131" initials="未" lastIdx="0" clrIdx="771"/>
  <p:cmAuthor id="773" name="Zhao Jing" initials="Z" lastIdx="0" clrIdx="772"/>
  <p:cmAuthor id="774" name="未知用户132" initials="未" lastIdx="0" clrIdx="773"/>
  <p:cmAuthor id="775" name="Norton" initials="N" lastIdx="0" clrIdx="774"/>
  <p:cmAuthor id="776" name="未知用户133" initials="未" lastIdx="0" clrIdx="775"/>
  <p:cmAuthor id="777" name="Zhanwei Xiao(CUC SRD2-HZ-FZ)" initials="Z" lastIdx="0" clrIdx="776"/>
  <p:cmAuthor id="778" name="苗茜" initials="苗" lastIdx="0" clrIdx="777"/>
  <p:cmAuthor id="779" name="Roet-Reinking, Nathalie" initials="R" lastIdx="0" clrIdx="778"/>
  <p:cmAuthor id="780" name="10191815" initials="1" lastIdx="0" clrIdx="779"/>
  <p:cmAuthor id="781" name="张金龙" initials="张" lastIdx="0" clrIdx="780"/>
  <p:cmAuthor id="782" name="未知用户136" initials="未" lastIdx="0" clrIdx="781"/>
  <p:cmAuthor id="783" name="张 振" initials="张" lastIdx="0" clrIdx="782"/>
  <p:cmAuthor id="784" name="10036292" initials="1" lastIdx="0" clrIdx="783"/>
  <p:cmAuthor id="785" name="刘 阳春" initials="刘" lastIdx="0" clrIdx="784"/>
  <p:cmAuthor id="786" name="10208030" initials="1" lastIdx="0" clrIdx="785"/>
  <p:cmAuthor id="787" name="sunyiqun2016@163.com" initials="s" lastIdx="0" clrIdx="786"/>
  <p:cmAuthor id="788" name="李兰兰" initials="李兰兰" lastIdx="0" clrIdx="787"/>
  <p:cmAuthor id="789" name="10090968" initials="1" lastIdx="0" clrIdx="788"/>
  <p:cmAuthor id="790" name="喻 海超" initials="喻" lastIdx="0" clrIdx="789"/>
  <p:cmAuthor id="791" name="10092253" initials="1" lastIdx="0" clrIdx="790"/>
  <p:cmAuthor id="792" name="郭欣萍" initials="郭" lastIdx="0" clrIdx="791"/>
  <p:cmAuthor id="793" name="唐思源" initials="唐" lastIdx="0" clrIdx="792"/>
  <p:cmAuthor id="794" name="10211257" initials="1" lastIdx="0" clrIdx="793"/>
  <p:cmAuthor id="795" name="localadmin" initials="l" lastIdx="0" clrIdx="794"/>
  <p:cmAuthor id="796" name="10240440" initials="1" lastIdx="0" clrIdx="795"/>
  <p:cmAuthor id="797" name="46712" initials="4" lastIdx="0" clrIdx="796"/>
  <p:cmAuthor id="798" name="10238402" initials="1" lastIdx="0" clrIdx="797"/>
  <p:cmAuthor id="799" name="何 静" initials="何" lastIdx="0" clrIdx="798"/>
  <p:cmAuthor id="800" name="1" initials="1" lastIdx="0" clrIdx="799"/>
  <p:cmAuthor id="801" name="Zhou Xuanjun" initials="Z" lastIdx="0" clrIdx="800"/>
  <p:cmAuthor id="802" name="10010178" initials="1" lastIdx="0" clrIdx="801"/>
  <p:cmAuthor id="803" name="Microsoft" initials="M" lastIdx="0" clrIdx="802"/>
  <p:cmAuthor id="804" name="00145565" initials="0" lastIdx="0" clrIdx="803"/>
  <p:cmAuthor id="805" name="dingyuemei" initials="d" lastIdx="0" clrIdx="804"/>
  <p:cmAuthor id="806" name="周莲(dx32252)" initials="周" lastIdx="0" clrIdx="805"/>
  <p:cmAuthor id="807" name="Unknown User24" initials="U" lastIdx="0" clrIdx="806"/>
  <p:cmAuthor id="808" name="陈小曼" initials="陈" lastIdx="0" clrIdx="807"/>
  <p:cmAuthor id="809" name="sunyi1" initials="s" lastIdx="0" clrIdx="808"/>
  <p:cmAuthor id="810" name="未知的使用者218" initials="" lastIdx="0" clrIdx="809"/>
  <p:cmAuthor id="811" name="王 云龙" initials="王" lastIdx="0" clrIdx="810"/>
  <p:cmAuthor id="812" name="10309979" initials="1" lastIdx="0" clrIdx="811"/>
  <p:cmAuthor id="813" name="熘?" initials="熘" lastIdx="0" clrIdx="812"/>
  <p:cmAuthor id="814" name="taowei" initials="t" lastIdx="0" clrIdx="813"/>
  <p:cmAuthor id="815" name="未知的使用者228" initials="" lastIdx="0" clrIdx="814"/>
  <p:cmAuthor id="816" name="hyj" initials="h" lastIdx="0" clrIdx="815"/>
  <p:cmAuthor id="817" name="10120993" initials="1" lastIdx="0" clrIdx="816"/>
  <p:cmAuthor id="818" name="刘风香" initials="刘" lastIdx="0" clrIdx="817"/>
  <p:cmAuthor id="819" name="未知的使用者230" initials="" lastIdx="0" clrIdx="818"/>
  <p:cmAuthor id="820" name="Melanie Smitt" initials="M" lastIdx="0" clrIdx="819"/>
  <p:cmAuthor id="821" name="未知的使用者231" initials="" lastIdx="0" clrIdx="820"/>
  <p:cmAuthor id="822" name="Mark McGregor (HI)" initials="M" lastIdx="0" clrIdx="821"/>
  <p:cmAuthor id="823" name="未知的使用者232" initials="" lastIdx="0" clrIdx="822"/>
  <p:cmAuthor id="824" name="Machackova, Zuzana {MDAO~Basel}" initials="M" lastIdx="0" clrIdx="823"/>
  <p:cmAuthor id="825" name="alpha" initials="a" lastIdx="0" clrIdx="824"/>
  <p:cmAuthor id="826" name="Franca, Ryan {MDAO~Basel}" initials="F" lastIdx="0" clrIdx="825"/>
  <p:cmAuthor id="827" name="Unknown User114" initials="U" lastIdx="0" clrIdx="826"/>
  <p:cmAuthor id="828" name="Bart Baranowski (HI)" initials="B" lastIdx="0" clrIdx="827"/>
  <p:cmAuthor id="829" name="Unknown User111" initials="U" lastIdx="0" clrIdx="828"/>
  <p:cmAuthor id="830" name="Helen Keyworth (HI)" initials="H" lastIdx="0" clrIdx="829"/>
  <p:cmAuthor id="831" name="Unknown User22" initials="U" lastIdx="0" clrIdx="830"/>
  <p:cmAuthor id="832" name="Louise Adamson (HI)" initials="L" lastIdx="0" clrIdx="831"/>
  <p:cmAuthor id="833" name="未知的使用者132" initials="" lastIdx="0" clrIdx="832"/>
  <p:cmAuthor id="834" name="hpguan" initials="h" lastIdx="0" clrIdx="833"/>
  <p:cmAuthor id="835" name="phoenixdhz" initials="p" lastIdx="0" clrIdx="834"/>
  <p:cmAuthor id="836" name="Unknown User23" initials="U" lastIdx="0" clrIdx="835"/>
  <p:cmAuthor id="837" name="王源" initials="王" lastIdx="0" clrIdx="836"/>
  <p:cmAuthor id="838" name="未知的使用者75" initials="未" lastIdx="0" clrIdx="837"/>
  <p:cmAuthor id="839" name="wanghao31" initials="w" lastIdx="0" clrIdx="838"/>
  <p:cmAuthor id="840" name="未知的使用者237" initials="" lastIdx="0" clrIdx="839"/>
  <p:cmAuthor id="841" name="张 佳" initials="张" lastIdx="0" clrIdx="840"/>
  <p:cmAuthor id="842" name="Kent" initials="K" lastIdx="0" clrIdx="841"/>
  <p:cmAuthor id="843" name="未知的使用者239" initials="" lastIdx="0" clrIdx="842"/>
  <p:cmAuthor id="844" name="用户查看" initials="用" lastIdx="0" clrIdx="843"/>
  <p:cmAuthor id="845" name="张莹" initials="张" lastIdx="0" clrIdx="844"/>
  <p:cmAuthor id="846" name="未知用户54" initials="未" lastIdx="0" clrIdx="845"/>
  <p:cmAuthor id="847" name="潈ऎ䕨அ" initials="潈" lastIdx="0" clrIdx="846"/>
  <p:cmAuthor id="848" name="未知的使用者206" initials="" lastIdx="0" clrIdx="847"/>
  <p:cmAuthor id="849" name="36216" initials="3" lastIdx="0" clrIdx="848"/>
  <p:cmAuthor id="850" name="未知用户63" initials="未" lastIdx="0" clrIdx="849"/>
  <p:cmAuthor id="851" name="mawei19" initials="m" lastIdx="0" clrIdx="850"/>
  <p:cmAuthor id="852" name="未知的使用者102" initials="未" lastIdx="0" clrIdx="851"/>
  <p:cmAuthor id="853" name="xulina" initials="x" lastIdx="0" clrIdx="852"/>
  <p:cmAuthor id="854" name="未知的使用者61" initials="未" lastIdx="0" clrIdx="853"/>
  <p:cmAuthor id="855" name="shye_EbMrZnMJ" initials="authorId_858303361" lastIdx="0" clrIdx="854"/>
  <p:cmAuthor id="856" name="仝德志" initials="仝" lastIdx="0" clrIdx="855"/>
  <p:cmAuthor id="857" name="王伟栋_ymIjy2uI" initials="authorId_1008746-10055544" lastIdx="0" clrIdx="856"/>
  <p:cmAuthor id="858" name="未知用户112" initials="未" lastIdx="0" clrIdx="857"/>
  <p:cmAuthor id="859" name="George Clooney" initials="GC" lastIdx="0" clrIdx="858"/>
  <p:cmAuthor id="860" name="未知的使用者183" initials="未" lastIdx="0" clrIdx="859"/>
  <p:cmAuthor id="861" name="晓琳 李" initials="晓琳" lastIdx="0" clrIdx="860"/>
  <p:cmAuthor id="862" name="未知用户162" initials="未" lastIdx="0" clrIdx="861"/>
  <p:cmAuthor id="863" name="zhang li" initials="z" lastIdx="0" clrIdx="862"/>
  <p:cmAuthor id="864" name="未知用户163" initials="未" lastIdx="0" clrIdx="863"/>
  <p:cmAuthor id="865" name="hkyzhy555@sina.com" initials="h" lastIdx="0" clrIdx="864"/>
  <p:cmAuthor id="866" name="針對所選的門市進行小範圍實驗，捕捉驅動績效的關鍵影響因子" initials="針" lastIdx="0" clrIdx="865"/>
  <p:cmAuthor id="867" name="钢华" initials="钢华" lastIdx="0" clrIdx="866"/>
  <p:cmAuthor id="868" name="26080314@qq.com" initials="2" lastIdx="0" clrIdx="867"/>
  <p:cmAuthor id="869" name="未知的使用者114" initials="未" lastIdx="0" clrIdx="868"/>
  <p:cmAuthor id="870" name="汤 海宝" initials="汤" lastIdx="0" clrIdx="869"/>
  <p:cmAuthor id="871" name="未知用户164" initials="未" lastIdx="0" clrIdx="870"/>
  <p:cmAuthor id="872" name="祁峰" initials="l" lastIdx="0" clrIdx="871"/>
  <p:cmAuthor id="873" name="未知的使用者184" initials="未" lastIdx="0" clrIdx="872"/>
  <p:cmAuthor id="874" name="86177" initials="8" lastIdx="0" clrIdx="873"/>
  <p:cmAuthor id="875" name="未知的使用者185" initials="未" lastIdx="0" clrIdx="874"/>
  <p:cmAuthor id="876" name="苏薇" initials="苏" lastIdx="0" clrIdx="875"/>
  <p:cmAuthor id="877" name="未知的使用者165" initials="未" lastIdx="0" clrIdx="876"/>
  <p:cmAuthor id="878" name="wangmengxing" initials="w" lastIdx="0" clrIdx="877"/>
  <p:cmAuthor id="879" name="未知的使用者175" initials="未" lastIdx="0" clrIdx="878"/>
  <p:cmAuthor id="880" name="邹洋" initials="邹" lastIdx="0" clrIdx="879"/>
  <p:cmAuthor id="881" name="未知的使用者166" initials="未" lastIdx="0" clrIdx="880"/>
  <p:cmAuthor id="882" name="武敏" initials="武" lastIdx="0" clrIdx="881"/>
  <p:cmAuthor id="883" name="未知的使用者187" initials="未" lastIdx="0" clrIdx="882"/>
  <p:cmAuthor id="884" name="ZYSR-XY" initials="Z" lastIdx="0" clrIdx="883"/>
  <p:cmAuthor id="885" name="未知的使用者159" initials="未" lastIdx="0" clrIdx="884"/>
  <p:cmAuthor id="886" name="朱绍春" initials="朱" lastIdx="0" clrIdx="885"/>
  <p:cmAuthor id="887" name="未知的使用者160" initials="未" lastIdx="0" clrIdx="886"/>
  <p:cmAuthor id="888" name="ting yue" initials="t" lastIdx="0" clrIdx="887"/>
  <p:cmAuthor id="889" name="庆芳 许" initials="庆" lastIdx="0" clrIdx="888"/>
  <p:cmAuthor id="890" name="jk-an" initials="j" lastIdx="0" clrIdx="889"/>
  <p:cmAuthor id="891" name="未知的使用者181" initials="未" lastIdx="0" clrIdx="890"/>
  <p:cmAuthor id="892" name="david bin" initials="d" lastIdx="0" clrIdx="891"/>
  <p:cmAuthor id="893" name="未知的使用者170" initials="未" lastIdx="0" clrIdx="892"/>
  <p:cmAuthor id="894" name="郝崇" initials="郝" lastIdx="0" clrIdx="893"/>
  <p:cmAuthor id="895" name="未知的使用者190" initials="未" lastIdx="0" clrIdx="894"/>
  <p:cmAuthor id="896" name="祝惠蓉" initials="祝" lastIdx="0" clrIdx="895"/>
  <p:cmAuthor id="897" name="未知的使用者191" initials="未" lastIdx="0" clrIdx="896"/>
  <p:cmAuthor id="898" name="陈俊奕" initials="陈俊奕" lastIdx="0" clrIdx="897"/>
  <p:cmAuthor id="899" name="未知的使用者141" initials="未" lastIdx="0" clrIdx="898"/>
  <p:cmAuthor id="900" name="宋海锐" initials="宋" lastIdx="0" clrIdx="899"/>
  <p:cmAuthor id="901" name="未知的使用者142" initials="未" lastIdx="0" clrIdx="900"/>
  <p:cmAuthor id="902" name="张 明晖" initials="张" lastIdx="0" clrIdx="901"/>
  <p:cmAuthor id="903" name="徐 正国" initials="徐" lastIdx="0" clrIdx="902"/>
  <p:cmAuthor id="904" name="xiaver xiaver" initials="xx" lastIdx="0" clrIdx="903"/>
  <p:cmAuthor id="905" name="未知的使用者143" initials="未" lastIdx="0" clrIdx="904"/>
  <p:cmAuthor id="906" name="rq fan" initials="r" lastIdx="0" clrIdx="905"/>
  <p:cmAuthor id="907" name="王薇（政企）" initials="王" lastIdx="0" clrIdx="906"/>
  <p:cmAuthor id="908" name="陈尚文" initials="陈" lastIdx="0" clrIdx="907"/>
  <p:cmAuthor id="909" name="未知的使用者144" initials="未" lastIdx="0" clrIdx="908"/>
  <p:cmAuthor id="910" name="李威" initials="李" lastIdx="0" clrIdx="909"/>
  <p:cmAuthor id="911" name="未知的使用者145" initials="未" lastIdx="0" clrIdx="910"/>
  <p:cmAuthor id="912" name="杨静" initials="杨" lastIdx="0" clrIdx="911"/>
  <p:cmAuthor id="913" name="未知用户165" initials="未" lastIdx="0" clrIdx="912"/>
  <p:cmAuthor id="914" name="包珊珊" initials="包" lastIdx="0" clrIdx="913"/>
  <p:cmAuthor id="915" name="未知的使用者147" initials="未" lastIdx="0" clrIdx="914"/>
  <p:cmAuthor id="916" name="�ǲ�����" initials="�" lastIdx="0" clrIdx="915"/>
  <p:cmAuthor id="917" name="未知用户166" initials="未" lastIdx="0" clrIdx="916"/>
  <p:cmAuthor id="918" name="牛宏民" initials="牛" lastIdx="0" clrIdx="917"/>
  <p:cmAuthor id="919" name="未知的使用者149" initials="未" lastIdx="0" clrIdx="918"/>
  <p:cmAuthor id="920" name="毛香勤" initials="毛" lastIdx="0" clrIdx="919"/>
  <p:cmAuthor id="921" name="未知用户167" initials="未" lastIdx="0" clrIdx="920"/>
  <p:cmAuthor id="922" name="郑廷东" initials="郑" lastIdx="0" clrIdx="921"/>
  <p:cmAuthor id="923" name="未知用户168" initials="未" lastIdx="0" clrIdx="922"/>
  <p:cmAuthor id="924" name="王志刚" initials="王" lastIdx="0" clrIdx="923"/>
  <p:cmAuthor id="925" name="未知用户169" initials="未" lastIdx="0" clrIdx="924"/>
  <p:cmAuthor id="926" name="孙大威" initials="孙" lastIdx="0" clrIdx="925"/>
  <p:cmAuthor id="927" name="未知用户202" initials="未" lastIdx="0" clrIdx="926"/>
  <p:cmAuthor id="928" name="席美娟" initials="席" lastIdx="0" clrIdx="927"/>
  <p:cmAuthor id="929" name="未知的使用者220" initials="未" lastIdx="0" clrIdx="928"/>
  <p:cmAuthor id="930" name="樊佳佳" initials="樊" lastIdx="0" clrIdx="929"/>
  <p:cmAuthor id="931" name="未知用户134" initials="未" lastIdx="0" clrIdx="930"/>
  <p:cmAuthor id="932" name="fgx" initials="f" lastIdx="0" clrIdx="931"/>
  <p:cmAuthor id="933" name="未知用户135" initials="未" lastIdx="0" clrIdx="932"/>
  <p:cmAuthor id="934" name="惠莲" initials="惠" lastIdx="0" clrIdx="933"/>
  <p:cmAuthor id="935" name="未知用户205" initials="未" lastIdx="0" clrIdx="934"/>
  <p:cmAuthor id="936" name="高永刚" initials="高" lastIdx="0" clrIdx="935"/>
  <p:cmAuthor id="937" name="未知的使用者157" initials="未" lastIdx="0" clrIdx="936"/>
  <p:cmAuthor id="938" name="光启" initials="光" lastIdx="0" clrIdx="937"/>
  <p:cmAuthor id="939" name="未知的使用者204" initials="未" lastIdx="0" clrIdx="938"/>
  <p:cmAuthor id="940" name="侯雪飞" initials="侯" lastIdx="0" clrIdx="939"/>
  <p:cmAuthor id="941" name="Yoyo Wu" initials="Y" lastIdx="0" clrIdx="940"/>
  <p:cmAuthor id="942" name="太海峰" initials="太" lastIdx="0" clrIdx="941"/>
  <p:cmAuthor id="943" name="zhangbin" initials="z" lastIdx="0" clrIdx="942"/>
  <p:cmAuthor id="944" name="Xiaosu Wang" initials="XW" lastIdx="0" clrIdx="943"/>
  <p:cmAuthor id="945" name="Arno.Du(杜明星)" initials="A" lastIdx="0" clrIdx="944"/>
  <p:cmAuthor id="946" name="YuQing" initials="Y" lastIdx="0" clrIdx="945"/>
  <p:cmAuthor id="947" name="未知用户174" initials="未" lastIdx="0" clrIdx="946"/>
  <p:cmAuthor id="948" name="Microsoft 帐户" initials="M" lastIdx="0" clrIdx="947"/>
  <p:cmAuthor id="949" name="未知用户175" initials="未" lastIdx="0" clrIdx="948"/>
  <p:cmAuthor id="950" name="dadi" initials="d" lastIdx="0" clrIdx="949"/>
  <p:cmAuthor id="951" name="Unknown User27" initials="U" lastIdx="0" clrIdx="950"/>
  <p:cmAuthor id="952" name="张田田" initials="张" lastIdx="0" clrIdx="951"/>
  <p:cmAuthor id="953" name="未知的使用者172" initials="未" lastIdx="0" clrIdx="952"/>
  <p:cmAuthor id="954" name="张好彤" initials="张" lastIdx="0" clrIdx="953"/>
  <p:cmAuthor id="955" name="Unknown User112" initials="U" lastIdx="0" clrIdx="954"/>
  <p:cmAuthor id="956" name="杨彦伟" initials="杨" lastIdx="0" clrIdx="955"/>
  <p:cmAuthor id="957" name="Unknown User59" initials="U" lastIdx="0" clrIdx="956"/>
  <p:cmAuthor id="958" name="张艳芳" initials="张" lastIdx="0" clrIdx="957"/>
  <p:cmAuthor id="959" name="未知用户176" initials="未" lastIdx="0" clrIdx="958"/>
  <p:cmAuthor id="960" name="徐杰" initials="徐" lastIdx="0" clrIdx="959"/>
  <p:cmAuthor id="961" name="未知的使用者249" initials="未" lastIdx="0" clrIdx="960"/>
  <p:cmAuthor id="962" name="朱海平" initials="朱" lastIdx="0" clrIdx="961"/>
  <p:cmAuthor id="963" name="未知的使用者250" initials="未" lastIdx="0" clrIdx="962"/>
  <p:cmAuthor id="964" name="王景红" initials="王" lastIdx="0" clrIdx="963"/>
  <p:cmAuthor id="965" name="未知的使用者251" initials="未" lastIdx="0" clrIdx="964"/>
  <p:cmAuthor id="966" name="席金煜" initials="席" lastIdx="0" clrIdx="965"/>
  <p:cmAuthor id="967" name="未知的使用者246" initials="未" lastIdx="0" clrIdx="966"/>
  <p:cmAuthor id="968" name="杨秀丰" initials="杨" lastIdx="0" clrIdx="967"/>
  <p:cmAuthor id="969" name="未知的使用者224" initials="未" lastIdx="0" clrIdx="968"/>
  <p:cmAuthor id="970" name="liang ma" initials="l" lastIdx="0" clrIdx="969"/>
  <p:cmAuthor id="971" name="未知的使用者252" initials="未" lastIdx="0" clrIdx="970"/>
  <p:cmAuthor id="972" name="陈 家锐" initials="陈" lastIdx="0" clrIdx="971"/>
  <p:cmAuthor id="973" name="未知的使用者253" initials="未" lastIdx="0" clrIdx="972"/>
  <p:cmAuthor id="974" name="shamrock" initials="s" lastIdx="0" clrIdx="973"/>
  <p:cmAuthor id="975" name="未知的使用者270" initials="未" lastIdx="0" clrIdx="974"/>
  <p:cmAuthor id="976" name="丘凌" initials="丘" lastIdx="0" clrIdx="975"/>
  <p:cmAuthor id="977" name="未知的使用者254" initials="未" lastIdx="0" clrIdx="976"/>
  <p:cmAuthor id="978" name="升腾桌面云" initials="升" lastIdx="0" clrIdx="977"/>
  <p:cmAuthor id="979" name="高飞" initials="高" lastIdx="0" clrIdx="978"/>
  <p:cmAuthor id="980" name="CodonMedical" initials="C" lastIdx="0" clrIdx="979"/>
  <p:cmAuthor id="981" name="未知的使用者255" initials="未" lastIdx="0" clrIdx="980"/>
  <p:cmAuthor id="982" name="xzb1" initials="x" lastIdx="0" clrIdx="981"/>
  <p:cmAuthor id="983" name="Petersen, Jenny {MDBD~South San Francisco}" initials="P" lastIdx="0" clrIdx="982"/>
  <p:cmAuthor id="984" name="未知的使用者226" initials="未" lastIdx="0" clrIdx="983"/>
  <p:cmAuthor id="985" name="未知用户195" initials="未" lastIdx="0" clrIdx="984"/>
  <p:cmAuthor id="986" name="Kate Rijnen" initials="K" lastIdx="0" clrIdx="985"/>
  <p:cmAuthor id="987" name="raymond luan" initials="r" lastIdx="0" clrIdx="986"/>
  <p:cmAuthor id="988" name="武立强" initials="武" lastIdx="0" clrIdx="987"/>
  <p:cmAuthor id="989" name="未知用户208" initials="未" lastIdx="0" clrIdx="988"/>
  <p:cmAuthor id="990" name="13315298097@163.com" initials="1" lastIdx="0" clrIdx="989"/>
  <p:cmAuthor id="991" name="未知用户198" initials="未" lastIdx="0" clrIdx="990"/>
  <p:cmAuthor id="992" name="qf h" initials="qh" lastIdx="0" clrIdx="991"/>
  <p:cmAuthor id="993" name="未知用户209" initials="未" lastIdx="0" clrIdx="992"/>
  <p:cmAuthor id="994" name="dm wu" initials="dw" lastIdx="0" clrIdx="993"/>
  <p:cmAuthor id="995" name="未知用户36" initials="未" lastIdx="0" clrIdx="994"/>
  <p:cmAuthor id="996" name="Jinglei Ren" initials="" lastIdx="0" clrIdx="995"/>
  <p:cmAuthor id="997" name="Evonlin" initials="E" lastIdx="0" clrIdx="996"/>
  <p:cmAuthor id="998" name="Weisi Deng" initials="WD" lastIdx="0" clrIdx="997"/>
  <p:cmAuthor id="999" name="WANGZF" initials="W" lastIdx="0" clrIdx="998"/>
  <p:cmAuthor id="1000" name="颉 亚运" initials="颉" lastIdx="0" clrIdx="999"/>
  <p:cmAuthor id="1001" name="未知用户94" initials="未" lastIdx="0" clrIdx="1000"/>
  <p:cmAuthor id="1002" name="00070164" initials="0" lastIdx="0" clrIdx="1001"/>
  <p:cmAuthor id="1003" name="未知的使用者188" initials="未" lastIdx="0" clrIdx="1002"/>
  <p:cmAuthor id="1004" name="Wangwenjun" initials="W" lastIdx="0" clrIdx="1003"/>
  <p:cmAuthor id="1005" name="未知用户118" initials="未" lastIdx="0" clrIdx="1004"/>
  <p:cmAuthor id="1006" name="Mingming Cai" initials="MC" lastIdx="0" clrIdx="1005"/>
  <p:cmAuthor id="1007" name="未知用户119" initials="未" lastIdx="0" clrIdx="1006"/>
  <p:cmAuthor id="1008" name="00180232" initials="JL" lastIdx="0" clrIdx="1007"/>
  <p:cmAuthor id="1009" name="未知用户120" initials="未" lastIdx="0" clrIdx="1008"/>
  <p:cmAuthor id="1010" name="10146393" initials="1" lastIdx="0" clrIdx="1009"/>
  <p:cmAuthor id="1011" name="未知用户121" initials="未" lastIdx="0" clrIdx="1010"/>
  <p:cmAuthor id="1012" name="王文鹤" initials="陈" lastIdx="0" clrIdx="1011"/>
  <p:cmAuthor id="1013" name="未知用户122" initials="未" lastIdx="0" clrIdx="1012"/>
  <p:cmAuthor id="1014" name="马瑞" initials="马" lastIdx="0" clrIdx="1013"/>
  <p:cmAuthor id="1015" name="梅芬 吳" initials="梅" lastIdx="0" clrIdx="1014"/>
  <p:cmAuthor id="1016" name="bingning" initials="b" lastIdx="0" clrIdx="1015"/>
  <p:cmAuthor id="1017" name="未知的使用者134" initials="未" lastIdx="0" clrIdx="1016"/>
  <p:cmAuthor id="1018" name="colin" initials="c" lastIdx="0" clrIdx="1017"/>
  <p:cmAuthor id="1019" name="未知的使用者174" initials="未" lastIdx="0" clrIdx="1018"/>
  <p:cmAuthor id="1020" name="AutoBVT" initials="A" lastIdx="0" clrIdx="1019"/>
  <p:cmAuthor id="1021" name="未知的使用者139" initials="未" lastIdx="0" clrIdx="1020"/>
  <p:cmAuthor id="1022" name="zhihui li" initials="zl" lastIdx="0" clrIdx="1021"/>
  <p:cmAuthor id="1023" name="未知的使用者247" initials="未" lastIdx="0" clrIdx="1022"/>
  <p:cmAuthor id="1024" name="闫蕊" initials="闫" lastIdx="0" clrIdx="1023"/>
  <p:cmAuthor id="1025" name="未知用户160" initials="未" lastIdx="0" clrIdx="1024"/>
  <p:cmAuthor id="1026" name="flowerpeople" initials="f" lastIdx="0" clrIdx="1025"/>
  <p:cmAuthor id="1027" name="曾蓓/贝贝" initials="曾" lastIdx="0" clrIdx="1026"/>
  <p:cmAuthor id="1028" name="万 琳霞" initials="万" lastIdx="0" clrIdx="1027"/>
  <p:cmAuthor id="1029" name="Wang Ethan" initials="WE" lastIdx="0" clrIdx="1028"/>
  <p:cmAuthor id="1030" name="未知用户246" initials="未" lastIdx="0" clrIdx="1029"/>
  <p:cmAuthor id="1031" name="周丰" initials="e" lastIdx="0" clrIdx="1030"/>
  <p:cmAuthor id="1032" name="陆韵之" initials="4" lastIdx="0" clrIdx="1031"/>
  <p:cmAuthor id="1033" name="未知用户189" initials="未" lastIdx="0" clrIdx="1032"/>
  <p:cmAuthor id="1034" name="HP Inc." initials="HI" lastIdx="0" clrIdx="1033"/>
  <p:cmAuthor id="1035" name="alexw" initials="a" lastIdx="0" clrIdx="1034"/>
  <p:cmAuthor id="1036" name="小红 帽" initials="小红" lastIdx="0" clrIdx="1035"/>
  <p:cmAuthor id="1037" name="朱皆一" initials="朱" lastIdx="0" clrIdx="1036"/>
  <p:cmAuthor id="1038" name="song jiaqi" initials="sj" lastIdx="0" clrIdx="1037"/>
  <p:cmAuthor id="1039" name="未知用户268" initials="未" lastIdx="0" clrIdx="1038"/>
  <p:cmAuthor id="1040" name="zhoujiajun" initials="z" lastIdx="0" clrIdx="1039"/>
  <p:cmAuthor id="1041" name="未知用户269" initials="未" lastIdx="0" clrIdx="1040"/>
  <p:cmAuthor id="1042" name="王秦" initials="D" lastIdx="0" clrIdx="1041"/>
  <p:cmAuthor id="1043" name="申利霞|shenlixia" initials="申" lastIdx="0" clrIdx="1042"/>
  <p:cmAuthor id="1044" name="未知用户250" initials="未" lastIdx="0" clrIdx="1043"/>
  <p:cmAuthor id="1045" name="余大白" initials="余" lastIdx="0" clrIdx="1044"/>
  <p:cmAuthor id="1046" name="mazhen" initials="m" lastIdx="0" clrIdx="1045"/>
  <p:cmAuthor id="1047" name="�Ÿ�" initials="�" lastIdx="0" clrIdx="1046"/>
  <p:cmAuthor id="1048" name="吕佩00036751" initials="吕佩00036751" lastIdx="0" clrIdx="1047"/>
  <p:cmAuthor id="1049" name="未知的使用者217" initials="未" lastIdx="0" clrIdx="1048"/>
  <p:cmAuthor id="1050" name="木木" initials="木" lastIdx="0" clrIdx="1049"/>
  <p:cmAuthor id="1051" name="Charley" initials="C" lastIdx="0" clrIdx="1050"/>
  <p:cmAuthor id="1052" name="乐乐" initials="乐" lastIdx="0" clrIdx="1051"/>
  <p:cmAuthor id="1053" name="lilan" initials="l" lastIdx="0" clrIdx="1052"/>
  <p:cmAuthor id="1054" name="75145" initials="7" lastIdx="0" clrIdx="1053"/>
  <p:cmAuthor id="1055" name="China" initials="C" lastIdx="0" clrIdx="1054"/>
  <p:cmAuthor id="1056" name="qinghui han" initials="q" lastIdx="0" clrIdx="1055"/>
  <p:cmAuthor id="1057" name="张久仙" initials="zjx" lastIdx="0" clrIdx="1056"/>
  <p:cmAuthor id="1058" name="未知用户140" initials="未" lastIdx="0" clrIdx="1057"/>
  <p:cmAuthor id="1059" name="hmwang" initials="dsc" lastIdx="0" clrIdx="1058"/>
  <p:cmAuthor id="1060" name="zhangbingqing" initials="z" lastIdx="0" clrIdx="1059"/>
  <p:cmAuthor id="1061" name="刘仕俭" initials="刘" lastIdx="0" clrIdx="1060"/>
  <p:cmAuthor id="1062" name="未知用户178" initials="未" lastIdx="0" clrIdx="1061"/>
  <p:cmAuthor id="1063" name="Miss 豆" initials="M" lastIdx="0" clrIdx="1062"/>
  <p:cmAuthor id="1064" name="未知的使用者151" initials="未" lastIdx="0" clrIdx="1063"/>
  <p:cmAuthor id="1065" name="G" initials="G" lastIdx="0" clrIdx="1064"/>
  <p:cmAuthor id="1066" name="未知的使用者216" initials="未" lastIdx="0" clrIdx="1065"/>
  <p:cmAuthor id="1067" name="我" initials="我" lastIdx="0" clrIdx="1066"/>
  <p:cmAuthor id="1068" name="user" initials="u" lastIdx="0" clrIdx="1067"/>
  <p:cmAuthor id="1069" name="??" initials="?" lastIdx="0" clrIdx="1068"/>
  <p:cmAuthor id="1070" name="mapengcheng" initials="m" lastIdx="0" clrIdx="1069"/>
  <p:cmAuthor id="1071" name="未知的使用者234" initials="未" lastIdx="0" clrIdx="1070"/>
  <p:cmAuthor id="1072" name="huang" initials="h" lastIdx="0" clrIdx="1071"/>
  <p:cmAuthor id="1073" name="未知的使用者137" initials="未" lastIdx="0" clrIdx="1072"/>
  <p:cmAuthor id="1074" name="郎蕊" initials="郎" lastIdx="0" clrIdx="1073"/>
  <p:cmAuthor id="1075" name="heweia@digiwin.com" initials="h" lastIdx="0" clrIdx="1074"/>
  <p:cmAuthor id="1076" name="百里 长青" initials="百" lastIdx="0" clrIdx="1075"/>
  <p:cmAuthor id="1077" name="MM" initials="M" lastIdx="0" clrIdx="1076"/>
  <p:cmAuthor id="1078" name="David Morgan (HI)" initials="D" lastIdx="0" clrIdx="1077"/>
  <p:cmAuthor id="1079" name="dell" initials="d" lastIdx="0" clrIdx="1078"/>
  <p:cmAuthor id="1080" name="Kate Sillitoe (HI)" initials="K" lastIdx="0" clrIdx="1079"/>
  <p:cmAuthor id="1081" name="未知用户220" initials="未" lastIdx="0" clrIdx="1080"/>
  <p:cmAuthor id="1082" name="孟轩君" initials="孟" lastIdx="0" clrIdx="1081"/>
  <p:cmAuthor id="1083" name="super" initials="s" lastIdx="0" clrIdx="1082"/>
  <p:cmAuthor id="1084" name="tkadmin" initials="t" lastIdx="0" clrIdx="1083"/>
  <p:cmAuthor id="1085" name="未知的使用者238" initials="未" lastIdx="0" clrIdx="1084"/>
  <p:cmAuthor id="1086" name="梁潇-lhq" initials="梁" lastIdx="0" clrIdx="1085"/>
  <p:cmAuthor id="1087" name="zhuzy" initials="z" lastIdx="0" clrIdx="1086"/>
  <p:cmAuthor id="1088" name="超乎想象" initials="超" lastIdx="0" clrIdx="1087"/>
  <p:cmAuthor id="1089" name="方婷婷" initials="方" lastIdx="0" clrIdx="1088"/>
  <p:cmAuthor id="1090" name="A" initials="A" lastIdx="0" clrIdx="1089"/>
  <p:cmAuthor id="1091" name="未知用户280" initials="未" lastIdx="0" clrIdx="1090"/>
  <p:cmAuthor id="1092" name="sivaram" initials="s" lastIdx="0" clrIdx="1091"/>
  <p:cmAuthor id="1093" name="未知用户313" initials="未" lastIdx="0" clrIdx="1092"/>
  <p:cmAuthor id="1094" name="Office 365" initials="O" lastIdx="0" clrIdx="1093"/>
  <p:cmAuthor id="1095" name="刘晖" initials="刘" lastIdx="0" clrIdx="1094"/>
  <p:cmAuthor id="1096" name="wanghongmei" initials="w" lastIdx="0" clrIdx="1095"/>
  <p:cmAuthor id="1097" name="未知用户190" initials="未" lastIdx="0" clrIdx="1096"/>
  <p:cmAuthor id="1098" name="吴 小丽" initials="吴" lastIdx="0" clrIdx="1097"/>
  <p:cmAuthor id="1099" name="未知用户25" initials="未" lastIdx="0" clrIdx="1098"/>
  <p:cmAuthor id="1100" name="孙 澍" initials="孙" lastIdx="0" clrIdx="1099"/>
  <p:cmAuthor id="1101" name="未知用户20" initials="未" lastIdx="0" clrIdx="1100"/>
  <p:cmAuthor id="1102" name="xuhaoyu" initials="x" lastIdx="0" clrIdx="1101"/>
  <p:cmAuthor id="1103" name="Xia Ting" initials="X" lastIdx="0" clrIdx="1102"/>
  <p:cmAuthor id="1104" name="ST-Zhaoyamo" initials="S" lastIdx="0" clrIdx="1103"/>
  <p:cmAuthor id="1105" name="未知用户180" initials="未" lastIdx="0" clrIdx="1104"/>
  <p:cmAuthor id="1106" name="朱明霞" initials="朱" lastIdx="0" clrIdx="1105"/>
  <p:cmAuthor id="1107" name="不明使用者54" initials="不" lastIdx="0" clrIdx="1106"/>
  <p:cmAuthor id="1108" name="叶茂甫" initials="叶" lastIdx="0" clrIdx="1107"/>
  <p:cmAuthor id="1109" name="未知用户188" initials="未" lastIdx="0" clrIdx="1108"/>
  <p:cmAuthor id="1110" name="BIAN Mengyan" initials="B" lastIdx="0" clrIdx="1109"/>
  <p:cmAuthor id="1111" name="office2016mac05452" initials="o" lastIdx="0" clrIdx="1110"/>
  <p:cmAuthor id="1112" name="順天" initials="順" lastIdx="0" clrIdx="1111"/>
  <p:cmAuthor id="1113" name="丁喆彤" initials="丁" lastIdx="0" clrIdx="1112"/>
  <p:cmAuthor id="1114" name="志刚 赵" initials="志" lastIdx="0" clrIdx="1113"/>
  <p:cmAuthor id="1115" name="大量" initials="大量" lastIdx="0" clrIdx="1114"/>
  <p:cmAuthor id="1116" name="史璐瑶" initials="史" lastIdx="0" clrIdx="1115"/>
  <p:cmAuthor id="1117" name="Gallivan, John-Paul {MDAO~Basel}" initials="G" lastIdx="0" clrIdx="1116"/>
  <p:cmAuthor id="1118" name="未知用户320" initials="未" lastIdx="0" clrIdx="1117"/>
  <p:cmAuthor id="1119" name="Codon Medical" initials="C" lastIdx="0" clrIdx="1118"/>
  <p:cmAuthor id="1120" name="FanJQ" initials="F" lastIdx="0" clrIdx="1119"/>
  <p:cmAuthor id="1121" name="xiaoming chang" initials="xc" lastIdx="0" clrIdx="1120"/>
  <p:cmAuthor id="1122" name="未知用户211" initials="未" lastIdx="0" clrIdx="1121"/>
  <p:cmAuthor id="1123" name="S 风" initials="S风" lastIdx="0" clrIdx="1122"/>
  <p:cmAuthor id="1124" name="未知用户212" initials="未" lastIdx="0" clrIdx="1123"/>
  <p:cmAuthor id="1125" name="ztolei@163.com" initials="z" lastIdx="0" clrIdx="1124"/>
  <p:cmAuthor id="1126" name="未知用户293" initials="未" lastIdx="0" clrIdx="1125"/>
  <p:cmAuthor id="1127" name="zhoupeng" initials="z" lastIdx="0" clrIdx="1126"/>
  <p:cmAuthor id="1128" name="未知用户201" initials="未" lastIdx="0" clrIdx="1127"/>
  <p:cmAuthor id="1129" name="Randolph" initials="R" lastIdx="0" clrIdx="1128"/>
  <p:cmAuthor id="1130" name="未知用户161" initials="未" lastIdx="0" clrIdx="1129"/>
  <p:cmAuthor id="1131" name="Hao Yue" initials="HY" lastIdx="0" clrIdx="1130"/>
  <p:cmAuthor id="1132" name="未知用户183" initials="未" lastIdx="0" clrIdx="1131"/>
  <p:cmAuthor id="1133" name="Zhong Zheng" initials="zz" lastIdx="0" clrIdx="1132"/>
  <p:cmAuthor id="1134" name="nancy" initials="n" lastIdx="0" clrIdx="1133"/>
  <p:cmAuthor id="1135" name="duzongpeng7" initials="DuZ7" lastIdx="0" clrIdx="1134"/>
  <p:cmAuthor id="1136" name="tonyliu" initials="t" lastIdx="0" clrIdx="1135"/>
  <p:cmAuthor id="1137" name="未知的使用者233" initials="未" lastIdx="0" clrIdx="1136"/>
  <p:cmAuthor id="1138" name="hwjjjjjjjj" initials="h" lastIdx="0" clrIdx="1137"/>
  <p:cmAuthor id="1139" name="ll z" initials="l" lastIdx="0" clrIdx="1138"/>
  <p:cmAuthor id="1140" name="zhangxinyao" initials="z" lastIdx="0" clrIdx="1139"/>
  <p:cmAuthor id="1141" name="未知用户191" initials="未" lastIdx="0" clrIdx="1140"/>
  <p:cmAuthor id="1142" name="yezengwei" initials="y" lastIdx="0" clrIdx="1141"/>
  <p:cmAuthor id="1143" name="likeyu" initials="kk" lastIdx="0" clrIdx="1142"/>
  <p:cmAuthor id="1144" name="guanhh" initials="g" lastIdx="0" clrIdx="1143"/>
  <p:cmAuthor id="1145" name="张婷婷" initials="c" lastIdx="0" clrIdx="1144"/>
  <p:cmAuthor id="1146" name="macos" initials="m" lastIdx="0" clrIdx="1145"/>
  <p:cmAuthor id="1147" name="未知用户192" initials="未" lastIdx="0" clrIdx="1146"/>
  <p:cmAuthor id="1148" name="孟令坤" initials="MLK" lastIdx="0" clrIdx="1147"/>
  <p:cmAuthor id="1149" name="未知用户203" initials="未" lastIdx="0" clrIdx="1148"/>
  <p:cmAuthor id="1150" name="huifen wang" initials="hw" lastIdx="0" clrIdx="1149"/>
  <p:cmAuthor id="1151" name="ning" initials="n" lastIdx="0" clrIdx="1150"/>
  <p:cmAuthor id="1152" name="Liu Yan" initials="L" lastIdx="0" clrIdx="1151"/>
  <p:cmAuthor id="1153" name="未知用户177" initials="未" lastIdx="0" clrIdx="1152"/>
  <p:cmAuthor id="1154" name="WPS_1715507865" initials="W" lastIdx="0" clrIdx="1153"/>
  <p:cmAuthor id="1155" name="未知用户184" initials="未" lastIdx="0" clrIdx="1154"/>
  <p:cmAuthor id="1156" name="黄定江" initials="黄" lastIdx="0" clrIdx="1155"/>
  <p:cmAuthor id="1157" name="未知用户179" initials="未" lastIdx="0" clrIdx="1156"/>
  <p:cmAuthor id="1158" name="ZHEN" initials="Z" lastIdx="0" clrIdx="1157"/>
  <p:cmAuthor id="1159" name="未知用户185" initials="未" lastIdx="0" clrIdx="1158"/>
  <p:cmAuthor id="1160" name="10077969" initials="10077969" lastIdx="0" clrIdx="1159"/>
  <p:cmAuthor id="1161" name="未知用户181" initials="未" lastIdx="0" clrIdx="1160"/>
  <p:cmAuthor id="1162" name="桂 卓" initials="桂" lastIdx="0" clrIdx="1161"/>
  <p:cmAuthor id="1163" name="ye gusong" initials="y" lastIdx="0" clrIdx="1162"/>
  <p:cmAuthor id="1164" name="zx" initials="z" lastIdx="0" clrIdx="1163"/>
  <p:cmAuthor id="1165" name="wei muzi" initials="w" lastIdx="0" clrIdx="1164"/>
  <p:cmAuthor id="1166" name="acer" initials="a" lastIdx="0" clrIdx="1165"/>
  <p:cmAuthor id="1167" name="孙" initials="孙" lastIdx="0" clrIdx="1166"/>
  <p:cmAuthor id="1168" name="zhifubao" initials="z" lastIdx="0" clrIdx="1167"/>
  <p:cmAuthor id="1169" name="未知用户187" initials="未" lastIdx="0" clrIdx="1168"/>
  <p:cmAuthor id="1170" name="Fang, Garrick (QD/DA)" initials="FG(" lastIdx="0" clrIdx="1169"/>
  <p:cmAuthor id="1171" name="Microsoft Office User" initials="M" lastIdx="0" clrIdx="1170"/>
  <p:cmAuthor id="1172" name="MLOONG" initials="M" lastIdx="0" clrIdx="1171"/>
  <p:cmAuthor id="1173" name="catherine" initials="c" lastIdx="0" clrIdx="1172"/>
  <p:cmAuthor id="1174" name="石晓利" initials="C" lastIdx="0" clrIdx="1173"/>
  <p:cmAuthor id="1175" name="未知的使用者88" initials="未" lastIdx="0" clrIdx="1174"/>
  <p:cmAuthor id="1176" name="Administratr" initials="A" lastIdx="0" clrIdx="1175"/>
  <p:cmAuthor id="1177" name="未知的使用者89" initials="未" lastIdx="0" clrIdx="1176"/>
  <p:cmAuthor id="1178" name="10040290" initials="1" lastIdx="0" clrIdx="1177"/>
  <p:cmAuthor id="1179" name="未知用户287" initials="未" lastIdx="0" clrIdx="1178"/>
  <p:cmAuthor id="1180" name="10010557" initials="1" lastIdx="0" clrIdx="1179"/>
  <p:cmAuthor id="1181" name="未知用户288" initials="未" lastIdx="0" clrIdx="1180"/>
  <p:cmAuthor id="1182" name="10015127" initials="1" lastIdx="0" clrIdx="1181"/>
  <p:cmAuthor id="1183" name="未知用户289" initials="未" lastIdx="0" clrIdx="1182"/>
  <p:cmAuthor id="1184" name="10222520" initials="1" lastIdx="0" clrIdx="1183"/>
  <p:cmAuthor id="1185" name="未知用户290" initials="未" lastIdx="0" clrIdx="1184"/>
  <p:cmAuthor id="1186" name="10087098" initials="1" lastIdx="0" clrIdx="1185"/>
  <p:cmAuthor id="1187" name="未知用户291" initials="未" lastIdx="0" clrIdx="1186"/>
  <p:cmAuthor id="1188" name="00111883" initials="0" lastIdx="0" clrIdx="1187"/>
  <p:cmAuthor id="1189" name="yudi lin" initials="y" lastIdx="0" clrIdx="1188"/>
  <p:cmAuthor id="1190" name="10074338" initials="1" lastIdx="0" clrIdx="1189"/>
  <p:cmAuthor id="1191" name="未知用户295" initials="未" lastIdx="0" clrIdx="1190"/>
  <p:cmAuthor id="1192" name="maxime.dumas" initials="m" lastIdx="0" clrIdx="1191"/>
  <p:cmAuthor id="1193" name="liuzga" initials="l" lastIdx="0" clrIdx="1192"/>
  <p:cmAuthor id="1194" name="10080763" initials="1" lastIdx="0" clrIdx="1193"/>
  <p:cmAuthor id="1195" name="49554261@qq.com" initials="4" lastIdx="0" clrIdx="1194"/>
  <p:cmAuthor id="1196" name="李庆宁10045811" initials="李" lastIdx="0" clrIdx="1195"/>
  <p:cmAuthor id="1197" name="未知的使用者202" initials="未" lastIdx="0" clrIdx="1196"/>
  <p:cmAuthor id="1198" name="伍婵媛00248942" initials="伍" lastIdx="0" clrIdx="1197"/>
  <p:cmAuthor id="1199" name="未知用户215" initials="未" lastIdx="0" clrIdx="1198"/>
  <p:cmAuthor id="1200" name="dys" initials="d" lastIdx="0" clrIdx="1199"/>
  <p:cmAuthor id="1201" name="未知用户216" initials="未" lastIdx="0" clrIdx="1200"/>
  <p:cmAuthor id="1202" name="10035626" initials="1" lastIdx="0" clrIdx="1201"/>
  <p:cmAuthor id="1203" name="未知的使用者196" initials="未" lastIdx="0" clrIdx="1202"/>
  <p:cmAuthor id="1204" name="10005058" initials="1" lastIdx="0" clrIdx="1203"/>
  <p:cmAuthor id="1205" name="未知用户243" initials="未" lastIdx="0" clrIdx="1204"/>
  <p:cmAuthor id="1206" name="10024157" initials="1" lastIdx="0" clrIdx="1205"/>
  <p:cmAuthor id="1207" name="未知用户282" initials="未" lastIdx="0" clrIdx="1206"/>
  <p:cmAuthor id="1208" name="未知的使用者208" initials="" lastIdx="0" clrIdx="1207"/>
  <p:cmAuthor id="1209" name="未知用户283" initials="未" lastIdx="0" clrIdx="1208"/>
  <p:cmAuthor id="1210" name="未知的使用者209" initials="" lastIdx="0" clrIdx="1209"/>
  <p:cmAuthor id="1211" name="未知用户213" initials="未" lastIdx="0" clrIdx="1210"/>
  <p:cmAuthor id="1212" name="未知的使用者210" initials="" lastIdx="0" clrIdx="1211"/>
  <p:cmAuthor id="1213" name="未知用户279" initials="未" lastIdx="0" clrIdx="1212"/>
  <p:cmAuthor id="1214" name="未知的使用者212" initials="" lastIdx="0" clrIdx="1213"/>
  <p:cmAuthor id="1215" name="未知用户281" initials="未" lastIdx="0" clrIdx="1214"/>
  <p:cmAuthor id="1216" name="未知的使用者213" initials="" lastIdx="0" clrIdx="1215"/>
  <p:cmAuthor id="1217" name="未知用户284" initials="未" lastIdx="0" clrIdx="1216"/>
  <p:cmAuthor id="1218" name="未知的使用者214" initials="" lastIdx="0" clrIdx="1217"/>
  <p:cmAuthor id="1219" name="Ying Lou" initials="Y" lastIdx="0" clrIdx="1218"/>
  <p:cmAuthor id="1220" name="未知的使用者215" initials="" lastIdx="0" clrIdx="1219"/>
  <p:cmAuthor id="1221" name="未知用户147" initials="未" lastIdx="0" clrIdx="1220"/>
  <p:cmAuthor id="1222" name="刘佳佳" initials="刘" lastIdx="0" clrIdx="1221"/>
  <p:cmAuthor id="1223" name="未知的使用者189" initials="未" lastIdx="0" clrIdx="1222"/>
  <p:cmAuthor id="1224" name="未知用户233" initials="未" lastIdx="0" clrIdx="1223"/>
  <p:cmAuthor id="1225" name="未知的使用者193" initials="未" lastIdx="0" clrIdx="1224"/>
  <p:cmAuthor id="1226" name="未知用户234" initials="未" lastIdx="0" clrIdx="1225"/>
  <p:cmAuthor id="1227" name="未知用户157" initials="未" lastIdx="0" clrIdx="1226"/>
  <p:cmAuthor id="1228" name="未知用户235" initials="未" lastIdx="0" clrIdx="1227"/>
  <p:cmAuthor id="1229" name="未知用户158" initials="未" lastIdx="0" clrIdx="1228"/>
  <p:cmAuthor id="1230" name="未知用户236" initials="未" lastIdx="0" clrIdx="1229"/>
  <p:cmAuthor id="1231" name="未知用户159" initials="未" lastIdx="0" clrIdx="1230"/>
  <p:cmAuthor id="1232" name="未知用户237" initials="未" lastIdx="0" clrIdx="1231"/>
  <p:cmAuthor id="1233" name="10158184" initials="1" lastIdx="0" clrIdx="1232"/>
  <p:cmAuthor id="1234" name="未知用户240" initials="未" lastIdx="0" clrIdx="1233"/>
  <p:cmAuthor id="1235" name="10169602" initials="1" lastIdx="0" clrIdx="1234"/>
  <p:cmAuthor id="1236" name="未知用户221" initials="未" lastIdx="0" clrIdx="1235"/>
  <p:cmAuthor id="1237" name="00021398" initials="0" lastIdx="0" clrIdx="1236"/>
  <p:cmAuthor id="1238" name="王 辰斌" initials="王" lastIdx="0" clrIdx="1237"/>
  <p:cmAuthor id="1239" name="10047980" initials="10047980" lastIdx="0" clrIdx="1238"/>
  <p:cmAuthor id="1240" name="未知用户89" initials="未" lastIdx="0" clrIdx="1239"/>
  <p:cmAuthor id="1241" name="Mr.YANG" initials="M" lastIdx="0" clrIdx="1240"/>
  <p:cmAuthor id="1242" name="weilizz" initials="weilizz" lastIdx="0" clrIdx="1241"/>
  <p:cmAuthor id="1243" name="Carol Kelly" initials="C" lastIdx="0" clrIdx="1242"/>
  <p:cmAuthor id="1244" name="shanshuyao@sd.cmcc" initials="shanshuyao@sd.cmcc" lastIdx="0" clrIdx="1243"/>
  <p:cmAuthor id="1245" name="未知的使用者205" initials="未" lastIdx="0" clrIdx="1244"/>
  <p:cmAuthor id="1246" name="zsc" initials="z" lastIdx="0" clrIdx="1245"/>
  <p:cmAuthor id="1247" name="未知的使用者200" initials="未" lastIdx="0" clrIdx="1246"/>
  <p:cmAuthor id="1248" name="zhangbai" initials="z" lastIdx="0" clrIdx="1247"/>
  <p:cmAuthor id="1249" name="Unknown User58" initials="U" lastIdx="0" clrIdx="1248"/>
  <p:cmAuthor id="1250" name="10011306" initials="1" lastIdx="0" clrIdx="1249"/>
  <p:cmAuthor id="1251" name="Unknown User55" initials="U" lastIdx="0" clrIdx="1250"/>
  <p:cmAuthor id="1252" name="00047934" initials="0" lastIdx="0" clrIdx="1251"/>
  <p:cmAuthor id="1253" name="未知的使用者195" initials="未" lastIdx="0" clrIdx="1252"/>
  <p:cmAuthor id="1254" name="XuFeng" initials="XF" lastIdx="0" clrIdx="1253"/>
  <p:cmAuthor id="1255" name="Huipeng Cao" initials="H" lastIdx="0" clrIdx="1254"/>
  <p:cmAuthor id="1256" name="00279355" initials="0" lastIdx="0" clrIdx="1255"/>
  <p:cmAuthor id="1257" name="李 雷雨" initials="李" lastIdx="0" clrIdx="1256"/>
  <p:cmAuthor id="1258" name="10177686" initials="1" lastIdx="0" clrIdx="1257"/>
  <p:cmAuthor id="1259" name="91257" initials="9" lastIdx="0" clrIdx="1258"/>
  <p:cmAuthor id="1260" name="00337387" initials="0" lastIdx="0" clrIdx="1259"/>
  <p:cmAuthor id="1261" name="未知用户228" initials="未" lastIdx="0" clrIdx="1260"/>
  <p:cmAuthor id="1262" name="chenhao" initials="1" lastIdx="0" clrIdx="1261"/>
  <p:cmAuthor id="1263" name="vicky" initials="v" lastIdx="0" clrIdx="1262"/>
  <p:cmAuthor id="1264" name="10286727" initials="1" lastIdx="0" clrIdx="1263"/>
  <p:cmAuthor id="1265" name="jerrychou" initials="j" lastIdx="0" clrIdx="1264"/>
  <p:cmAuthor id="1266" name="WPS_1704676040" initials="W" lastIdx="0" clrIdx="1265"/>
  <p:cmAuthor id="1267" name="不明使用者12" initials="不" lastIdx="0" clrIdx="1266"/>
  <p:cmAuthor id="1268" name="10207586" initials="1" lastIdx="0" clrIdx="1267"/>
  <p:cmAuthor id="1269" name="不明使用者1" initials="不" lastIdx="0" clrIdx="1268"/>
  <p:cmAuthor id="1270" name="00034611" initials="0" lastIdx="0" clrIdx="1269"/>
  <p:cmAuthor id="1271" name="不明使用者2" initials="不" lastIdx="0" clrIdx="1270"/>
  <p:cmAuthor id="1272" name="10006164@zte.intra" initials="1" lastIdx="0" clrIdx="1271"/>
  <p:cmAuthor id="1273" name="不明使用者3" initials="不" lastIdx="0" clrIdx="1272"/>
  <p:cmAuthor id="1274" name="姜香利" initials="姜" lastIdx="0" clrIdx="1273"/>
  <p:cmAuthor id="1275" name="不明使用者4" initials="不" lastIdx="0" clrIdx="1274"/>
  <p:cmAuthor id="1276" name="王芃" initials="王" lastIdx="0" clrIdx="1275"/>
  <p:cmAuthor id="1277" name="不明使用者6" initials="不" lastIdx="0" clrIdx="1276"/>
  <p:cmAuthor id="1278" name="张百峰" initials="张" lastIdx="0" clrIdx="1277"/>
  <p:cmAuthor id="1279" name="不明使用者5" initials="不" lastIdx="0" clrIdx="1278"/>
  <p:cmAuthor id="1280" name="姗SHAN" initials="姗" lastIdx="0" clrIdx="1279"/>
  <p:cmAuthor id="1281" name="不明使用者7" initials="不" lastIdx="0" clrIdx="1280"/>
  <p:cmAuthor id="1282" name="李红" initials="李" lastIdx="0" clrIdx="1281"/>
  <p:cmAuthor id="1283" name="不明使用者8" initials="不" lastIdx="0" clrIdx="1282"/>
  <p:cmAuthor id="1284" name="碳酸 碳酸" initials="碳碳" lastIdx="0" clrIdx="1283"/>
  <p:cmAuthor id="1285" name="不明使用者9" initials="不" lastIdx="0" clrIdx="1284"/>
  <p:cmAuthor id="1286" name="赵生杰" initials="赵" lastIdx="0" clrIdx="1285"/>
  <p:cmAuthor id="1287" name="不明使用者10" initials="不" lastIdx="0" clrIdx="1286"/>
  <p:cmAuthor id="1288" name="Wangtw" initials="W" lastIdx="0" clrIdx="1287"/>
  <p:cmAuthor id="1289" name="不明使用者11" initials="不" lastIdx="0" clrIdx="1288"/>
  <p:cmAuthor id="1290" name="钱福利" initials="Q" lastIdx="0" clrIdx="1289"/>
  <p:cmAuthor id="1291" name="Carol Wu" initials="C" lastIdx="0" clrIdx="1290"/>
  <p:cmAuthor id="1292" name="Changing Zhuang" initials="C" lastIdx="0" clrIdx="1291"/>
  <p:cmAuthor id="1293" name="Yun-Ting Tseng" initials="Y" lastIdx="0" clrIdx="1292"/>
  <p:cmAuthor id="1294" name="未知用户303" initials="未" lastIdx="0" clrIdx="1293"/>
  <p:cmAuthor id="1295" name="lchen" initials="l" lastIdx="0" clrIdx="1294"/>
  <p:cmAuthor id="1296" name="未知用户304" initials="未" lastIdx="0" clrIdx="1295"/>
  <p:cmAuthor id="1297" name="THY" initials="T" lastIdx="0" clrIdx="1296"/>
  <p:cmAuthor id="1298" name="win7" initials="w" lastIdx="0" clrIdx="1297"/>
  <p:cmAuthor id="1299" name="小明" initials="小" lastIdx="0" clrIdx="1298"/>
  <p:cmAuthor id="1300" name="敢 王" initials="敢" lastIdx="0" clrIdx="1299"/>
  <p:cmAuthor id="1301" name="原全新" initials="原" lastIdx="0" clrIdx="1300"/>
  <p:cmAuthor id="1302" name="邓 勇" initials="邓" lastIdx="0" clrIdx="1301"/>
  <p:cmAuthor id="1303" name="ahhk2" initials="a" lastIdx="0" clrIdx="1302"/>
  <p:cmAuthor id="1304" name="陈城" initials="陈" lastIdx="0" clrIdx="1303"/>
  <p:cmAuthor id="1305" name="卷子&amp;雯子" initials="卷" lastIdx="0" clrIdx="1304"/>
  <p:cmAuthor id="1306" name="Sharon" initials="S" lastIdx="0" clrIdx="1305"/>
  <p:cmAuthor id="1307" name="成国强_6jqyBN7N" initials="authorId_8148959" lastIdx="0" clrIdx="1306"/>
  <p:cmAuthor id="1308" name="蓝礼健" initials="蓝" lastIdx="0" clrIdx="1307"/>
  <p:cmAuthor id="1309" name="赖琮霖" initials="s" lastIdx="0" clrIdx="1308"/>
  <p:cmAuthor id="1310" name="未知用户311" initials="未" lastIdx="0" clrIdx="1309"/>
  <p:cmAuthor id="1311" name="陈浩" initials="陈" lastIdx="0" clrIdx="1310"/>
  <p:cmAuthor id="1312" name="未知用户312" initials="未" lastIdx="0" clrIdx="1311"/>
  <p:cmAuthor id="1313" name="TF013070" initials="T" lastIdx="0" clrIdx="1312"/>
  <p:cmAuthor id="1314" name="shenbina" initials="s" lastIdx="0" clrIdx="1313"/>
  <p:cmAuthor id="1315" name="LAIYONGMIN" initials="L" lastIdx="0" clrIdx="1314"/>
  <p:cmAuthor id="1316" name="未知用户314" initials="未" lastIdx="0" clrIdx="1315"/>
  <p:cmAuthor id="1317" name="Dizzy" initials="D" lastIdx="0" clrIdx="1316"/>
  <p:cmAuthor id="1318" name="晓  曲" initials="晓" lastIdx="0" clrIdx="1317"/>
  <p:cmAuthor id="1319" name="mac" initials="m" lastIdx="0" clrIdx="1318"/>
  <p:cmAuthor id="1320" name="未知用户245" initials="未" lastIdx="0" clrIdx="1319"/>
  <p:cmAuthor id="1321" name="Youwen Sun" initials="Y" lastIdx="0" clrIdx="1320"/>
  <p:cmAuthor id="1322" name="Kathy" initials="K" lastIdx="0" clrIdx="1321"/>
  <p:cmAuthor id="1323" name="王春旻(dx21349)" initials="王" lastIdx="0" clrIdx="1322"/>
  <p:cmAuthor id="1324" name="孟连磊" initials="孟" lastIdx="0" clrIdx="1323"/>
  <p:cmAuthor id="1325" name="Han Bary" initials="HB" lastIdx="0" clrIdx="1324"/>
  <p:cmAuthor id="1326" name="未知用户387" initials="未" lastIdx="0" clrIdx="1325"/>
  <p:cmAuthor id="1327" name="未知的使用者177" initials="未" lastIdx="0" clrIdx="1326"/>
  <p:cmAuthor id="1328" name="未知的使用者221" initials="未" lastIdx="0" clrIdx="1327"/>
  <p:cmAuthor id="1329" name="未知的使用者222" initials="未" lastIdx="0" clrIdx="1328"/>
  <p:cmAuthor id="1330" name="winner1 chan" initials="wc" lastIdx="0" clrIdx="1329"/>
  <p:cmAuthor id="1331" name="未知用户332" initials="未" lastIdx="0" clrIdx="1330"/>
  <p:cmAuthor id="1332" name="未知用户217" initials="未" lastIdx="0" clrIdx="1331"/>
  <p:cmAuthor id="1333" name="cai yan" initials="cy" lastIdx="0" clrIdx="1332"/>
  <p:cmAuthor id="1334" name="俊晔 邱" initials="俊" lastIdx="0" clrIdx="1333"/>
  <p:cmAuthor id="1335" name="annie.gts@outlook.com" initials="a" lastIdx="0" clrIdx="1334"/>
  <p:cmAuthor id="1336" name="杨 升格" initials="杨" lastIdx="0" clrIdx="1335"/>
  <p:cmAuthor id="1337" name="Unknown User80" initials="U" lastIdx="0" clrIdx="1336"/>
  <p:cmAuthor id="1338" name="cy" initials="c" lastIdx="0" clrIdx="1337"/>
  <p:cmAuthor id="1339" name="未知用户222" initials="未" lastIdx="0" clrIdx="1338"/>
  <p:cmAuthor id="1340" name="未知用户200" initials="未" lastIdx="0" clrIdx="1339"/>
  <p:cmAuthor id="1341" name="未知用户272" initials="未" lastIdx="0" clrIdx="1340"/>
  <p:cmAuthor id="1342" name="lxm" initials="l" lastIdx="0" clrIdx="1341"/>
  <p:cmAuthor id="1343" name="未知用户231" initials="未" lastIdx="0" clrIdx="1342"/>
  <p:cmAuthor id="1344" name="yesg" initials="y" lastIdx="0" clrIdx="1343"/>
  <p:cmAuthor id="1345" name="陳珮琪" initials="陳珮琪" lastIdx="0" clrIdx="1344"/>
  <p:cmAuthor id="1346" name="未知用户277" initials="未" lastIdx="0" clrIdx="1345"/>
  <p:cmAuthor id="1347" name="soling" initials="s" lastIdx="0" clrIdx="1346"/>
  <p:cmAuthor id="1348" name="李 骁" initials="李" lastIdx="0" clrIdx="1347"/>
  <p:cmAuthor id="1349" name="Tome" initials="T" lastIdx="0" clrIdx="1348"/>
  <p:cmAuthor id="1350" name="未知的使用者96" initials="未" lastIdx="0" clrIdx="1349"/>
  <p:cmAuthor id="1351" name="未知的使用者97" initials="未" lastIdx="0" clrIdx="1350"/>
  <p:cmAuthor id="1352" name="未知用户301" initials="未" lastIdx="0" clrIdx="1351"/>
  <p:cmAuthor id="1353" name="未知用户306" initials="未" lastIdx="0" clrIdx="1352"/>
  <p:cmAuthor id="1354" name="未知用户308" initials="未" lastIdx="0" clrIdx="1353"/>
  <p:cmAuthor id="1355" name="未知用户309" initials="未" lastIdx="0" clrIdx="1354"/>
  <p:cmAuthor id="1356" name="未知用户249" initials="未" lastIdx="0" clrIdx="1355"/>
  <p:cmAuthor id="1357" name="Stacy Chiang" initials="S" lastIdx="0" clrIdx="1356"/>
  <p:cmAuthor id="1358" name="未知用户315" initials="未" lastIdx="0" clrIdx="1357"/>
  <p:cmAuthor id="1359" name="未知用户316" initials="未" lastIdx="0" clrIdx="1358"/>
  <p:cmAuthor id="1360" name="未知用户317" initials="未" lastIdx="0" clrIdx="1359"/>
  <p:cmAuthor id="1361" name="未知用户318" initials="未" lastIdx="0" clrIdx="1360"/>
  <p:cmAuthor id="1362" name="未知用户319" initials="未" lastIdx="0" clrIdx="1361"/>
  <p:cmAuthor id="1363" name="chen hui" initials="c" lastIdx="0" clrIdx="1362"/>
  <p:cmAuthor id="1364" name="未知用户244" initials="未" lastIdx="0" clrIdx="1363"/>
  <p:cmAuthor id="1365" name="未知用户322" initials="未" lastIdx="0" clrIdx="1364"/>
  <p:cmAuthor id="1366" name="未知用户323" initials="未" lastIdx="0" clrIdx="1365"/>
  <p:cmAuthor id="1367" name="未知用户324" initials="未" lastIdx="0" clrIdx="1366"/>
  <p:cmAuthor id="1368" name="wangxinhui" initials="w" lastIdx="0" clrIdx="1367"/>
  <p:cmAuthor id="1369" name="未知用户276" initials="未" lastIdx="0" clrIdx="1368"/>
  <p:cmAuthor id="1370" name="未知用户363" initials="未" lastIdx="0" clrIdx="1369"/>
  <p:cmAuthor id="1371" name="未知用户459" initials="未" lastIdx="0" clrIdx="1370"/>
  <p:cmAuthor id="1372" name="未知用户470" initials="未" lastIdx="0" clrIdx="1371"/>
  <p:cmAuthor id="1373" name="未知用户325" initials="未" lastIdx="0" clrIdx="1372"/>
  <p:cmAuthor id="1374" name="未知用户326" initials="未" lastIdx="0" clrIdx="1373"/>
  <p:cmAuthor id="1375" name="未知用户365" initials="未" lastIdx="0" clrIdx="1374"/>
  <p:cmAuthor id="1376" name="未知用户460" initials="未" lastIdx="0" clrIdx="1375"/>
  <p:cmAuthor id="1377" name="未知用户366" initials="未" lastIdx="0" clrIdx="1376"/>
  <p:cmAuthor id="1378" name="未知用户461" initials="未" lastIdx="0" clrIdx="1377"/>
  <p:cmAuthor id="1379" name="未知用户367" initials="未" lastIdx="0" clrIdx="1378"/>
  <p:cmAuthor id="1380" name="未知用户462" initials="未" lastIdx="0" clrIdx="1379"/>
  <p:cmAuthor id="1381" name="未知用户463" initials="未" lastIdx="0" clrIdx="1380"/>
  <p:cmAuthor id="1382" name="未知用户368" initials="未" lastIdx="0" clrIdx="1381"/>
  <p:cmAuthor id="1383" name="未知用户464" initials="未" lastIdx="0" clrIdx="1382"/>
  <p:cmAuthor id="1384" name="未知用户369" initials="未" lastIdx="0" clrIdx="1383"/>
  <p:cmAuthor id="1385" name="未知用户465" initials="未" lastIdx="0" clrIdx="1384"/>
  <p:cmAuthor id="1386" name="未知用户466" initials="未" lastIdx="0" clrIdx="1385"/>
  <p:cmAuthor id="1387" name="未知用户467" initials="未" lastIdx="0" clrIdx="1386"/>
  <p:cmAuthor id="1388" name="未知用户468" initials="未" lastIdx="0" clrIdx="1387"/>
  <p:cmAuthor id="1389" name="未知用户426" initials="未" lastIdx="0" clrIdx="1388"/>
  <p:cmAuthor id="1390" name="未知用户371" initials="未" lastIdx="0" clrIdx="1389"/>
  <p:cmAuthor id="1391" name="未知用户372" initials="未" lastIdx="0" clrIdx="1390"/>
  <p:cmAuthor id="1392" name="未知用户373" initials="未" lastIdx="0" clrIdx="1391"/>
  <p:cmAuthor id="1393" name="未知用户374" initials="未" lastIdx="0" clrIdx="1392"/>
  <p:cmAuthor id="1394" name="未知用户469" initials="未" lastIdx="0" clrIdx="1393"/>
  <p:cmAuthor id="1395" name="未知用户427" initials="未" lastIdx="0" clrIdx="1394"/>
  <p:cmAuthor id="1396" name="未知用户375" initials="未" lastIdx="0" clrIdx="1395"/>
  <p:cmAuthor id="1397" name="未知用户376" initials="未" lastIdx="0" clrIdx="1396"/>
  <p:cmAuthor id="1398" name="未知用户377" initials="未" lastIdx="0" clrIdx="1397"/>
  <p:cmAuthor id="1399" name="未知用户428" initials="未" lastIdx="0" clrIdx="1398"/>
  <p:cmAuthor id="1400" name="未知用户378" initials="未" lastIdx="0" clrIdx="1399"/>
  <p:cmAuthor id="1401" name="未知用户379" initials="未" lastIdx="0" clrIdx="1400"/>
  <p:cmAuthor id="1402" name="未知用户339" initials="未" lastIdx="0" clrIdx="1401"/>
  <p:cmAuthor id="1403" name="未知用户380" initials="未" lastIdx="0" clrIdx="1402"/>
  <p:cmAuthor id="1404" name="未知用户381" initials="未" lastIdx="0" clrIdx="1403"/>
  <p:cmAuthor id="1405" name="未知用户382" initials="未" lastIdx="0" clrIdx="1404"/>
  <p:cmAuthor id="1406" name="未知用户383" initials="未" lastIdx="0" clrIdx="1405"/>
  <p:cmAuthor id="1407" name="未知用户384" initials="未" lastIdx="0" clrIdx="1406"/>
  <p:cmAuthor id="1408" name="未知用户294" initials="未" lastIdx="0" clrIdx="1407"/>
  <p:cmAuthor id="1409" name="未知用户385" initials="未" lastIdx="0" clrIdx="1408"/>
  <p:cmAuthor id="1410" name="未知用户386" initials="未" lastIdx="0" clrIdx="1409"/>
  <p:cmAuthor id="1411" name="未知用户429" initials="未" lastIdx="0" clrIdx="1410"/>
  <p:cmAuthor id="1412" name="未知用户348" initials="未" lastIdx="0" clrIdx="1411"/>
  <p:cmAuthor id="1413" name="未知用户430" initials="未" lastIdx="0" clrIdx="1412"/>
  <p:cmAuthor id="1414" name="未知用户389" initials="未" lastIdx="0" clrIdx="1413"/>
  <p:cmAuthor id="1415" name="未知用户350" initials="未" lastIdx="0" clrIdx="1414"/>
  <p:cmAuthor id="1416" name="未知用户431" initials="未" lastIdx="0" clrIdx="1415"/>
  <p:cmAuthor id="1417" name="未知用户351" initials="未" lastIdx="0" clrIdx="1416"/>
  <p:cmAuthor id="1418" name="未知用户432" initials="未" lastIdx="0" clrIdx="1417"/>
  <p:cmAuthor id="1419" name="未知用户392" initials="未" lastIdx="0" clrIdx="1418"/>
  <p:cmAuthor id="1420" name="未知用户433" initials="未" lastIdx="0" clrIdx="1419"/>
  <p:cmAuthor id="1421" name="未知用户434" initials="未" lastIdx="0" clrIdx="1420"/>
  <p:cmAuthor id="1422" name="未知用户393" initials="未" lastIdx="0" clrIdx="1421"/>
  <p:cmAuthor id="1423" name="未知用户435" initials="未" lastIdx="0" clrIdx="1422"/>
  <p:cmAuthor id="1424" name="未知用户356" initials="未" lastIdx="0" clrIdx="1423"/>
  <p:cmAuthor id="1425" name="未知用户436" initials="未" lastIdx="0" clrIdx="1424"/>
  <p:cmAuthor id="1426" name="未知用户396" initials="未" lastIdx="0" clrIdx="1425"/>
  <p:cmAuthor id="1427" name="未知用户437" initials="未" lastIdx="0" clrIdx="1426"/>
  <p:cmAuthor id="1428" name="未知用户397" initials="未" lastIdx="0" clrIdx="1427"/>
  <p:cmAuthor id="1429" name="未知用户419" initials="未" lastIdx="0" clrIdx="1428"/>
  <p:cmAuthor id="1430" name="未知用户399" initials="未" lastIdx="0" clrIdx="1429"/>
  <p:cmAuthor id="1431" name="未知用户438" initials="未" lastIdx="0" clrIdx="1430"/>
  <p:cmAuthor id="1432" name="未知用户401" initials="未" lastIdx="0" clrIdx="1431"/>
  <p:cmAuthor id="1433" name="未知用户402" initials="未" lastIdx="0" clrIdx="1432"/>
  <p:cmAuthor id="1434" name="未知用户403" initials="未" lastIdx="0" clrIdx="1433"/>
  <p:cmAuthor id="1435" name="未知用户327" initials="未" lastIdx="0" clrIdx="1434"/>
  <p:cmAuthor id="1436" name="未知用户404" initials="未" lastIdx="0" clrIdx="1435"/>
  <p:cmAuthor id="1437" name="未知用户405" initials="未" lastIdx="0" clrIdx="1436"/>
  <p:cmAuthor id="1438" name="未知用户439" initials="未" lastIdx="0" clrIdx="1437"/>
  <p:cmAuthor id="1439" name="未知用户406" initials="未" lastIdx="0" clrIdx="1438"/>
  <p:cmAuthor id="1440" name="未知用户440" initials="未" lastIdx="0" clrIdx="1439"/>
  <p:cmAuthor id="1441" name="未知用户441" initials="未" lastIdx="0" clrIdx="1440"/>
  <p:cmAuthor id="1442" name="未知用户442" initials="未" lastIdx="0" clrIdx="1441"/>
  <p:cmAuthor id="1443" name="未知用户409" initials="未" lastIdx="0" clrIdx="1442"/>
  <p:cmAuthor id="1444" name="未知用户443" initials="未" lastIdx="0" clrIdx="1443"/>
  <p:cmAuthor id="1445" name="未知用户411" initials="未" lastIdx="0" clrIdx="1444"/>
  <p:cmAuthor id="1446" name="未知用户444" initials="未" lastIdx="0" clrIdx="1445"/>
  <p:cmAuthor id="1447" name="未知用户413" initials="未" lastIdx="0" clrIdx="1446"/>
  <p:cmAuthor id="1448" name="未知用户445" initials="未" lastIdx="0" clrIdx="1447"/>
  <p:cmAuthor id="1449" name="未知用户446" initials="未" lastIdx="0" clrIdx="1448"/>
  <p:cmAuthor id="1450" name="未知用户447" initials="未" lastIdx="0" clrIdx="1449"/>
  <p:cmAuthor id="1451" name="未知用户448" initials="未" lastIdx="0" clrIdx="1450"/>
  <p:cmAuthor id="1452" name="未知用户333" initials="未" lastIdx="0" clrIdx="1451"/>
  <p:cmAuthor id="1453" name="未知用户417" initials="未" lastIdx="0" clrIdx="1452"/>
  <p:cmAuthor id="1454" name="未知用户449" initials="未" lastIdx="0" clrIdx="1453"/>
  <p:cmAuthor id="1455" name="未知用户418" initials="未" lastIdx="0" clrIdx="1454"/>
  <p:cmAuthor id="1456" name="未知用户450" initials="未" lastIdx="0" clrIdx="1455"/>
  <p:cmAuthor id="1457" name="未知用户423" initials="未" lastIdx="0" clrIdx="1456"/>
  <p:cmAuthor id="1458" name="未知用户424" initials="未" lastIdx="0" clrIdx="1457"/>
  <p:cmAuthor id="1459" name="未知用户425" initials="未" lastIdx="0" clrIdx="1458"/>
  <p:cmAuthor id="1460" name="未知用户451" initials="未" lastIdx="0" clrIdx="1459"/>
  <p:cmAuthor id="1461" name="未知用户452" initials="未" lastIdx="0" clrIdx="1460"/>
  <p:cmAuthor id="1462" name="未知用户453" initials="未" lastIdx="0" clrIdx="1461"/>
  <p:cmAuthor id="1463" name="未知用户454" initials="未" lastIdx="0" clrIdx="1462"/>
  <p:cmAuthor id="1464" name="jialuo" initials="j" lastIdx="0" clrIdx="1463"/>
  <p:cmAuthor id="1465" name="未知用户455" initials="未" lastIdx="0" clrIdx="1464"/>
  <p:cmAuthor id="1466" name="CMCC-1" initials="Y" lastIdx="0" clrIdx="1465"/>
  <p:cmAuthor id="1467" name="未知用户456" initials="未" lastIdx="0" clrIdx="1466"/>
  <p:cmAuthor id="1468" name="未知用户457" initials="未" lastIdx="0" clrIdx="1467"/>
  <p:cmAuthor id="1469" name="未知用户458" initials="未" lastIdx="0" clrIdx="1468"/>
  <p:cmAuthor id="1470" name="風輕 雲淡" initials="風輕" lastIdx="0" clrIdx="1469"/>
  <p:cmAuthor id="1471" name="张 青山" initials="张" lastIdx="0" clrIdx="1470"/>
  <p:cmAuthor id="1472" name="张青山" initials="张青山" lastIdx="0" clrIdx="1471"/>
  <p:cmAuthor id="1473" name="进 揭" initials="进" lastIdx="0" clrIdx="1472"/>
  <p:cmAuthor id="1474" name="10015046" initials="1" lastIdx="0" clrIdx="1473"/>
  <p:cmAuthor id="1475" name="未知用户271" initials="未" lastIdx="0" clrIdx="1474"/>
  <p:cmAuthor id="1476" name="未知用户388" initials="未" lastIdx="0" clrIdx="1475"/>
  <p:cmAuthor id="1477" name="未知用户224" initials="未" lastIdx="0" clrIdx="1476"/>
  <p:cmAuthor id="1478" name="jesschin" initials="j" lastIdx="0" clrIdx="1477"/>
  <p:cmAuthor id="1479" name="未知用户259" initials="未" lastIdx="0" clrIdx="1478"/>
  <p:cmAuthor id="1480" name="未知用户270" initials="未" lastIdx="0" clrIdx="1479"/>
  <p:cmAuthor id="1481" name="俊呈 賴" initials="俊" lastIdx="0" clrIdx="1480"/>
  <p:cmAuthor id="1482" name="Nero" initials="N" lastIdx="0" clrIdx="1481"/>
  <p:cmAuthor id="1483" name="yifan song" initials="y" lastIdx="0" clrIdx="1482"/>
  <p:cmAuthor id="1484" name="v15194" initials="v" lastIdx="0" clrIdx="1483"/>
  <p:cmAuthor id="1485" name="莊安君" initials="莊" lastIdx="0" clrIdx="1484"/>
  <p:cmAuthor id="1486" name="陳建璋" initials="陳" lastIdx="0" clrIdx="1485"/>
  <p:cmAuthor id="1487" name="建璋" initials="建" lastIdx="0" clrIdx="1486"/>
  <p:cmAuthor id="1488" name="77482" initials="7" lastIdx="0" clrIdx="1487"/>
  <p:cmAuthor id="1489" name="未知用户265" initials="未" lastIdx="0" clrIdx="1488"/>
  <p:cmAuthor id="1490" name="未知用户267" initials="未" lastIdx="0" clrIdx="1489"/>
  <p:cmAuthor id="1491" name="liuxie" initials="l" lastIdx="0" clrIdx="1490"/>
  <p:cmAuthor id="1492" name="未知用户241" initials="未" lastIdx="0" clrIdx="1491"/>
  <p:cmAuthor id="1493" name="未知用户242" initials="未" lastIdx="0" clrIdx="1492"/>
  <p:cmAuthor id="1494" name="未知用户227" initials="未" lastIdx="0" clrIdx="1493"/>
  <p:cmAuthor id="1495" name="未知用户298" initials="未" lastIdx="0" clrIdx="1494"/>
  <p:cmAuthor id="1496" name="未知用户299" initials="未" lastIdx="0" clrIdx="1495"/>
  <p:cmAuthor id="1497" name="未知用户480" initials="未" lastIdx="0" clrIdx="1496"/>
  <p:cmAuthor id="1498" name="未知用户302" initials="未" lastIdx="0" clrIdx="1497"/>
  <p:cmAuthor id="1499" name="橙子" initials="橙" lastIdx="0" clrIdx="1498"/>
  <p:cmAuthor id="1500" name="杨 贺春" initials="杨" lastIdx="0" clrIdx="1499"/>
  <p:cmAuthor id="1501" name="WPS_1728272768" initials="W" lastIdx="0" clrIdx="1500"/>
  <p:cmAuthor id="1502" name="許詩婕" initials="許" lastIdx="0" clrIdx="1501"/>
  <p:cmAuthor id="1503" name="10283556" initials="1" lastIdx="0" clrIdx="1502"/>
  <p:cmAuthor id="1504" name="minil" initials="m" lastIdx="0" clrIdx="1503"/>
  <p:cmAuthor id="1505" name="15106" initials="1" lastIdx="0" clrIdx="1504"/>
  <p:cmAuthor id="1506" name="Lenovo" initials="L" lastIdx="0" clrIdx="1505"/>
  <p:cmAuthor id="1507" name="赵 璐" initials="赵" lastIdx="0" clrIdx="1506"/>
  <p:cmAuthor id="1508" name="Zhu, Hawk" initials="Z" lastIdx="0" clrIdx="1507"/>
  <p:cmAuthor id="1509" name="tanjp" initials="t" lastIdx="0" clrIdx="1508"/>
  <p:cmAuthor id="1510" name="YS" initials="Y" lastIdx="0" clrIdx="1509"/>
  <p:cmAuthor id="1511" name="部室管理员/软件开发中心/总行机关/ABC" initials="部" lastIdx="0" clrIdx="1510"/>
  <p:cmAuthor id="1512" name="zilong.li" initials="z" lastIdx="0" clrIdx="1511"/>
  <p:cmAuthor id="1513" name="James Conard" initials="J" lastIdx="0" clrIdx="1512"/>
  <p:cmAuthor id="1514" name="Jdi" initials="J" lastIdx="0" clrIdx="1513"/>
  <p:cmAuthor id="1515" name="未知用户337" initials="未" lastIdx="0" clrIdx="1514"/>
  <p:cmAuthor id="1516" name="未知用户239" initials="未" lastIdx="0" clrIdx="1515"/>
  <p:cmAuthor id="1517" name="chenmh" initials="c" lastIdx="0" clrIdx="1516"/>
  <p:cmAuthor id="1518" name="CVTEr" initials="C" lastIdx="0" clrIdx="1517"/>
  <p:cmAuthor id="1519" name="June C" initials="J" lastIdx="0" clrIdx="1518"/>
  <p:cmAuthor id="1520" name="00270" initials="0" lastIdx="0" clrIdx="1519"/>
  <p:cmAuthor id="1521" name="IBM_USER" initials="I" lastIdx="0" clrIdx="1520"/>
  <p:cmAuthor id="1522" name="aa" initials="a" lastIdx="0" clrIdx="1521"/>
  <p:cmAuthor id="1523" name="shinevin liu" initials="s" lastIdx="0" clrIdx="1522"/>
  <p:cmAuthor id="1524" name="Davidpeng" initials="D" lastIdx="0" clrIdx="1523"/>
  <p:cmAuthor id="1525" name="dbc" initials="d" lastIdx="0" clrIdx="1524"/>
  <p:cmAuthor id="1526" name="吴军影" initials="吴" lastIdx="0" clrIdx="1525"/>
  <p:cmAuthor id="1527" name="冯学沛" initials="冯" lastIdx="0" clrIdx="1526"/>
  <p:cmAuthor id="1528" name="杨 超" initials="杨" lastIdx="0" clrIdx="1527"/>
  <p:cmAuthor id="1529" name="10023731" initials="1" lastIdx="0" clrIdx="1528"/>
  <p:cmAuthor id="1530" name="Rex" initials="R" lastIdx="0" clrIdx="1529"/>
  <p:cmAuthor id="1531" name="Xin Wang" initials="X" lastIdx="0" clrIdx="1530"/>
  <p:cmAuthor id="1532" name="马靖松" initials="马" lastIdx="0" clrIdx="1531"/>
  <p:cmAuthor id="1533" name="张晓燕(内蒙古巴彦淖尔)" initials="张" lastIdx="0" clrIdx="1532"/>
  <p:cmAuthor id="1534" name="王凯" initials="王" lastIdx="0" clrIdx="1533"/>
  <p:cmAuthor id="1535" name="沈琪-pbj" initials="沈" lastIdx="0" clrIdx="1534"/>
  <p:cmAuthor id="1536" name="LUO CHENG" initials="L" lastIdx="0" clrIdx="1535"/>
  <p:cmAuthor id="1537" name="scx" initials="s" lastIdx="0" clrIdx="1536"/>
  <p:cmAuthor id="1538" name="shenyanning-001" initials="s" lastIdx="0" clrIdx="1537"/>
  <p:cmAuthor id="1539" name="lipengfei01111@outlook.com" initials="l" lastIdx="0" clrIdx="1538"/>
  <p:cmAuthor id="1540" name="Evander Wan" initials="E" lastIdx="0" clrIdx="1539"/>
  <p:cmAuthor id="1541" name="Simon Camp" initials="S" lastIdx="0" clrIdx="1540"/>
  <p:cmAuthor id="1542" name="郭佳宏" initials="郭" lastIdx="0" clrIdx="1541"/>
  <p:cmAuthor id="1543" name="王书珍" initials="王" lastIdx="0" clrIdx="1542"/>
  <p:cmAuthor id="1544" name="何兴胜" initials="何" lastIdx="0" clrIdx="1543"/>
  <p:cmAuthor id="1545" name="bing" initials="b" lastIdx="0" clrIdx="1544"/>
  <p:cmAuthor id="1546" name="hh" initials="h" lastIdx="0" clrIdx="1545"/>
  <p:cmAuthor id="1547" name="273839920@qq.com" initials="2" lastIdx="0" clrIdx="1546"/>
  <p:cmAuthor id="1548" name="用户" initials="用" lastIdx="0" clrIdx="1547"/>
  <p:cmAuthor id="1549" name="Hope0187" initials="H" lastIdx="0" clrIdx="1548"/>
  <p:cmAuthor id="1550" name="靖千 罗" initials="靖" lastIdx="0" clrIdx="1549"/>
  <p:cmAuthor id="1551" name="舒迪" initials="舒" lastIdx="0" clrIdx="1550"/>
  <p:cmAuthor id="1552" name="qianyang03" initials="1" lastIdx="0" clrIdx="1551"/>
  <p:cmAuthor id="1553" name="张 美红" initials="张" lastIdx="0" clrIdx="1552"/>
  <p:cmAuthor id="1554" name="8613607323127" initials="8" lastIdx="0" clrIdx="1553"/>
  <p:cmAuthor id="1555" name="hanwen luo" initials="h" lastIdx="0" clrIdx="1554"/>
  <p:cmAuthor id="1556" name="Cpic" initials="C" lastIdx="0" clrIdx="1555"/>
  <p:cmAuthor id="1557" name="小田" initials="小" lastIdx="0" clrIdx="1556"/>
  <p:cmAuthor id="1558" name="刘 念" initials="刘" lastIdx="0" clrIdx="1557"/>
  <p:cmAuthor id="1559" name="Wangzhi gang" initials="W" lastIdx="0" clrIdx="1558"/>
  <p:cmAuthor id="1560" name="庄伟铭zwm136200" initials="庄" lastIdx="0" clrIdx="1559"/>
  <p:cmAuthor id="1561" name="张 凯" initials="张" lastIdx="0" clrIdx="1560"/>
  <p:cmAuthor id="1562" name="喰?" initials="喰" lastIdx="0" clrIdx="1561"/>
  <p:cmAuthor id="1563" name="CNTP" initials="C" lastIdx="0" clrIdx="1562"/>
  <p:cmAuthor id="1564" name="李柯然" initials="李" lastIdx="0" clrIdx="1563"/>
  <p:cmAuthor id="1565" name="LENOVO" initials="L" lastIdx="0" clrIdx="1564"/>
  <p:cmAuthor id="1566" name="li hw" initials="l" lastIdx="0" clrIdx="1565"/>
  <p:cmAuthor id="1567" name="王玉" initials="王" lastIdx="0" clrIdx="1566"/>
  <p:cmAuthor id="1568" name="Ming Zuo" initials="M" lastIdx="0" clrIdx="1567"/>
  <p:cmAuthor id="1569" name="FR" initials="F" lastIdx="0" clrIdx="1568"/>
  <p:cmAuthor id="1570" name="Office User" initials="O" lastIdx="0" clrIdx="1569"/>
  <p:cmAuthor id="1571" name="张星-lgd" initials="张" lastIdx="0" clrIdx="1570"/>
  <p:cmAuthor id="1572" name="dreamsummit" initials="d" lastIdx="0" clrIdx="1571"/>
  <p:cmAuthor id="1573" name="张 博" initials="张" lastIdx="0" clrIdx="1572"/>
  <p:cmAuthor id="1574" name="LS" initials="L" lastIdx="0" clrIdx="1573"/>
  <p:cmAuthor id="1575" name="2819264246@qq.com" initials="2" lastIdx="0" clrIdx="1574"/>
  <p:cmAuthor id="1576" name="Morgan, Aaron" initials="M" lastIdx="0" clrIdx="1575"/>
  <p:cmAuthor id="1577" name="weige" initials="w" lastIdx="0" clrIdx="1576"/>
  <p:cmAuthor id="1578" name="李 俊琦" initials="李" lastIdx="0" clrIdx="1577"/>
  <p:cmAuthor id="1579" name="沈 鹤" initials="沈" lastIdx="0" clrIdx="1578"/>
  <p:cmAuthor id="1580" name="jilin" initials="j" lastIdx="0" clrIdx="1579"/>
  <p:cmAuthor id="1581" name="王保青-pah" initials="王" lastIdx="0" clrIdx="1580"/>
  <p:cmAuthor id="1582" name="Luo Mingjie" initials="L" lastIdx="0" clrIdx="1581"/>
  <p:cmAuthor id="1583" name="Jason Li" initials="J" lastIdx="0" clrIdx="1582"/>
  <p:cmAuthor id="1584" name="duxingge" initials="d" lastIdx="0" clrIdx="1583"/>
  <p:cmAuthor id="1585" name="yingchao xi" initials="y" lastIdx="0" clrIdx="1584"/>
  <p:cmAuthor id="1586" name="depeng diao" initials="d" lastIdx="0" clrIdx="1585"/>
  <p:cmAuthor id="1587" name="amyzhang" initials="a" lastIdx="0" clrIdx="1586"/>
  <p:cmAuthor id="1588" name="JerryW" initials="J" lastIdx="0" clrIdx="1587"/>
  <p:cmAuthor id="1589" name="shenyy" initials="s" lastIdx="0" clrIdx="1588"/>
  <p:cmAuthor id="1590" name="Jason Cheung" initials="J" lastIdx="0" clrIdx="1589"/>
  <p:cmAuthor id="1591" name="刘笑" initials="刘" lastIdx="0" clrIdx="1590"/>
  <p:cmAuthor id="1592" name="admini" initials="a" lastIdx="0" clrIdx="1591"/>
  <p:cmAuthor id="1593" name="Maggie" initials="M" lastIdx="0" clrIdx="1592"/>
  <p:cmAuthor id="1594" name="朱应钊" initials="朱" lastIdx="0" clrIdx="1593"/>
  <p:cmAuthor id="1595" name="Xue" initials="X" lastIdx="0" clrIdx="1594"/>
  <p:cmAuthor id="1596" name="秋名不是山" initials="秋" lastIdx="0" clrIdx="1595"/>
  <p:cmAuthor id="1597" name="未知用户346" initials="未" lastIdx="0" clrIdx="1596"/>
  <p:cmAuthor id="1598" name="李林林" initials="李" lastIdx="0" clrIdx="1597"/>
  <p:cmAuthor id="1599" name="lin li" initials="ll" lastIdx="0" clrIdx="1598"/>
  <p:cmAuthor id="1600" name="595434287@qq.com" initials="5" lastIdx="0" clrIdx="1599"/>
  <p:cmAuthor id="1601" name="345175348@qq.com" initials="3" lastIdx="0" clrIdx="1600"/>
  <p:cmAuthor id="1602" name="李 奕霖" initials="李" lastIdx="0" clrIdx="1601"/>
  <p:cmAuthor id="1603" name="敬泉 李" initials="敬泉" lastIdx="0" clrIdx="1602"/>
  <p:cmAuthor id="1604" name="yangyy" initials="y" lastIdx="0" clrIdx="1603"/>
  <p:cmAuthor id="1605" name="艾启明" initials="A" lastIdx="0" clrIdx="1604"/>
  <p:cmAuthor id="1606" name="wunq1" initials="w" lastIdx="0" clrIdx="1605"/>
  <p:cmAuthor id="1607" name="yunfan" initials="y" lastIdx="0" clrIdx="1606"/>
  <p:cmAuthor id="1608" name="杨 东鹏" initials="杨" lastIdx="0" clrIdx="1607"/>
  <p:cmAuthor id="1609" name="黄梅" initials="黄" lastIdx="0" clrIdx="1608"/>
  <p:cmAuthor id="1610" name="冯 杰" initials="冯" lastIdx="0" clrIdx="1609"/>
  <p:cmAuthor id="1611" name="韩星星" initials="韩" lastIdx="0" clrIdx="1610"/>
  <p:cmAuthor id="1612" name="pc" initials="p" lastIdx="0" clrIdx="1611"/>
  <p:cmAuthor id="1613" name="贝贝ai猪" initials="贝" lastIdx="0" clrIdx="1612"/>
  <p:cmAuthor id="1614" name="Shaoyang Rao" initials="SR" lastIdx="0" clrIdx="1613"/>
  <p:cmAuthor id="1615" name="IT 测试" initials="I测" lastIdx="0" clrIdx="1614"/>
  <p:cmAuthor id="1616" name="郏鹏" initials="M" lastIdx="0" clrIdx="1615"/>
  <p:cmAuthor id="1617" name="ma jialin" initials="mj" lastIdx="0" clrIdx="1616"/>
  <p:cmAuthor id="1618" name="goforever814" initials="g" lastIdx="0" clrIdx="1617"/>
  <p:cmAuthor id="1619" name="HP" initials="H" lastIdx="0" clrIdx="1618"/>
  <p:cmAuthor id="1620" name="Paperman" initials="P" lastIdx="0" clrIdx="1619"/>
  <p:cmAuthor id="1621" name="Windows 用户" initials="W用" lastIdx="0" clrIdx="1620"/>
  <p:cmAuthor id="1622" name="zhouniudong" initials="z" lastIdx="0" clrIdx="1621"/>
  <p:cmAuthor id="1623" name="T470" initials="T" lastIdx="0" clrIdx="1622"/>
  <p:cmAuthor id="1624" name="hp" initials="h" lastIdx="0" clrIdx="1623"/>
  <p:cmAuthor id="1625" name="Chun Chung YEH" initials="C" lastIdx="0" clrIdx="1624"/>
  <p:cmAuthor id="1626" name="Vicky" initials="V" lastIdx="0" clrIdx="1625"/>
  <p:cmAuthor id="1627" name="刘云轩" initials="刘" lastIdx="0" clrIdx="1626"/>
  <p:cmAuthor id="1628" name="杨 浩" initials="杨" lastIdx="0" clrIdx="1627"/>
  <p:cmAuthor id="1629" name="sharon" initials="s" lastIdx="0" clrIdx="1628"/>
  <p:cmAuthor id="1630" name="未知的使用者81" initials="未" lastIdx="0" clrIdx="1629"/>
  <p:cmAuthor id="1631" name="feng'guo'jian" initials="f" lastIdx="0" clrIdx="1630"/>
  <p:cmAuthor id="1632" name="CN=娄川川/OU=河南/O=chtc" initials="C" lastIdx="0" clrIdx="1631"/>
  <p:cmAuthor id="1633" name="李岩（IT）" initials="李" lastIdx="0" clrIdx="1632"/>
  <p:cmAuthor id="1634" name="13686" initials="1" lastIdx="0" clrIdx="1633"/>
  <p:cmAuthor id="1635" name="周辉" initials="周" lastIdx="0" clrIdx="1634"/>
  <p:cmAuthor id="1636" name="李志军" initials="lzj" lastIdx="0" clrIdx="1635"/>
  <p:cmAuthor id="1637" name="郭雨婷" initials="郭" lastIdx="0" clrIdx="1636"/>
  <p:cmAuthor id="1638" name="yanhexin" initials="y" lastIdx="0" clrIdx="1637"/>
  <p:cmAuthor id="1639" name="sunyufang" initials="s" lastIdx="0" clrIdx="1638"/>
  <p:cmAuthor id="1640" name="未知的使用者78" initials="未" lastIdx="0" clrIdx="1639"/>
  <p:cmAuthor id="1641" name="李楠10047711" initials="" lastIdx="0" clrIdx="1640"/>
  <p:cmAuthor id="1642" name="Richard Xiong(YICT,ITD)" initials="" lastIdx="0" clrIdx="1641"/>
  <p:cmAuthor id="1643" name="赵诚荣10027092" initials="" lastIdx="0" clrIdx="1642"/>
  <p:cmAuthor id="1644" name="未知的使用者15" initials="未" lastIdx="0" clrIdx="1643"/>
  <p:cmAuthor id="1645" name="Li, Siyu" initials="L" lastIdx="0" clrIdx="1644"/>
  <p:cmAuthor id="1646" name="P1063cindychen" initials="P" lastIdx="0" clrIdx="1645"/>
  <p:cmAuthor id="1647" name="Pueschner, Franziska {FA~Shanghai}" initials="P" lastIdx="0" clrIdx="1646"/>
  <p:cmAuthor id="1648" name="ZhangXiaoMin" initials="Z" lastIdx="0" clrIdx="1647"/>
  <p:cmAuthor id="1649" name="廖麗華" initials="廖" lastIdx="0" clrIdx="1648"/>
  <p:cmAuthor id="1650" name="cui yun" initials="cy" lastIdx="0" clrIdx="1649"/>
  <p:cmAuthor id="1651" name="未知的使用者21" initials="未" lastIdx="0" clrIdx="1650"/>
  <p:cmAuthor id="1652" name="August" initials="A" lastIdx="0" clrIdx="1651"/>
  <p:cmAuthor id="1653" name="liu jing" initials="lj" lastIdx="0" clrIdx="1652"/>
  <p:cmAuthor id="1654" name="未知的使用者51" initials="未" lastIdx="0" clrIdx="1653"/>
  <p:cmAuthor id="1655" name="luxu" initials="l" lastIdx="0" clrIdx="1654"/>
  <p:cmAuthor id="1656" name="群智集" initials="群" lastIdx="0" clrIdx="1655"/>
  <p:cmAuthor id="1657" name="未知用户22" initials="未" lastIdx="0" clrIdx="1656"/>
  <p:cmAuthor id="1658" name="郏 鹏" initials="郏" lastIdx="0" clrIdx="1657"/>
  <p:cmAuthor id="1659" name="未知用户12" initials="未" lastIdx="0" clrIdx="1658"/>
  <p:cmAuthor id="1660" name="宋玉坤" initials="W用" lastIdx="0" clrIdx="1659"/>
  <p:cmAuthor id="1661" name="未知的使用者62" initials="未" lastIdx="0" clrIdx="1660"/>
  <p:cmAuthor id="1662" name="lenovo" initials="l" lastIdx="0" clrIdx="1661"/>
  <p:cmAuthor id="1663" name="未知的使用者58" initials="未" lastIdx="0" clrIdx="1662"/>
  <p:cmAuthor id="1664" name="刘海娜|liuhaina" initials="W用" lastIdx="0" clrIdx="1663"/>
  <p:cmAuthor id="1665" name="与荒野匆匆独白" initials="与" lastIdx="0" clrIdx="1664"/>
  <p:cmAuthor id="1666" name="宝玉 张" initials="宝张" lastIdx="0" clrIdx="1665"/>
  <p:cmAuthor id="1667" name="cony" initials="c" lastIdx="0" clrIdx="1666"/>
  <p:cmAuthor id="1668" name="未知用户2" initials="未" lastIdx="0" clrIdx="1667"/>
  <p:cmAuthor id="1669" name="Christina" initials="C" lastIdx="0" clrIdx="1668"/>
  <p:cmAuthor id="1670" name="jet" initials="j" lastIdx="0" clrIdx="1669"/>
  <p:cmAuthor id="1671" name="Unknown User25" initials="U" lastIdx="0" clrIdx="1670"/>
  <p:cmAuthor id="1672" name="Unknown User28" initials="U" lastIdx="0" clrIdx="1671"/>
  <p:cmAuthor id="1673" name="未知的使用者133" initials="未" lastIdx="0" clrIdx="1672"/>
  <p:cmAuthor id="1674" name="未知的使用者135" initials="未" lastIdx="0" clrIdx="1673"/>
  <p:cmAuthor id="1675" name="未知的使用者138" initials="未" lastIdx="0" clrIdx="1674"/>
  <p:cmAuthor id="1676" name="未知的使用者162" initials="未" lastIdx="0" clrIdx="1675"/>
  <p:cmAuthor id="1677" name="未知的使用者163" initials="未" lastIdx="0" clrIdx="1676"/>
  <p:cmAuthor id="1678" name="未知的使用者158" initials="未" lastIdx="0" clrIdx="1677"/>
  <p:cmAuthor id="1679" name="未知的使用者148" initials="未" lastIdx="0" clrIdx="1678"/>
  <p:cmAuthor id="1680" name="未知的使用者167" initials="未" lastIdx="0" clrIdx="1679"/>
  <p:cmAuthor id="1681" name="未知的使用者169" initials="未" lastIdx="0" clrIdx="1680"/>
  <p:cmAuthor id="1682" name="未知的使用者198" initials="未" lastIdx="0" clrIdx="1681"/>
  <p:cmAuthor id="1683" name="未知的使用者194" initials="未" lastIdx="0" clrIdx="1682"/>
  <p:cmAuthor id="1684" name="未知的使用者182" initials="未" lastIdx="0" clrIdx="1683"/>
  <p:cmAuthor id="1685" name="张静_Anua7Nne" initials="authorId_935319063" lastIdx="0" clrIdx="1684"/>
  <p:cmAuthor id="1686" name="未知的使用者186" initials="未" lastIdx="0" clrIdx="1685"/>
  <p:cmAuthor id="1687" name="未知的使用者201" initials="未" lastIdx="0" clrIdx="1686"/>
  <p:cmAuthor id="1688" name="未知的使用者171" initials="未" lastIdx="0" clrIdx="1687"/>
  <p:cmAuthor id="1689" name="未知的使用者173" initials="未" lastIdx="0" clrIdx="1688"/>
  <p:cmAuthor id="1690" name="未知的使用者203" initials="未" lastIdx="0" clrIdx="1689"/>
  <p:cmAuthor id="1691" name="未知用户37" initials="未" lastIdx="0" clrIdx="1690"/>
  <p:cmAuthor id="1692" name="未知用户38" initials="未" lastIdx="0" clrIdx="1691"/>
  <p:cmAuthor id="1693" name="未知用户39" initials="未" lastIdx="0" clrIdx="1692"/>
  <p:cmAuthor id="1694" name="未知用户30" initials="未" lastIdx="0" clrIdx="1693"/>
  <p:cmAuthor id="1695" name="柏 华" initials="柏" lastIdx="0" clrIdx="1694"/>
  <p:cmAuthor id="1696" name="WPS_1559632127" initials="W" lastIdx="0" clrIdx="1695"/>
  <p:cmAuthor id="1697" name="lin bi" initials="lb" lastIdx="0" clrIdx="1696"/>
  <p:cmAuthor id="1698" name="张灿" initials="张灿" lastIdx="0" clrIdx="1697"/>
  <p:cmAuthor id="1699" name="刘 金环" initials="刘" lastIdx="0" clrIdx="1698"/>
  <p:cmAuthor id="1700" name="宋洁然" initials="宋" lastIdx="0" clrIdx="1699"/>
  <p:cmAuthor id="1701" name="ming qiu" initials="m" lastIdx="0" clrIdx="1700"/>
  <p:cmAuthor id="1702" name="1206988966@qq.com" initials="1" lastIdx="0" clrIdx="1701"/>
  <p:cmAuthor id="1703" name="姜伟光" initials="姜" lastIdx="0" clrIdx="1702"/>
  <p:cmAuthor id="1704" name="ASUS" initials="A" lastIdx="0" clrIdx="1703"/>
  <p:cmAuthor id="1705" name="爱尔兰" initials="爱" lastIdx="0" clrIdx="1704"/>
  <p:cmAuthor id="1706" name="xiedk" initials="x" lastIdx="0" clrIdx="1705"/>
  <p:cmAuthor id="1707" name="xifeng" initials="x" lastIdx="0" clrIdx="1706"/>
  <p:cmAuthor id="1708" name="王 涛" initials="王" lastIdx="0" clrIdx="1707"/>
  <p:cmAuthor id="1709" name="蔡丹倩" initials="蔡" lastIdx="0" clrIdx="1708"/>
  <p:cmAuthor id="1710" name="王长江_yEBfu2MB" initials="authorId_2287304495" lastIdx="0" clrIdx="1709"/>
  <p:cmAuthor id="1711" name="康浩杰|hnkanghaojie" initials="A" lastIdx="0" clrIdx="1710"/>
  <p:cmAuthor id="1712" name="wangchao" initials="w" lastIdx="0" clrIdx="1711"/>
  <p:cmAuthor id="1713" name="dongrp" initials="d" lastIdx="0" clrIdx="1712"/>
  <p:cmAuthor id="1714" name="王志明" initials="王" lastIdx="0" clrIdx="1713"/>
  <p:cmAuthor id="1715" name="myjsrr" initials="m" lastIdx="0" clrIdx="1714"/>
  <p:cmAuthor id="1716" name="张鹏翔10263117" initials="张" lastIdx="0" clrIdx="1715"/>
  <p:cmAuthor id="1717" name="Admin" initials="A" lastIdx="0" clrIdx="1716"/>
  <p:cmAuthor id="1718" name="老石" initials="老" lastIdx="0" clrIdx="1717"/>
  <p:cmAuthor id="1719" name="Y" initials="YY [29]" lastIdx="0" clrIdx="1718"/>
  <p:cmAuthor id="1720" name="zjh" initials="z" lastIdx="0" clrIdx="1719"/>
  <p:cmAuthor id="1721" name="Miranda Bi" initials="M" lastIdx="0" clrIdx="1720"/>
  <p:cmAuthor id="1722" name="王凯10177225" initials="王凯10177225" lastIdx="0" clrIdx="1721"/>
  <p:cmAuthor id="1723" name="JCL" initials="J" lastIdx="0" clrIdx="1722"/>
  <p:cmAuthor id="1724" name="黄珂10009187" initials="黄珂10009187" lastIdx="0" clrIdx="1723"/>
  <p:cmAuthor id="1725" name="Sylan♈️、" initials="S" lastIdx="0" clrIdx="1724"/>
  <p:cmAuthor id="1726" name="Grand JiJing" initials="gjing" lastIdx="0" clrIdx="1725"/>
  <p:cmAuthor id="1727" name="Emily CuiWang" initials="WEC" lastIdx="0" clrIdx="1726"/>
  <p:cmAuthor id="1728" name="王灏" initials="王灏" lastIdx="0" clrIdx="1727"/>
  <p:cmAuthor id="1729" name="Guo Fangtian" initials="GF" lastIdx="0" clrIdx="1728"/>
  <p:cmAuthor id="1730" name="艾thinkpad" initials="艾" lastIdx="0" clrIdx="1729"/>
  <p:cmAuthor id="1731" name="ZW183UX" initials="Z" lastIdx="0" clrIdx="1730"/>
  <p:cmAuthor id="1732" name="yinp" initials="y" lastIdx="0" clrIdx="1731"/>
  <p:cmAuthor id="1733" name="Zhang, Diankun" initials="ZD" lastIdx="0" clrIdx="1732"/>
  <p:cmAuthor id="1734" name="lee" initials="l" lastIdx="0" clrIdx="1733"/>
  <p:cmAuthor id="1735" name="东方_b3dea543bad08e97" initials="authorId_278826930" lastIdx="0" clrIdx="1734"/>
  <p:cmAuthor id="1736" name="Ella Dong" initials="ED" lastIdx="0" clrIdx="1735"/>
  <p:cmAuthor id="1737" name="孙妮" initials="孙妮" lastIdx="0" clrIdx="1736"/>
  <p:cmAuthor id="1738" name="朱琳" initials="朱" lastIdx="0" clrIdx="1737"/>
  <p:cmAuthor id="1739" name="ida" initials="i" lastIdx="0" clrIdx="1738"/>
  <p:cmAuthor id="1740" name="姜来" initials="姜" lastIdx="0" clrIdx="1739"/>
  <p:cmAuthor id="1741" name="史明慧-项目管理办公室" initials="史" lastIdx="0" clrIdx="1740"/>
  <p:cmAuthor id="1742" name="何杰" initials="何" lastIdx="0" clrIdx="1741"/>
  <p:cmAuthor id="1743" name="J" initials="J" lastIdx="0" clrIdx="1742"/>
  <p:cmAuthor id="1744" name="况 年虎" initials="况" lastIdx="0" clrIdx="1743"/>
  <p:cmAuthor id="1745" name="86130" initials="8" lastIdx="0" clrIdx="1744"/>
  <p:cmAuthor id="1746" name="张雅萱" initials="张" lastIdx="0" clrIdx="1745"/>
  <p:cmAuthor id="1747" name="wn" initials="w" lastIdx="0" clrIdx="1746"/>
  <p:cmAuthor id="1748" name="林桦桦" initials="林" lastIdx="0" clrIdx="1747"/>
  <p:cmAuthor id="1749" name="未知的使用者76" initials="未" lastIdx="0" clrIdx="1748"/>
  <p:cmAuthor id="1750" name="云峰 贾" initials="云" lastIdx="0" clrIdx="1749"/>
  <p:cmAuthor id="1751" name="Helms, Hans-Joachim {MDBA~Basel}" initials="H" lastIdx="0" clrIdx="1750"/>
  <p:cmAuthor id="1752" name="10080095" initials="1" lastIdx="0" clrIdx="1751"/>
  <p:cmAuthor id="1753" name="00021840" initials="0" lastIdx="0" clrIdx="1752"/>
  <p:cmAuthor id="1754" name="江莉萍|jiangliping" initials="江" lastIdx="0" clrIdx="1753"/>
  <p:cmAuthor id="1755" name="李 东科" initials="李" lastIdx="0" clrIdx="1754"/>
  <p:cmAuthor id="1756" name="10091031" initials="1" lastIdx="0" clrIdx="1755"/>
  <p:cmAuthor id="1757" name="he feng" initials="h" lastIdx="0" clrIdx="1756"/>
  <p:cmAuthor id="1758" name="未知用户95" initials="未" lastIdx="0" clrIdx="1757"/>
  <p:cmAuthor id="1759" name="wenle369@sina.com" initials="w" lastIdx="0" clrIdx="1758"/>
  <p:cmAuthor id="1760" name="过 去" initials="过" lastIdx="0" clrIdx="1759"/>
  <p:cmAuthor id="1761" name="admin" initials="a" lastIdx="0" clrIdx="1760"/>
  <p:cmAuthor id="1762" name="未知用户123" initials="未" lastIdx="0" clrIdx="1761"/>
  <p:cmAuthor id="1763" name="未知用户128" initials="未" lastIdx="0" clrIdx="1762"/>
  <p:cmAuthor id="1764" name="裴煜" initials="裴" lastIdx="0" clrIdx="1763"/>
  <p:cmAuthor id="1765" name="未知用户138" initials="未" lastIdx="0" clrIdx="1764"/>
  <p:cmAuthor id="1766" name="未知用户142" initials="未" lastIdx="0" clrIdx="1765"/>
  <p:cmAuthor id="1767" name="未知用户145" initials="未" lastIdx="0" clrIdx="1766"/>
  <p:cmAuthor id="1768" name="cmcc" initials="c" lastIdx="0" clrIdx="1767"/>
  <p:cmAuthor id="1769" name="未知的使用者236" initials="" lastIdx="0" clrIdx="1768"/>
  <p:cmAuthor id="1770" name="未知用户206" initials="未" lastIdx="0" clrIdx="1769"/>
  <p:cmAuthor id="1771" name="Ellen" initials="E" lastIdx="0" clrIdx="1770"/>
  <p:cmAuthor id="1772" name="王 金谦" initials="王" lastIdx="0" clrIdx="1771"/>
  <p:cmAuthor id="1773" name="唐 赛" initials="唐" lastIdx="0" clrIdx="1772"/>
  <p:cmAuthor id="1774" name="未知用户197" initials="未" lastIdx="0" clrIdx="1773"/>
  <p:cmAuthor id="1775" name="李奇" initials="奇奇" lastIdx="0" clrIdx="1774"/>
  <p:cmAuthor id="1776" name="周 辉" initials="周" lastIdx="0" clrIdx="1775"/>
  <p:cmAuthor id="1777" name="WPS_1734174719" initials="W" lastIdx="0" clrIdx="1776"/>
  <p:cmAuthor id="1778" name="Microsoft Office 用户" initials="M" lastIdx="0" clrIdx="1777"/>
  <p:cmAuthor id="1779" name="席琛" initials="" lastIdx="0" clrIdx="1778"/>
  <p:cmAuthor id="1780" name="未知用户321" initials="未" lastIdx="0" clrIdx="1779"/>
  <p:cmAuthor id="1781" name="未知用户252" initials="未" lastIdx="0" clrIdx="1780"/>
  <p:cmAuthor id="1782" name="未知用户263" initials="未" lastIdx="0" clrIdx="1781"/>
  <p:cmAuthor id="1783" name="未知用户340" initials="未" lastIdx="0" clrIdx="1782"/>
  <p:cmAuthor id="1784" name="未知用户421" initials="未" lastIdx="0" clrIdx="1783"/>
  <p:cmAuthor id="1785" name="红旗的理想" initials="红" lastIdx="0" clrIdx="1784"/>
  <p:cmAuthor id="1786" name="shq316@vod365.com" initials="s" lastIdx="0" clrIdx="1785"/>
  <p:cmAuthor id="1787" name="冯江宁" initials="U" lastIdx="0" clrIdx="1786"/>
  <p:cmAuthor id="1788" name="朱自洪泉10298473" initials="MSOffice" lastIdx="0" clrIdx="1787"/>
  <p:cmAuthor id="1789" name="zdl" initials="z" lastIdx="0" clrIdx="1788"/>
  <p:cmAuthor id="1790" name="未知用户471" initials="未" lastIdx="0" clrIdx="1789"/>
  <p:cmAuthor id="1791" name="未知用户472" initials="未" lastIdx="0" clrIdx="1790"/>
  <p:cmAuthor id="1792" name="未知用户473" initials="未" lastIdx="0" clrIdx="1791"/>
  <p:cmAuthor id="1793" name="刘浩" initials="刘" lastIdx="0" clrIdx="1792"/>
  <p:cmAuthor id="1794" name="未知用户475" initials="未" lastIdx="0" clrIdx="1793"/>
  <p:cmAuthor id="1795" name="Vivian Liu" initials="VL" lastIdx="0" clrIdx="1794"/>
  <p:cmAuthor id="1796" name="未知用户477" initials="未" lastIdx="0" clrIdx="1795"/>
  <p:cmAuthor id="1797" name="未知用户478" initials="未" lastIdx="0" clrIdx="1796"/>
  <p:cmAuthor id="1798" name="未知用户3" initials="未知用户3" lastIdx="0" clrIdx="1797"/>
  <p:cmAuthor id="1799" name="仇怿俊" initials="仇" lastIdx="0" clrIdx="1798"/>
  <p:cmAuthor id="1800" name="未知用户4" initials="未知用户4" lastIdx="0" clrIdx="1799"/>
  <p:cmAuthor id="1801" name="mei shuo" initials="mei shuo" lastIdx="0" clrIdx="1800"/>
  <p:cmAuthor id="1802" name="guoning" initials="g" lastIdx="0" clrIdx="1801"/>
  <p:cmAuthor id="1803" name="dengwanting" initials="d" lastIdx="0" clrIdx="1802"/>
  <p:cmAuthor id="1804" name="biu～" initials="b" lastIdx="0" clrIdx="1803"/>
  <p:cmAuthor id="1805" name="mouse zz" initials="mz" lastIdx="0" clrIdx="1804"/>
  <p:cmAuthor id="1806" name="郭大军" initials="郭" lastIdx="0" clrIdx="1805"/>
  <p:cmAuthor id="1807" name="goulei" initials="g" lastIdx="0" clrIdx="1806"/>
  <p:cmAuthor id="1808" name="俊" initials="俊" lastIdx="0" clrIdx="1807"/>
  <p:cmAuthor id="1809" name="曾美健" initials="曾" lastIdx="0" clrIdx="1808"/>
  <p:cmAuthor id="1810" name="未知用户10" initials="未知用户10" lastIdx="0" clrIdx="1809"/>
  <p:cmAuthor id="1811" name="未知用户11" initials="未知用户11" lastIdx="0" clrIdx="1810"/>
  <p:cmAuthor id="1812" name="honglei" initials="h" lastIdx="0" clrIdx="1811"/>
  <p:cmAuthor id="1813" name="WPS_1679281038" initials="W" lastIdx="0" clrIdx="1812"/>
  <p:cmAuthor id="1814" name="10278788" initials="1" lastIdx="0" clrIdx="1813"/>
  <p:cmAuthor id="1815" name="未知用户204" initials="未" lastIdx="0" clrIdx="1814"/>
  <p:cmAuthor id="1816" name="未知用户193" initials="未" lastIdx="0" clrIdx="1815"/>
  <p:cmAuthor id="1817" name="HE JIE" initials="" lastIdx="0" clrIdx="1816"/>
  <p:cmAuthor id="1818" name="未知的使用者256" initials="未" lastIdx="0" clrIdx="1817"/>
  <p:cmAuthor id="1819" name="未知的使用者235" initials="未" lastIdx="0" clrIdx="1818"/>
  <p:cmAuthor id="1820" name="未知的使用者257" initials="未" lastIdx="0" clrIdx="1819"/>
  <p:cmAuthor id="1821" name="未知的使用者241" initials="未" lastIdx="0" clrIdx="1820"/>
  <p:cmAuthor id="1822" name="胖胖聪" initials="胖" lastIdx="0" clrIdx="1821"/>
  <p:cmAuthor id="1823" name="Liyangjun" initials="L" lastIdx="0" clrIdx="1822"/>
  <p:cmAuthor id="1824" name="未知用户296" initials="未" lastIdx="0" clrIdx="1823"/>
  <p:cmAuthor id="1825" name="aaaaaa apple" initials="a" lastIdx="0" clrIdx="1824"/>
  <p:cmAuthor id="1826" name="bu" initials="b" lastIdx="0" clrIdx="1825"/>
  <p:cmAuthor id="1827" name="提笔忘字" initials="提" lastIdx="0" clrIdx="1826"/>
  <p:cmAuthor id="1828" name="武姗姗" initials="A" lastIdx="0" clrIdx="1827"/>
  <p:cmAuthor id="1829" name="树东 贾" initials="树贾" lastIdx="0" clrIdx="1828"/>
  <p:cmAuthor id="1830" name="恩智 刘" initials="恩刘" lastIdx="0" clrIdx="1829"/>
  <p:cmAuthor id="1831" name="黄楹" initials="黄楹" lastIdx="0" clrIdx="1830"/>
  <p:cmAuthor id="1832" name="！！！" initials="！" lastIdx="0" clrIdx="1831"/>
  <p:cmAuthor id="1833" name="李 宁" initials="李" lastIdx="0" clrIdx="1832"/>
  <p:cmAuthor id="1834" name="lin xuanyu" initials="lx" lastIdx="0" clrIdx="1833"/>
  <p:cmAuthor id="1835" name="董家伟" initials="董" lastIdx="0" clrIdx="1834"/>
  <p:cmAuthor id="1836" name="C—Lily" initials="C" lastIdx="0" clrIdx="1835"/>
  <p:cmAuthor id="1837" name="年糕蘸白糖" initials="年" lastIdx="0" clrIdx="1836"/>
  <p:cmAuthor id="1838" name="张道伟" initials="张" lastIdx="0" clrIdx="1837"/>
  <p:cmAuthor id="1839" name="Windows User" initials="WU" lastIdx="0" clrIdx="1838"/>
  <p:cmAuthor id="1840" name="23934" initials="2" lastIdx="0" clrIdx="1839"/>
  <p:cmAuthor id="1841" name="佳菲猫JF" initials="佳" lastIdx="0" clrIdx="1840"/>
  <p:cmAuthor id="1842" name="liuyuhao.hz" initials="liuyuhao.hz" lastIdx="0" clrIdx="1841"/>
  <p:cmAuthor id="1843" name="陈芳" initials="陈" lastIdx="0" clrIdx="1842"/>
  <p:cmAuthor id="1844" name="美好未曾遗失" initials="美" lastIdx="0" clrIdx="1843"/>
  <p:cmAuthor id="1845" name="zhuwei" initials="zhuwei" lastIdx="0" clrIdx="1844"/>
  <p:cmAuthor id="1846" name="晓宇" initials="晓" lastIdx="0" clrIdx="1845"/>
  <p:cmAuthor id="1847" name="shiny" initials="s" lastIdx="0" clrIdx="1846"/>
  <p:cmAuthor id="1848" name="HD" initials="H" lastIdx="0" clrIdx="1847"/>
  <p:cmAuthor id="1849" name="." initials="." lastIdx="0" clrIdx="1848"/>
  <p:cmAuthor id="1850" name="10210843" initials="1" lastIdx="0" clrIdx="1849"/>
  <p:cmAuthor id="1851" name="ZTE Zhou" initials="A" lastIdx="0" clrIdx="1850"/>
  <p:cmAuthor id="1852" name="19278" initials="1" lastIdx="0" clrIdx="1851"/>
  <p:cmAuthor id="1853" name="mq" initials="m" lastIdx="0" clrIdx="1852"/>
  <p:cmAuthor id="1854" name="10265139" initials="1" lastIdx="0" clrIdx="1853"/>
  <p:cmAuthor id="1855" name="gsy" initials="gsy" lastIdx="0" clrIdx="1854"/>
  <p:cmAuthor id="1856" name="10311315" initials="1" lastIdx="0" clrIdx="1855"/>
  <p:cmAuthor id="1857" name="ying" initials="y" lastIdx="0" clrIdx="1856"/>
  <p:cmAuthor id="1858" name="longyamei-1" initials="l" lastIdx="0" clrIdx="1857"/>
  <p:cmAuthor id="1859" name="Xmj" initials="X" lastIdx="0" clrIdx="1858"/>
  <p:cmAuthor id="1860" name="快子" initials="快" lastIdx="0" clrIdx="1859"/>
  <p:cmAuthor id="1861" name="柯珂" initials="柯" lastIdx="0" clrIdx="1860"/>
  <p:cmAuthor id="1862" name="WPS_1620655604" initials="W" lastIdx="0" clrIdx="1861"/>
  <p:cmAuthor id="1863" name="小角色" initials="小" lastIdx="0" clrIdx="1862"/>
  <p:cmAuthor id="1864" name="1090026863@qq.com" initials="1" lastIdx="0" clrIdx="1863"/>
  <p:cmAuthor id="1865" name="dezye-肖" initials="d" lastIdx="0" clrIdx="1864"/>
  <p:cmAuthor id="1866" name="Sunny" initials="S" lastIdx="0" clrIdx="1865"/>
  <p:cmAuthor id="1867" name="完能" initials="完" lastIdx="0" clrIdx="1866"/>
  <p:cmAuthor id="1868" name="老头王" initials="老" lastIdx="0" clrIdx="1867"/>
  <p:cmAuthor id="1869" name="短发Jessica" initials="短" lastIdx="0" clrIdx="1868"/>
  <p:cmAuthor id="1870" name="樣樣汢荳" initials="樣" lastIdx="0" clrIdx="1869"/>
  <p:cmAuthor id="1871" name="方芳芳" initials="方" lastIdx="0" clrIdx="1870"/>
  <p:cmAuthor id="1872" name="梦魂萦绕" initials="梦" lastIdx="0" clrIdx="1871"/>
  <p:cmAuthor id="1873" name="灵然 张" initials="灵张" lastIdx="0" clrIdx="1872"/>
  <p:cmAuthor id="1874" name="線缐线✨" initials="線" lastIdx="0" clrIdx="1873"/>
  <p:cmAuthor id="1875" name="Lin" initials="L" lastIdx="0" clrIdx="1874"/>
  <p:cmAuthor id="1876" name="Usea" initials="U" lastIdx="0" clrIdx="1875"/>
  <p:cmAuthor id="1877" name="王承豪" initials="王" lastIdx="0" clrIdx="1876"/>
  <p:cmAuthor id="1878" name="mayl" initials="m" lastIdx="0" clrIdx="1877"/>
  <p:cmAuthor id="1879" name="超羽 杨" initials="超羽" lastIdx="0" clrIdx="1878"/>
  <p:cmAuthor id="1880" name="郭兆乾" initials="郭" lastIdx="0" clrIdx="1879"/>
  <p:cmAuthor id="1881" name="中国电信" initials="lijinyan" lastIdx="0" clrIdx="1880"/>
  <p:cmAuthor id="1882" name="广灿" initials="广" lastIdx="0" clrIdx="1881"/>
  <p:cmAuthor id="1883" name="丁" initials="丁" lastIdx="0" clrIdx="1882"/>
  <p:cmAuthor id="1884" name="WPS_1701680452" initials="W" lastIdx="0" clrIdx="1883"/>
  <p:cmAuthor id="1885" name="gongjt" initials="g" lastIdx="0" clrIdx="1884"/>
  <p:cmAuthor id="1886" name="fxy" initials="f" lastIdx="0" clrIdx="1885"/>
  <p:cmAuthor id="1887" name="小立" initials="小" lastIdx="0" clrIdx="1886"/>
  <p:cmAuthor id="1888" name="Xin Feng" initials="XF" lastIdx="0" clrIdx="1887"/>
  <p:cmAuthor id="1889" name="kahlen qi" initials="k" lastIdx="0" clrIdx="1888"/>
  <p:cmAuthor id="1890" name="胡诚诚" initials="d" lastIdx="0" clrIdx="1889"/>
  <p:cmAuthor id="1891" name="周能为" initials="华为" lastIdx="0" clrIdx="1890"/>
  <p:cmAuthor id="1892" name="Vince_NbqqQZvq" initials="authorId_676464675" lastIdx="0" clrIdx="1891"/>
  <p:cmAuthor id="1893" name="xw" initials="x" lastIdx="0" clrIdx="1892"/>
  <p:cmAuthor id="1894" name="一桶" initials="一" lastIdx="0" clrIdx="1893"/>
  <p:cmAuthor id="1895" name="诺思hg" initials="诺" lastIdx="0" clrIdx="1894"/>
  <p:cmAuthor id="1896" name="施兰亭" initials="施兰亭" lastIdx="0" clrIdx="1895"/>
  <p:cmAuthor id="1897" name="10247586" initials="Nikodemus" lastIdx="0" clrIdx="1896"/>
  <p:cmAuthor id="1898" name="10247451" initials="1" lastIdx="0" clrIdx="1897"/>
  <p:cmAuthor id="1899" name="黄 定江" initials="黄" lastIdx="0" clrIdx="1898"/>
  <p:cmAuthor id="1900" name="程昊_2Y7bmQfe" initials="authorId_1160405636" lastIdx="0" clrIdx="1899"/>
  <p:cmAuthor id="1901" name="Niucas" initials="N" lastIdx="0" clrIdx="1900"/>
  <p:cmAuthor id="1902" name="Baty xiao" initials="Bx" lastIdx="0" clrIdx="1901"/>
  <p:cmAuthor id="1903" name="关丽莘" initials="T" lastIdx="0" clrIdx="1902"/>
  <p:cmAuthor id="1904" name="张钰" initials="张" lastIdx="0" clrIdx="1903"/>
  <p:cmAuthor id="1905" name="y x" initials="yx" lastIdx="0" clrIdx="1904"/>
  <p:cmAuthor id="1906" name="hl chen" initials="hc" lastIdx="0" clrIdx="1905"/>
  <p:cmAuthor id="1907" name="李锦" initials="李" lastIdx="0" clrIdx="1906"/>
  <p:cmAuthor id="1908" name="修志超" initials="修" lastIdx="0" clrIdx="1907"/>
  <p:cmAuthor id="1909" name="zhang erchao" initials="ze" lastIdx="0" clrIdx="1908"/>
  <p:cmAuthor id="1910" name="wrx" initials="wrx" lastIdx="0" clrIdx="1909"/>
  <p:cmAuthor id="1911" name="陈龙青" initials="陈龙青" lastIdx="0" clrIdx="1910"/>
  <p:cmAuthor id="1912" name="rabbit" initials="z" lastIdx="0" clrIdx="1911"/>
  <p:cmAuthor id="1913" name="翔 姚" initials="翔" lastIdx="0" clrIdx="1912"/>
  <p:cmAuthor id="1914" name="66030012@UE" initials="w" lastIdx="0" clrIdx="1913"/>
  <p:cmAuthor id="1915" name="ZCB" initials="Z" lastIdx="0" clrIdx="1914"/>
  <p:cmAuthor id="1916" name="朱常宝10028539" initials="" lastIdx="0" clrIdx="1915"/>
  <p:cmAuthor id="1917" name="YanHong" initials="" lastIdx="0" clrIdx="1916"/>
  <p:cmAuthor id="1918" name="xj" initials="x" lastIdx="0" clrIdx="1917"/>
  <p:cmAuthor id="1919" name="woshimaomaoli" initials="w" lastIdx="0" clrIdx="1918"/>
  <p:cmAuthor id="1920" name="林 哈哈" initials="林" lastIdx="0" clrIdx="1919"/>
  <p:cmAuthor id="1921" name="huangjin" initials="h" lastIdx="0" clrIdx="1920"/>
  <p:cmAuthor id="1922" name="koalacc" initials="k" lastIdx="0" clrIdx="1921"/>
  <p:cmAuthor id="1923" name="xml" initials="x" lastIdx="0" clrIdx="1922"/>
  <p:cmAuthor id="1924" name="刘圣保" initials="刘" lastIdx="0" clrIdx="1923"/>
  <p:cmAuthor id="1925" name="青 飞" initials="青" lastIdx="0" clrIdx="1924"/>
  <p:cmAuthor id="1926" name="Gu" initials="Y" lastIdx="0" clrIdx="1925"/>
  <p:cmAuthor id="1927" name="王元" initials="R" lastIdx="0" clrIdx="1926"/>
  <p:cmAuthor id="1928" name="HidyHopps" initials="H" lastIdx="0" clrIdx="1927"/>
  <p:cmAuthor id="1929" name="巴尔" initials="巴" lastIdx="0" clrIdx="1928"/>
  <p:cmAuthor id="1930" name="张金颖&amp;Yilia" initials="MSOffice" lastIdx="0" clrIdx="1929"/>
  <p:cmAuthor id="1931" name="郭诗雅" initials="郭诗雅" lastIdx="0" clrIdx="1930"/>
  <p:cmAuthor id="1932" name="碎声" initials="碎" lastIdx="0" clrIdx="1931"/>
  <p:cmAuthor id="1933" name="打的不给钱" initials="打" lastIdx="0" clrIdx="1932"/>
  <p:cmAuthor id="1934" name="Steven" initials="S" lastIdx="0" clrIdx="1933"/>
  <p:cmAuthor id="1935" name="嘉皓_RJryaA7V" initials="authorId_247736317" lastIdx="0" clrIdx="1934"/>
  <p:cmAuthor id="1936" name="前进 王" initials="前王" lastIdx="0" clrIdx="1935"/>
  <p:cmAuthor id="1937" name="陈媛媛" initials="c" lastIdx="0" clrIdx="1936"/>
  <p:cmAuthor id="1938" name="陈益新" initials="陈" lastIdx="0" clrIdx="1937"/>
  <p:cmAuthor id="1939" name="玉柱 姚" initials="玉柱" lastIdx="0" clrIdx="1938"/>
  <p:cmAuthor id="1940" name="178405028@qq.com" initials="1" lastIdx="0" clrIdx="1939"/>
  <p:cmAuthor id="1941" name="xiamoqiuchu" initials="x" lastIdx="0" clrIdx="1940"/>
  <p:cmAuthor id="1942" name="huawei" initials="h" lastIdx="0" clrIdx="1941"/>
  <p:cmAuthor id="1943" name="裴亚" initials="W用" lastIdx="0" clrIdx="1942"/>
  <p:cmAuthor id="1944" name="SDWM" initials="S" lastIdx="0" clrIdx="1943"/>
  <p:cmAuthor id="1945" name="赵婷婷" initials="赵婷婷" lastIdx="0" clrIdx="1944"/>
  <p:cmAuthor id="1946" name="li jl" initials="lj" lastIdx="0" clrIdx="1945"/>
  <p:cmAuthor id="1947" name="朱挺" initials="朱挺" lastIdx="0" clrIdx="1946"/>
  <p:cmAuthor id="1948" name="张 波" initials="张" lastIdx="0" clrIdx="1947"/>
  <p:cmAuthor id="1949" name="86180" initials="8" lastIdx="0" clrIdx="1948"/>
  <p:cmAuthor id="1950" name="李 昕泽" initials="李" lastIdx="0" clrIdx="1949"/>
  <p:cmAuthor id="1951" name="Caixiaojin" initials="C" lastIdx="0" clrIdx="1950"/>
  <p:cmAuthor id="1952" name="test" initials="t" lastIdx="0" clrIdx="1951"/>
  <p:cmAuthor id="1953" name="仉 凯" initials="仉" lastIdx="0" clrIdx="1952"/>
  <p:cmAuthor id="1954" name="wang yd" initials="wy" lastIdx="0" clrIdx="1953"/>
  <p:cmAuthor id="1955" name="安 宝来" initials="安" lastIdx="0" clrIdx="1954"/>
  <p:cmAuthor id="1956" name="feng xingbo" initials="fx" lastIdx="0" clrIdx="1955"/>
  <p:cmAuthor id="1957" name="fei Ren" initials="fR" lastIdx="0" clrIdx="1956"/>
  <p:cmAuthor id="1958" name="hm" initials="h" lastIdx="0" clrIdx="1957"/>
  <p:cmAuthor id="1959" name="Candy Kechen Chen" initials="C" lastIdx="0" clrIdx="1958"/>
  <p:cmAuthor id="1960" name="James Shihao Zhou" initials="J" lastIdx="0" clrIdx="1959"/>
  <p:cmAuthor id="1961" name="zhixuan zhang (张志轩)" initials="zz(" lastIdx="0" clrIdx="1960"/>
  <p:cmAuthor id="1962" name="Zach Zhongkai Ye" initials="Z" lastIdx="0" clrIdx="1961"/>
  <p:cmAuthor id="1963" name="邹申" initials="邹" lastIdx="0" clrIdx="1962"/>
  <p:cmAuthor id="1964" name="zhangjing" initials="z" lastIdx="0" clrIdx="1963"/>
  <p:cmAuthor id="1965" name="Lynette Zitong Li" initials="L" lastIdx="0" clrIdx="1964"/>
  <p:cmAuthor id="1966" name="hn" initials="h" lastIdx="0" clrIdx="1965"/>
  <p:cmAuthor id="1967" name="dragon_1412" initials="d" lastIdx="0" clrIdx="1966"/>
  <p:cmAuthor id="1968" name="Chris Kun Yu Lin" initials="C" lastIdx="0" clrIdx="1967"/>
  <p:cmAuthor id="1969" name="欧 阳" initials="欧" lastIdx="0" clrIdx="1968"/>
  <p:cmAuthor id="1970" name="张志海" initials="张" lastIdx="0" clrIdx="1969"/>
  <p:cmAuthor id="1971" name="李洁瑾" initials="李" lastIdx="0" clrIdx="1970"/>
  <p:cmAuthor id="1972" name="zhaoliyuan" initials="z" lastIdx="0" clrIdx="1971"/>
  <p:cmAuthor id="1973" name="旭 文" initials="旭" lastIdx="0" clrIdx="1972"/>
  <p:cmAuthor id="1974" name="cao wen" initials="cw" lastIdx="0" clrIdx="1973"/>
  <p:cmAuthor id="1975" name="ZHGP" initials="Z" lastIdx="0" clrIdx="1974"/>
  <p:cmAuthor id="1976" name="zhang shaohui" initials="zs" lastIdx="0" clrIdx="1975"/>
  <p:cmAuthor id="1977" name="陈 云" initials="陈" lastIdx="0" clrIdx="1976"/>
  <p:cmAuthor id="1978" name="得一 得一" initials="得一" lastIdx="0" clrIdx="1977"/>
  <p:cmAuthor id="1979" name="wangxiaoxuan@ha.cmcc" initials="w" lastIdx="0" clrIdx="1978"/>
  <p:cmAuthor id="1980" name="Li Pengling" initials="LP" lastIdx="0" clrIdx="1979"/>
  <p:cmAuthor id="1981" name="lfzhang" initials="l" lastIdx="0" clrIdx="1980"/>
  <p:cmAuthor id="1982" name="张倩" initials="张" lastIdx="0" clrIdx="1981"/>
  <p:cmAuthor id="1983" name="Book-Sword" initials="B" lastIdx="0" clrIdx="1982"/>
  <p:cmAuthor id="1984" name="yanr" initials="y" lastIdx="0" clrIdx="1983"/>
  <p:cmAuthor id="1985" name="毛亮" initials="毛" lastIdx="0" clrIdx="1984"/>
  <p:cmAuthor id="1986" name="刘谷" initials="刘" lastIdx="0" clrIdx="1985"/>
  <p:cmAuthor id="1987" name="yangchao" initials="y" lastIdx="0" clrIdx="1986"/>
  <p:cmAuthor id="1988" name="Chenhao (Ardbeg)" initials="" lastIdx="0" clrIdx="1987"/>
  <p:cmAuthor id="1989" name="ddz" initials="" lastIdx="0" clrIdx="1988"/>
  <p:cmAuthor id="1990" name="张跃明" initials="张" lastIdx="0" clrIdx="1989"/>
  <p:cmAuthor id="1991" name="LC" initials="A" lastIdx="0" clrIdx="1990"/>
  <p:cmAuthor id="1992" name="13316" initials="1" lastIdx="0" clrIdx="1991"/>
  <p:cmAuthor id="1993" name="zlx" initials="z" lastIdx="0" clrIdx="1992"/>
  <p:cmAuthor id="1994" name="apple" initials="a" lastIdx="0" clrIdx="1993"/>
  <p:cmAuthor id="1995" name="kangxf" initials="k" lastIdx="0" clrIdx="1994"/>
  <p:cmAuthor id="1996" name="heyanfeng8293@163.com" initials="" lastIdx="0" clrIdx="1995"/>
  <p:cmAuthor id="1997" name="chenw" initials="c" lastIdx="0" clrIdx="1996"/>
  <p:cmAuthor id="1998" name="yan" initials="y" lastIdx="0" clrIdx="1997"/>
  <p:cmAuthor id="1999" name="rev2" initials="r" lastIdx="0" clrIdx="1998"/>
  <p:cmAuthor id="2000" name="Qlstc" initials="Q" lastIdx="0" clrIdx="1999"/>
  <p:cmAuthor id="2001" name="Athena" initials="c" lastIdx="0" clrIdx="2000"/>
  <p:cmAuthor id="2002" name="icel" initials="i" lastIdx="0" clrIdx="2001"/>
  <p:cmAuthor id="2003" name="li" initials="l" lastIdx="0" clrIdx="2002"/>
  <p:cmAuthor id="2004" name="LZX-PC" initials="L" lastIdx="0" clrIdx="2003"/>
  <p:cmAuthor id="2005" name="Turbo" initials="T" lastIdx="0" clrIdx="2004"/>
  <p:cmAuthor id="2006" name="lyx" initials="l" lastIdx="0" clrIdx="2005"/>
  <p:cmAuthor id="2007" name="yang li" initials="y" lastIdx="0" clrIdx="2006"/>
  <p:cmAuthor id="2008" name="李 里" initials="李" lastIdx="0" clrIdx="2007"/>
  <p:cmAuthor id="2009" name="韩雨" initials="韩" lastIdx="0" clrIdx="2008"/>
  <p:cmAuthor id="2010" name="li kai" initials="l" lastIdx="0" clrIdx="2009"/>
  <p:cmAuthor id="2011" name="尚俊峰" initials="2" lastIdx="0" clrIdx="2010"/>
  <p:cmAuthor id="2012" name="Xin Wang (IB)" initials="X" lastIdx="0" clrIdx="2011"/>
  <p:cmAuthor id="2013" name="djz" initials="d" lastIdx="0" clrIdx="2012"/>
  <p:cmAuthor id="2014" name="guoting" initials="g" lastIdx="0" clrIdx="2013"/>
  <p:cmAuthor id="2015" name="Danling Li" initials="D" lastIdx="0" clrIdx="2014"/>
  <p:cmAuthor id="2016" name="Saunter" initials="S" lastIdx="0" clrIdx="2015"/>
  <p:cmAuthor id="2017" name="Bo Yu" initials="B" lastIdx="0" clrIdx="2016"/>
  <p:cmAuthor id="2018" name="00087583" initials="0" lastIdx="0" clrIdx="2017"/>
  <p:cmAuthor id="2019" name="zym" initials="z" lastIdx="0" clrIdx="2018"/>
  <p:cmAuthor id="2020" name="戴佳奇" initials="U" lastIdx="0" clrIdx="2019"/>
  <p:cmAuthor id="2021" name="位 xiaopeng" initials="位" lastIdx="0" clrIdx="2020"/>
  <p:cmAuthor id="2022" name="苏 伟" initials="苏" lastIdx="0" clrIdx="2021"/>
  <p:cmAuthor id="2023" name="zhang chen" initials="zc" lastIdx="0" clrIdx="2022"/>
  <p:cmAuthor id="2024" name="郎 蕊" initials="郎" lastIdx="0" clrIdx="2023"/>
  <p:cmAuthor id="2025" name="曹宁" initials="曹宁" lastIdx="0" clrIdx="2024"/>
  <p:cmAuthor id="2026" name="55" initials="5" lastIdx="0" clrIdx="2025"/>
  <p:cmAuthor id="2027" name="谢美娟00091379" initials="谢" lastIdx="0" clrIdx="2026"/>
  <p:cmAuthor id="2028" name="10109906" initials="1" lastIdx="0" clrIdx="2027"/>
  <p:cmAuthor id="2029" name="方绍波|fangshaobo" initials="方" lastIdx="0" clrIdx="2028"/>
  <p:cmAuthor id="2030" name="10335585" initials="1" lastIdx="0" clrIdx="2029"/>
  <p:cmAuthor id="2031" name="王竑达" initials="王竑达" lastIdx="0" clrIdx="2030"/>
  <p:cmAuthor id="2032" name="ʘืุᴗืุʘืุ" initials="ʘ" lastIdx="0" clrIdx="2031"/>
  <p:cmAuthor id="2033" name="hbpan" initials="h" lastIdx="0" clrIdx="2032"/>
  <p:cmAuthor id="2034" name="秦滔" initials="w" lastIdx="0" clrIdx="2033"/>
  <p:cmAuthor id="2035" name="liyuqin" initials="l" lastIdx="0" clrIdx="2034"/>
  <p:cmAuthor id="2036" name="轻风静月" initials="轻" lastIdx="0" clrIdx="2035"/>
  <p:cmAuthor id="2037" name="曾建雄" initials="a" lastIdx="0" clrIdx="2036"/>
  <p:cmAuthor id="2038" name="董 荟" initials="董" lastIdx="0" clrIdx="2037"/>
  <p:cmAuthor id="2039" name="陈华磊" initials="u" lastIdx="0" clrIdx="2038"/>
  <p:cmAuthor id="2040" name="灰与幻想" initials="灰" lastIdx="0" clrIdx="2039"/>
  <p:cmAuthor id="2041" name="wangjie²⁰¹⁸" initials="w" lastIdx="0" clrIdx="2040"/>
  <p:cmAuthor id="2042" name="水静犹明" initials="水" lastIdx="0" clrIdx="2041"/>
  <p:cmAuthor id="2043" name="果木园" initials="果" lastIdx="0" clrIdx="2042"/>
  <p:cmAuthor id="2044" name="黄崑" initials="HK" lastIdx="0" clrIdx="2043"/>
  <p:cmAuthor id="2045" name="seki" initials="s" lastIdx="0" clrIdx="2044"/>
  <p:cmAuthor id="2046" name="王永涛" initials="王" lastIdx="0" clrIdx="2045"/>
  <p:cmAuthor id="2047" name="WXJY" initials="W" lastIdx="0" clrIdx="2046"/>
  <p:cmAuthor id="2048" name="李青" initials="李" lastIdx="0" clrIdx="2047"/>
  <p:cmAuthor id="2049" name="张杰" initials="张" lastIdx="0" clrIdx="2048"/>
  <p:cmAuthor id="2050" name="杨艳霞" initials="杨" lastIdx="0" clrIdx="2049"/>
  <p:cmAuthor id="2051" name="吕喜龙" initials="吕" lastIdx="0" clrIdx="2050"/>
  <p:cmAuthor id="2052" name="andres.x.gomez" initials="a" lastIdx="0" clrIdx="2051"/>
  <p:cmAuthor id="2053" name="陈桂枝" initials="陈" lastIdx="0" clrIdx="2052"/>
  <p:cmAuthor id="2054" name="未知用户" initials="未" lastIdx="0" clrIdx="2053"/>
  <p:cmAuthor id="2055" name="新萝卜家园" initials="新" lastIdx="0" clrIdx="2054"/>
  <p:cmAuthor id="2056" name="李正" initials="李" lastIdx="0" clrIdx="2055"/>
  <p:cmAuthor id="2057" name="吴铭锐" initials="吴" lastIdx="0" clrIdx="2056"/>
  <p:cmAuthor id="2058" name="孟祥超" initials="孟" lastIdx="0" clrIdx="2057"/>
  <p:cmAuthor id="2059" name="陶川" initials="陶" lastIdx="0" clrIdx="2058"/>
  <p:cmAuthor id="2060" name="周开雷" initials="周" lastIdx="0" clrIdx="2059"/>
  <p:cmAuthor id="2061" name="赵兰玉" initials="赵" lastIdx="0" clrIdx="2060"/>
  <p:cmAuthor id="2062" name="李振宇" initials="李" lastIdx="0" clrIdx="2061"/>
  <p:cmAuthor id="2063" name="yangkun" initials="y" lastIdx="0" clrIdx="2062"/>
  <p:cmAuthor id="2064" name="吴铁映" initials="吴" lastIdx="0" clrIdx="2063"/>
  <p:cmAuthor id="2065" name="HYZL05" initials="H" lastIdx="0" clrIdx="2064"/>
  <p:cmAuthor id="2066" name="张静" initials="张" lastIdx="0" clrIdx="2065"/>
  <p:cmAuthor id="2067" name="赵洪丹" initials="赵" lastIdx="0" clrIdx="2066"/>
  <p:cmAuthor id="2068" name="????" initials="?" lastIdx="0" clrIdx="2067"/>
  <p:cmAuthor id="2069" name="张德胜" initials="张" lastIdx="0" clrIdx="2068"/>
  <p:cmAuthor id="2070" name="张" initials="张" lastIdx="0" clrIdx="2069"/>
  <p:cmAuthor id="2071" name="广东伊利" initials="广" lastIdx="0" clrIdx="2070"/>
  <p:cmAuthor id="2072" name="郝志永" initials="郝" lastIdx="0" clrIdx="2071"/>
  <p:cmAuthor id="2073" name="王伟" initials="王" lastIdx="0" clrIdx="2072"/>
  <p:cmAuthor id="2074" name="姜亚荣" initials="姜" lastIdx="0" clrIdx="2073"/>
  <p:cmAuthor id="2075" name="杨晶" initials="杨" lastIdx="0" clrIdx="2074"/>
  <p:cmAuthor id="2076" name="张利英" initials="张" lastIdx="0" clrIdx="2075"/>
  <p:cmAuthor id="2077" name="张双文" initials="张" lastIdx="0" clrIdx="2076"/>
  <p:cmAuthor id="2078" name="任勇" initials="任" lastIdx="0" clrIdx="2077"/>
  <p:cmAuthor id="2079" name="李天骄" initials="李" lastIdx="0" clrIdx="2078"/>
  <p:cmAuthor id="2080" name="王川雪" initials="王" lastIdx="0" clrIdx="2079"/>
  <p:cmAuthor id="2081" name="仵新荣" initials="仵" lastIdx="0" clrIdx="2080"/>
  <p:cmAuthor id="2082" name="樊革霞" initials="樊" lastIdx="0" clrIdx="2081"/>
  <p:cmAuthor id="2083" name="郭金玲" initials="郭" lastIdx="0" clrIdx="2082"/>
  <p:cmAuthor id="2084" name="李勇" initials="李" lastIdx="0" clrIdx="2083"/>
  <p:cmAuthor id="2085" name="liu yj" initials="l" lastIdx="0" clrIdx="2084"/>
  <p:cmAuthor id="2086" name="Liu, Leo (MBSHR cs)" initials="L" lastIdx="0" clrIdx="2085"/>
  <p:cmAuthor id="2087" name="志斌 杜" initials="志" lastIdx="0" clrIdx="2086"/>
  <p:cmAuthor id="2088" name="lou cynthia" initials="l" lastIdx="0" clrIdx="2087"/>
  <p:cmAuthor id="2089" name="骆倩怡_Znauj26B" initials="authorId_382814100" lastIdx="0" clrIdx="2088"/>
  <p:cmAuthor id="2090" name="17491" initials="1" lastIdx="0" clrIdx="2089"/>
  <p:cmAuthor id="2091" name="刘 芷倩" initials="刘" lastIdx="0" clrIdx="2090"/>
  <p:cmAuthor id="2092" name="朱强" initials="朱" lastIdx="0" clrIdx="2091"/>
  <p:cmAuthor id="2093" name="weiyi" initials="w" lastIdx="0" clrIdx="2092"/>
  <p:cmAuthor id="2094" name="Qing" initials="Q" lastIdx="0" clrIdx="2093"/>
  <p:cmAuthor id="2095" name="孙军_a2y2UrEv" initials="authorId_524475945" lastIdx="0" clrIdx="2094"/>
  <p:cmAuthor id="2096" name="张爱斌Carwyn酱" initials="张" lastIdx="0" clrIdx="2095"/>
  <p:cmAuthor id="2097" name="思思" initials="思" lastIdx="0" clrIdx="2096"/>
  <p:cmAuthor id="2098" name="lynn" initials="l" lastIdx="0" clrIdx="2097"/>
  <p:cmAuthor id="2099" name="listen" initials="l" lastIdx="0" clrIdx="2098"/>
  <p:cmAuthor id="2100" name="Rotar Valky" initials="RV" lastIdx="0" clrIdx="2099"/>
  <p:cmAuthor id="2101" name="王00" initials="王" lastIdx="0" clrIdx="2100"/>
  <p:cmAuthor id="2102" name="sjzx" initials="s" lastIdx="0" clrIdx="2101"/>
  <p:cmAuthor id="2103" name="李臻_jiai6ZRr" initials="authorId_192999303" lastIdx="0" clrIdx="2102"/>
  <p:cmAuthor id="2104" name="田亚林+_vEn2feIZ" initials="authorId_385966644" lastIdx="0" clrIdx="2103"/>
  <p:cmAuthor id="2105" name="未知用户262" initials="未" lastIdx="0" clrIdx="2104"/>
  <p:cmAuthor id="2106" name="qddianxin@outlook.com" initials="q" lastIdx="0" clrIdx="2105"/>
  <p:cmAuthor id="2107" name="德辰 李" initials="德李" lastIdx="0" clrIdx="2106"/>
  <p:cmAuthor id="2108" name="马旭辰" initials="马" lastIdx="0" clrIdx="2107"/>
  <p:cmAuthor id="2109" name="周欣" initials="周" lastIdx="0" clrIdx="2108"/>
  <p:cmAuthor id="2110" name="高阳" initials="高" lastIdx="0" clrIdx="2109"/>
  <p:cmAuthor id="2111" name="刘 尊顺" initials="刘" lastIdx="0" clrIdx="2110"/>
  <p:cmAuthor id="2112" name="未知用户113" initials="未知用户113" lastIdx="0" clrIdx="2111"/>
  <p:cmAuthor id="2113" name="王长青" initials="王长青" lastIdx="0" clrIdx="2112"/>
  <p:cmAuthor id="2114" name="Unknown User113" initials="U" lastIdx="0" clrIdx="2113"/>
  <p:cmAuthor id="2115" name="未知的使用者225" initials="" lastIdx="0" clrIdx="2114"/>
  <p:cmAuthor id="2116" name="王 黎黎" initials="王" lastIdx="0" clrIdx="2115"/>
  <p:cmAuthor id="2117" name="王嘉偉" initials="王" lastIdx="0" clrIdx="2116"/>
  <p:cmAuthor id="2118" name="王祉蘅_VnMn7ZrQ" initials="authorId_474830240" lastIdx="0" clrIdx="2117"/>
  <p:cmAuthor id="2119" name="沙俊杰00140688" initials="沙俊杰00140688" lastIdx="0" clrIdx="2118"/>
  <p:cmAuthor id="2120" name="刘迎浩_67fiJFFJ" initials="authorId_1593595386" lastIdx="0" clrIdx="2119"/>
  <p:cmAuthor id="2121" name="易倍汀_vMzqu6ny" initials="authorId_1599635383" lastIdx="0" clrIdx="2120"/>
  <p:cmAuthor id="2122" name="frankyang" initials="f" lastIdx="0" clrIdx="2121"/>
  <p:cmAuthor id="2123" name="Li Junjie" initials="LJ" lastIdx="0" clrIdx="2122"/>
  <p:cmAuthor id="2124" name="WPS_1496387999" initials="W" lastIdx="0" clrIdx="2123"/>
  <p:cmAuthor id="2125" name="田维康" initials="田" lastIdx="0" clrIdx="2124"/>
  <p:cmAuthor id="2126" name="zhaofan" initials="z" lastIdx="0" clrIdx="2125"/>
  <p:cmAuthor id="2127" name="没事偷着乐" initials="没" lastIdx="0" clrIdx="2126"/>
  <p:cmAuthor id="2128" name="A.God" initials="A" lastIdx="0" clrIdx="2127"/>
  <p:cmAuthor id="2129" name="陈伟" initials="陈" lastIdx="0" clrIdx="2128"/>
  <p:cmAuthor id="2130" name="林" initials="林" lastIdx="0" clrIdx="2129"/>
  <p:cmAuthor id="2131" name="小碰" initials="小" lastIdx="0" clrIdx="2130"/>
  <p:cmAuthor id="2132" name="Teloseness" initials="T" lastIdx="0" clrIdx="2131"/>
  <p:cmAuthor id="2133" name="coisini" initials="c" lastIdx="0" clrIdx="2132"/>
  <p:cmAuthor id="2134" name="刘锦娣" initials="刘" lastIdx="0" clrIdx="2133"/>
  <p:cmAuthor id="2135" name="汪罡" initials="汪" lastIdx="0" clrIdx="2134"/>
  <p:cmAuthor id="2136" name="wangyw" initials="w" lastIdx="0" clrIdx="2135"/>
  <p:cmAuthor id="2137" name="A-似水娇阳" initials="A" lastIdx="0" clrIdx="2136"/>
  <p:cmAuthor id="2138" name="李慧" initials="李" lastIdx="0" clrIdx="2137"/>
  <p:cmAuthor id="2139" name="ʚ龙凝ɞ   " initials="ʚ" lastIdx="0" clrIdx="2138"/>
  <p:cmAuthor id="2140" name="灰花儿黑地儿小白兔" initials="灰" lastIdx="0" clrIdx="2139"/>
  <p:cmAuthor id="2141" name="LK" initials="L" lastIdx="0" clrIdx="2140"/>
  <p:cmAuthor id="2142" name="wanggangzq@hq.cmcc" initials="w" lastIdx="0" clrIdx="2141"/>
  <p:cmAuthor id="2143" name="韩庆旭" initials="韩" lastIdx="0" clrIdx="2142"/>
  <p:cmAuthor id="2144" name="邢开" initials="邢" lastIdx="0" clrIdx="2143"/>
  <p:cmAuthor id="2145" name="爱宝宝的兮爸" initials="爱" lastIdx="0" clrIdx="2144"/>
  <p:cmAuthor id="2146" name="破晓" initials="破" lastIdx="0" clrIdx="2145"/>
  <p:cmAuthor id="2147" name="wh" initials="w" lastIdx="0" clrIdx="2146"/>
  <p:cmAuthor id="2148" name="怪咕隆咚" initials="怪" lastIdx="0" clrIdx="2147"/>
  <p:cmAuthor id="2149" name="梦逍遥" initials="梦" lastIdx="0" clrIdx="2148"/>
  <p:cmAuthor id="2150" name="C.Y" initials="C" lastIdx="0" clrIdx="2149"/>
  <p:cmAuthor id="2151" name="Blue." initials="B" lastIdx="0" clrIdx="2150"/>
  <p:cmAuthor id="2152" name="wennieiam" initials="w" lastIdx="0" clrIdx="2151"/>
  <p:cmAuthor id="2153" name="WPS_1177619428" initials="W" lastIdx="0" clrIdx="2152"/>
  <p:cmAuthor id="2154" name="邢亮" initials="邢" lastIdx="0" clrIdx="2153"/>
  <p:cmAuthor id="2155" name="kira" initials="k" lastIdx="0" clrIdx="2154"/>
  <p:cmAuthor id="2156" name="qu yida" initials="qy" lastIdx="0" clrIdx="2155"/>
  <p:cmAuthor id="2157" name="洪 俊成" initials="洪" lastIdx="0" clrIdx="2156"/>
  <p:cmAuthor id="2158" name="xiao" initials="h" lastIdx="0" clrIdx="2157"/>
  <p:cmAuthor id="2159" name="10009110" initials="1" lastIdx="0" clrIdx="2158"/>
  <p:cmAuthor id="2160" name="李博文" initials="李" lastIdx="0" clrIdx="2159"/>
  <p:cmAuthor id="2161" name="10012667" initials="1" lastIdx="0" clrIdx="2160"/>
  <p:cmAuthor id="2162" name="BianGZ" initials="B" lastIdx="0" clrIdx="2161"/>
  <p:cmAuthor id="2163" name="罗志军" initials="罗" lastIdx="0" clrIdx="2162"/>
  <p:cmAuthor id="2164" name="未知的使用者223" initials="未" lastIdx="0" clrIdx="2163"/>
  <p:cmAuthor id="2165" name="Huangwei" initials="H" lastIdx="0" clrIdx="2164"/>
  <p:cmAuthor id="2166" name="佳乐 张" initials="佳" lastIdx="0" clrIdx="2165"/>
  <p:cmAuthor id="2167" name="王 钰" initials="王" lastIdx="0" clrIdx="2166"/>
  <p:cmAuthor id="2168" name="ShanQiu LH" initials="SL" lastIdx="0" clrIdx="2167"/>
  <p:cmAuthor id="2169" name="李 富岩" initials="李" lastIdx="0" clrIdx="2168"/>
  <p:cmAuthor id="2170" name="周文红" initials="WU" lastIdx="0" clrIdx="2169"/>
  <p:cmAuthor id="2171" name="曹然" initials="8" lastIdx="0" clrIdx="2170"/>
  <p:cmAuthor id="2172" name="陈 聿东" initials="陈" lastIdx="0" clrIdx="2171"/>
  <p:cmAuthor id="2173" name="陈雪梅" initials="陈" lastIdx="0" clrIdx="2172"/>
  <p:cmAuthor id="2174" name="王乙凯" initials="王" lastIdx="0" clrIdx="2173"/>
  <p:cmAuthor id="2175" name="libin1204@163.com" initials="l" lastIdx="0" clrIdx="2174"/>
  <p:cmAuthor id="2176" name="Liang Luo" initials="LL" lastIdx="0" clrIdx="2175"/>
  <p:cmAuthor id="2177" name="狂奔的茄子" initials="狂" lastIdx="0" clrIdx="2176"/>
  <p:cmAuthor id="2178" name="Donghy" initials="D" lastIdx="0" clrIdx="2177"/>
  <p:cmAuthor id="2179" name="刘凯铃" initials="刘" lastIdx="0" clrIdx="2178"/>
  <p:cmAuthor id="2180" name="guocc" initials="g" lastIdx="0" clrIdx="2179"/>
  <p:cmAuthor id="2181" name="未知的使用者2" initials="未" lastIdx="0" clrIdx="2180"/>
  <p:cmAuthor id="2182" name="zhangxc210" initials="z" lastIdx="0" clrIdx="2181"/>
  <p:cmAuthor id="2183" name="lantj" initials="l" lastIdx="0" clrIdx="2182"/>
  <p:cmAuthor id="2184" name="王思聪 努力变优秀" initials="王思聪" lastIdx="0" clrIdx="2183"/>
  <p:cmAuthor id="2185" name="zrf" initials="zrf" lastIdx="0" clrIdx="2184"/>
  <p:cmAuthor id="2186" name="龚德志" initials="g" lastIdx="0" clrIdx="2185"/>
  <p:cmAuthor id="2187" name="猫" initials="猫" lastIdx="0" clrIdx="2186"/>
  <p:cmAuthor id="2188" name="cao niki" initials="cn" lastIdx="0" clrIdx="2187"/>
  <p:cmAuthor id="2189" name="Fangkun" initials="WFK" lastIdx="0" clrIdx="2188"/>
  <p:cmAuthor id="2190" name="Nie Heng(China Telecom)" initials="NH(CTC)" lastIdx="0" clrIdx="2189"/>
  <p:cmAuthor id="2191" name="zhanghc" initials="z" lastIdx="0" clrIdx="2190"/>
  <p:cmAuthor id="2192" name="李晨" initials="8" lastIdx="0" clrIdx="2191"/>
  <p:cmAuthor id="2193" name="jy 王" initials="j王" lastIdx="0" clrIdx="2192"/>
  <p:cmAuthor id="2194" name="张力方" initials="张" lastIdx="0" clrIdx="2193"/>
  <p:cmAuthor id="2195" name="有波 唐" initials="有唐" lastIdx="0" clrIdx="2194"/>
  <p:cmAuthor id="2196" name="Laptop Go" initials="L" lastIdx="0" clrIdx="2195"/>
  <p:cmAuthor id="2197" name="da990" initials="d" lastIdx="0" clrIdx="2196"/>
  <p:cmAuthor id="2198" name="A6910" initials="A" lastIdx="0" clrIdx="2197"/>
  <p:cmAuthor id="2199" name="lrl" initials="lrl" lastIdx="0" clrIdx="2198"/>
  <p:cmAuthor id="2200" name="任 星宇" initials="任" lastIdx="0" clrIdx="2199"/>
  <p:cmAuthor id="2201" name="健君" initials="" lastIdx="0" clrIdx="2200"/>
  <p:cmAuthor id="2202" name="lan kong" initials="lk" lastIdx="0" clrIdx="2201"/>
  <p:cmAuthor id="2203" name="王习习" initials="王" lastIdx="0" clrIdx="2202"/>
  <p:cmAuthor id="2204" name="陈艳民" initials="xb21cn" lastIdx="0" clrIdx="2203"/>
  <p:cmAuthor id="2205" name="李建钊" initials="李建钊" lastIdx="0" clrIdx="2204"/>
  <p:cmAuthor id="2206" name="unilabs" initials="u" lastIdx="0" clrIdx="2205"/>
  <p:cmAuthor id="2207" name="刘 波" initials="刘" lastIdx="0" clrIdx="2206"/>
  <p:cmAuthor id="2208" name="樊鲲鹏" initials="樊" lastIdx="0" clrIdx="2207"/>
  <p:cmAuthor id="2209" name="刘永国" initials="刘" lastIdx="0" clrIdx="2208"/>
  <p:cmAuthor id="2210" name="黄黎" initials="黄" lastIdx="0" clrIdx="2209"/>
  <p:cmAuthor id="2211" name="楷彦" initials="l" lastIdx="0" clrIdx="2210"/>
  <p:cmAuthor id="2212" name="郭丽" initials="郭" lastIdx="0" clrIdx="2211"/>
  <p:cmAuthor id="2213" name="小延魔法师" initials="小" lastIdx="0" clrIdx="2212"/>
  <p:cmAuthor id="2214" name="Karen L Yu" initials="K" lastIdx="0" clrIdx="2213"/>
  <p:cmAuthor id="2215" name="朱红新10208100" initials="朱红新10208100" lastIdx="0" clrIdx="2214"/>
  <p:cmAuthor id="2216" name="D-N" initials="D" lastIdx="0" clrIdx="2215"/>
  <p:cmAuthor id="2217" name="NTKO" initials="H" lastIdx="0" clrIdx="2216"/>
  <p:cmAuthor id="2218" name="胡成飞" initials="胡" lastIdx="0" clrIdx="2217"/>
  <p:cmAuthor id="2219" name="weihua zhou" initials="wz" lastIdx="0" clrIdx="2218"/>
  <p:cmAuthor id="2220" name="刘现民" initials="刘" lastIdx="0" clrIdx="2219"/>
  <p:cmAuthor id="2221" name="超 胡" initials="超" lastIdx="0" clrIdx="2220"/>
  <p:cmAuthor id="2222" name="jhw" initials="j" lastIdx="0" clrIdx="2221"/>
  <p:cmAuthor id="2223" name="qianying Zhao" initials="qZ" lastIdx="0" clrIdx="2222"/>
  <p:cmAuthor id="2224" name="wuminghao" initials="w" lastIdx="0" clrIdx="2223"/>
  <p:cmAuthor id="2225" name="Kas Won" initials="K" lastIdx="0" clrIdx="2224"/>
  <p:cmAuthor id="2226" name="孟楚" initials="孟" lastIdx="0" clrIdx="2225"/>
  <p:cmAuthor id="2227" name="wjk" initials="w" lastIdx="0" clrIdx="2226"/>
  <p:cmAuthor id="2228" name="ymf" initials="y" lastIdx="0" clrIdx="2227"/>
  <p:cmAuthor id="2229" name="10285602" initials="1" lastIdx="0" clrIdx="2228"/>
  <p:cmAuthor id="2230" name="韩靓" initials="韩靓" lastIdx="0" clrIdx="2229"/>
  <p:cmAuthor id="2231" name="go640" initials="g" lastIdx="0" clrIdx="2230"/>
  <p:cmAuthor id="2232" name="MSI" initials="M" lastIdx="0" clrIdx="2231"/>
  <p:cmAuthor id="2233" name="JWMEIZHI" initials="J" lastIdx="0" clrIdx="2232"/>
  <p:cmAuthor id="2234" name="Zafir.Zhang" initials="Z" lastIdx="0" clrIdx="2233"/>
  <p:cmAuthor id="2235" name="卡布奇诺1384249228" initials="卡" lastIdx="0" clrIdx="2234"/>
  <p:cmAuthor id="2236" name="核易" initials="核" lastIdx="0" clrIdx="2235"/>
  <p:cmAuthor id="2237" name="Mr Keating" initials="M" lastIdx="0" clrIdx="2236"/>
  <p:cmAuthor id="2238" name="直觉" initials="直" lastIdx="0" clrIdx="2237"/>
  <p:cmAuthor id="2239" name="伟 刘" initials="伟刘" lastIdx="0" clrIdx="2238"/>
  <p:cmAuthor id="2240" name="田延刚" initials="田" lastIdx="0" clrIdx="2239"/>
  <p:cmAuthor id="2241" name="一 一" initials="一" lastIdx="0" clrIdx="2240"/>
  <p:cmAuthor id="2242" name="菩提树下" initials="菩" lastIdx="0" clrIdx="2241"/>
  <p:cmAuthor id="2243" name="陈志鸿" initials="陈" lastIdx="0" clrIdx="2242"/>
  <p:cmAuthor id="2244" name="郭plus" initials="郭" lastIdx="0" clrIdx="2243"/>
  <p:cmAuthor id="2245" name="kang vio" initials="kv" lastIdx="0" clrIdx="2244"/>
  <p:cmAuthor id="2246" name="ai" initials="a" lastIdx="0" clrIdx="2245"/>
  <p:cmAuthor id="2247" name="Zhang Yao" initials="ZY" lastIdx="0" clrIdx="2246"/>
  <p:cmAuthor id="2248" name="Chow Stephen" initials="CS" lastIdx="0" clrIdx="2247"/>
  <p:cmAuthor id="2249" name="戴明珠" initials="D" lastIdx="0" clrIdx="2248"/>
  <p:cmAuthor id="2250" name="静哥哥" initials="静" lastIdx="0" clrIdx="2249"/>
  <p:cmAuthor id="2251" name="kysyh611@outlook.com" initials="k" lastIdx="0" clrIdx="2250"/>
  <p:cmAuthor id="2252" name="sxh12" initials="s" lastIdx="0" clrIdx="2251"/>
  <p:cmAuthor id="2253" name="乔宏明" initials="p" lastIdx="0" clrIdx="2252"/>
  <p:cmAuthor id="2254" name="张兵" initials="J" lastIdx="0" clrIdx="2253"/>
  <p:cmAuthor id="2255" name="马冬松" initials="mads" lastIdx="0" clrIdx="2254"/>
  <p:cmAuthor id="2256" name="李娟" initials="李" lastIdx="0" clrIdx="2255"/>
  <p:cmAuthor id="2257" name="johnさん雲起" initials="j" lastIdx="0" clrIdx="2256"/>
  <p:cmAuthor id="2258" name="xuyl" initials="x" lastIdx="0" clrIdx="2257"/>
  <p:cmAuthor id="2259" name="LENOVO USER" initials="LU" lastIdx="0" clrIdx="2258"/>
  <p:cmAuthor id="2260" name="su liqin" initials="s" lastIdx="0" clrIdx="2259"/>
  <p:cmAuthor id="2261" name="yunyun" initials="y" lastIdx="0" clrIdx="2260"/>
  <p:cmAuthor id="2262" name="何金" initials="WU" lastIdx="0" clrIdx="2261"/>
  <p:cmAuthor id="2263" name="田鑫" initials="田" lastIdx="0" clrIdx="2262"/>
  <p:cmAuthor id="2264" name="姝含 刘" initials="姝刘" lastIdx="0" clrIdx="2263"/>
  <p:cmAuthor id="2265" name="王宇桐" initials="王宇桐" lastIdx="0" clrIdx="2264"/>
  <p:cmAuthor id="2266" name="10161768" initials="1" lastIdx="0" clrIdx="2265"/>
  <p:cmAuthor id="2267" name="冯力鹏" initials="冯" lastIdx="0" clrIdx="2266"/>
  <p:cmAuthor id="2268" name="darrenliu" initials="d" lastIdx="0" clrIdx="2267"/>
  <p:cmAuthor id="2269" name="rokey" initials="r" lastIdx="0" clrIdx="2268"/>
  <p:cmAuthor id="2270" name="吴艳芹" initials="Y" lastIdx="0" clrIdx="2269"/>
  <p:cmAuthor id="2271" name="10115734" initials="1" lastIdx="0" clrIdx="2270"/>
  <p:cmAuthor id="2272" name="litl" initials="l" lastIdx="0" clrIdx="2271"/>
  <p:cmAuthor id="2273" name="TinyStar" initials="T" lastIdx="0" clrIdx="2272"/>
  <p:cmAuthor id="2274" name="Kyrie Yang" initials="K" lastIdx="0" clrIdx="2273"/>
  <p:cmAuthor id="2275" name="人之初" initials="人" lastIdx="0" clrIdx="2274"/>
  <p:cmAuthor id="2276" name="王子酷酷" initials="王" lastIdx="0" clrIdx="2275"/>
  <p:cmAuthor id="2277" name="25039" initials="2" lastIdx="0" clrIdx="2276"/>
  <p:cmAuthor id="2278" name="ma yanru" initials="my" lastIdx="0" clrIdx="2277"/>
  <p:cmAuthor id="2279" name="魏凤英" initials="魏" lastIdx="0" clrIdx="2278"/>
  <p:cmAuthor id="2280" name="DELL-PC" initials="D" lastIdx="0" clrIdx="2279"/>
  <p:cmAuthor id="2281" name="s" initials="s" lastIdx="0" clrIdx="2280"/>
  <p:cmAuthor id="2282" name="caesarqth" initials="c" lastIdx="0" clrIdx="2281"/>
  <p:cmAuthor id="2283" name="~ 明" initials="~明" lastIdx="0" clrIdx="2282"/>
  <p:cmAuthor id="2284" name="liucai" initials="l" lastIdx="0" clrIdx="2283"/>
  <p:cmAuthor id="2285" name="吴 加乐" initials="吴" lastIdx="0" clrIdx="2284"/>
  <p:cmAuthor id="2286" name="WPS_1528029088" initials="W" lastIdx="0" clrIdx="2285"/>
  <p:cmAuthor id="2287" name="CHENGUOJUN" initials="CHGJ" lastIdx="0" clrIdx="2286"/>
  <p:cmAuthor id="2288" name="Ye Ouyang" initials="YO" lastIdx="0" clrIdx="2287"/>
  <p:cmAuthor id="2289" name="WPS_1157551750" initials="W" lastIdx="0" clrIdx="2288"/>
  <p:cmAuthor id="2290" name="hello666" initials="h" lastIdx="0" clrIdx="2289"/>
  <p:cmAuthor id="2291" name="汉生 刘" initials="汉刘" lastIdx="0" clrIdx="2290"/>
  <p:cmAuthor id="2292" name="z" initials="z" lastIdx="0" clrIdx="2291"/>
  <p:cmAuthor id="2293" name="shuang chen" initials="sc" lastIdx="0" clrIdx="2292"/>
  <p:cmAuthor id="2294" name="Zhangyani" initials="Z" lastIdx="0" clrIdx="2293"/>
  <p:cmAuthor id="2295" name="niewenhan" initials="n" lastIdx="0" clrIdx="2294"/>
  <p:cmAuthor id="2296" name="Xsgauser" initials="X" lastIdx="0" clrIdx="2295"/>
  <p:cmAuthor id="2297" name="hont g" initials="h" lastIdx="0" clrIdx="2296"/>
  <p:cmAuthor id="2298" name="邹毅" initials="邹" lastIdx="0" clrIdx="2297"/>
  <p:cmAuthor id="2299" name="zhu jack" initials="zj" lastIdx="0" clrIdx="2298"/>
  <p:cmAuthor id="2300" name="Lu Bing" initials="LB" lastIdx="0" clrIdx="2299"/>
  <p:cmAuthor id="2301" name="guo" initials="g" lastIdx="0" clrIdx="2300"/>
  <p:cmAuthor id="2302" name="guoliang" initials="guol2" lastIdx="0" clrIdx="2301"/>
  <p:cmAuthor id="2303" name="Rick Jing" initials="Rick" lastIdx="0" clrIdx="2302"/>
  <p:cmAuthor id="2304" name="zhangrui 00222781" initials="z0" lastIdx="0" clrIdx="2303"/>
  <p:cmAuthor id="2305" name="86157" initials="" lastIdx="0" clrIdx="2304"/>
  <p:cmAuthor id="2306" name="孙爱昕" initials="b" lastIdx="0" clrIdx="2305"/>
  <p:cmAuthor id="2307" name="kjw" initials="k" lastIdx="0" clrIdx="2306"/>
  <p:cmAuthor id="2308" name="天" initials="天" lastIdx="0" clrIdx="2307"/>
  <p:cmAuthor id="2309" name="永生 刘" initials="永刘" lastIdx="0" clrIdx="2308"/>
  <p:cmAuthor id="2310" name="kingsoft" initials="k" lastIdx="0" clrIdx="2309"/>
  <p:cmAuthor id="2311" name="lihj" initials="l" lastIdx="0" clrIdx="2310"/>
  <p:cmAuthor id="2312" name="xianghonglee" initials="x" lastIdx="0" clrIdx="2311"/>
  <p:cmAuthor id="2313" name="陈金" initials="CJ" lastIdx="0" clrIdx="2312"/>
  <p:cmAuthor id="2314" name="权 玲红" initials="权" lastIdx="0" clrIdx="2313"/>
  <p:cmAuthor id="2315" name="杨文彬" initials="a" lastIdx="0" clrIdx="2314"/>
  <p:cmAuthor id="2316" name="dingjunnan" initials="d" lastIdx="0" clrIdx="2315"/>
  <p:cmAuthor id="2317" name="liuzongxiang" initials="l" lastIdx="0" clrIdx="2316"/>
  <p:cmAuthor id="2318" name="xuting@sn.cmcc" initials="A" lastIdx="0" clrIdx="2317"/>
  <p:cmAuthor id="2319" name="未知的使用者101" initials="未" lastIdx="0" clrIdx="2318"/>
  <p:cmAuthor id="2320" name="黄 俊楠" initials="黄" lastIdx="0" clrIdx="2319"/>
  <p:cmAuthor id="2321" name="xugj" initials="x" lastIdx="0" clrIdx="2320"/>
  <p:cmAuthor id="2322" name="hp830" initials="h" lastIdx="0" clrIdx="2321"/>
  <p:cmAuthor id="2323" name="王亮" initials="王" lastIdx="0" clrIdx="2322"/>
  <p:cmAuthor id="2324" name="周莹" initials="l" lastIdx="0" clrIdx="2323"/>
  <p:cmAuthor id="2325" name="张亚运B06916" initials="张" lastIdx="0" clrIdx="2324"/>
  <p:cmAuthor id="2326" name="杨凯玺" initials="杨" lastIdx="0" clrIdx="2325"/>
  <p:cmAuthor id="2327" name="杨冲青A02364" initials="j" lastIdx="0" clrIdx="2326"/>
  <p:cmAuthor id="2328" name="刘凯月" initials="l" lastIdx="0" clrIdx="2327"/>
  <p:cmAuthor id="2329" name="詹舒琳" initials="詹舒琳" lastIdx="0" clrIdx="2328"/>
  <p:cmAuthor id="2330" name="hjm" initials="h" lastIdx="0" clrIdx="2329"/>
  <p:cmAuthor id="2331" name="吴洁英_rymayQre" initials="authorId_1593426151" lastIdx="0" clrIdx="2330"/>
  <p:cmAuthor id="2332" name="lkhk2008" initials="l" lastIdx="0" clrIdx="2331"/>
  <p:cmAuthor id="2333" name="momo" initials="m" lastIdx="0" clrIdx="2332"/>
  <p:cmAuthor id="2334" name="李菁1|sqlijing1" initials="李" lastIdx="0" clrIdx="2333"/>
  <p:cmAuthor id="2335" name="Forest" initials="F" lastIdx="0" clrIdx="2334"/>
  <p:cmAuthor id="2336" name="WPS_1729575175" initials="W" lastIdx="0" clrIdx="2335"/>
  <p:cmAuthor id="2337" name="wjg" initials="w" lastIdx="0" clrIdx="2336"/>
  <p:cmAuthor id="2338" name="王科昊" initials="M" lastIdx="0" clrIdx="2337"/>
  <p:cmAuthor id="2339" name="jiajun li" initials="jl" lastIdx="0" clrIdx="2338"/>
  <p:cmAuthor id="2340" name="Wang Seven" initials="W" lastIdx="0" clrIdx="2339"/>
  <p:cmAuthor id="2341" name="林华" initials="林" lastIdx="0" clrIdx="2340"/>
  <p:cmAuthor id="2342" name="张晶(襄阳一)" initials="张" lastIdx="0" clrIdx="2341"/>
  <p:cmAuthor id="2343" name="单洪涛" initials="单" lastIdx="0" clrIdx="2342"/>
  <p:cmAuthor id="2344" name="chao" initials="c" lastIdx="0" clrIdx="2343"/>
  <p:cmAuthor id="2345" name="龚泽远(省公司一)" initials="龚" lastIdx="0" clrIdx="2344"/>
  <p:cmAuthor id="2346" name="wayne zhang" initials="wz" lastIdx="0" clrIdx="2345"/>
  <p:cmAuthor id="2347" name="林佳丽" initials="Lin" lastIdx="0" clrIdx="2346"/>
  <p:cmAuthor id="2348" name="18937" initials="1" lastIdx="0" clrIdx="2347"/>
  <p:cmAuthor id="2349" name="向小芹" initials="向" lastIdx="0" clrIdx="2348"/>
  <p:cmAuthor id="2350" name="郑峰" initials="郑" lastIdx="0" clrIdx="2349"/>
  <p:cmAuthor id="2351" name="Seven 李" initials="S李" lastIdx="0" clrIdx="2350"/>
  <p:cmAuthor id="2352" name="蕾 张" initials="蕾张" lastIdx="0" clrIdx="2351"/>
  <p:cmAuthor id="2353" name="田艳芬" initials="田" lastIdx="0" clrIdx="2352"/>
  <p:cmAuthor id="2354" name="晓贤 黄" initials="晓黄" lastIdx="0" clrIdx="2353"/>
  <p:cmAuthor id="2355" name="今日勿扰" initials="今" lastIdx="0" clrIdx="2354"/>
  <p:cmAuthor id="2356" name="kechuying" initials="k" lastIdx="0" clrIdx="2355"/>
  <p:cmAuthor id="2357" name="zhouzean" initials="z" lastIdx="0" clrIdx="2356"/>
  <p:cmAuthor id="2358" name="李鹏飞_6bQfzI3a" initials="李" lastIdx="0" clrIdx="2357"/>
  <p:cmAuthor id="2359" name="李晓菲_MZFnUzi6" initials="李" lastIdx="0" clrIdx="2358"/>
  <p:cmAuthor id="2360" name="robin" initials="r" lastIdx="0" clrIdx="2359"/>
  <p:cmAuthor id="2361" name="小珞_QjMfU7FR" initials="小" lastIdx="0" clrIdx="2360"/>
  <p:cmAuthor id="2362" name="熊仪_aYju7RJj" initials="熊" lastIdx="0" clrIdx="2361"/>
  <p:cmAuthor id="2363" name="yifei" initials="y" lastIdx="0" clrIdx="2362"/>
  <p:cmAuthor id="2364" name="ADMIN" initials="A" lastIdx="0" clrIdx="2363"/>
  <p:cmAuthor id="2365" name="wm xu" initials="wx" lastIdx="0" clrIdx="2364"/>
  <p:cmAuthor id="2366" name="pangyt" initials="p" lastIdx="0" clrIdx="2365"/>
  <p:cmAuthor id="2367" name="CHEN LONG" initials="C" lastIdx="0" clrIdx="2366"/>
  <p:cmAuthor id="2368" name="lixiaosong" initials="l" lastIdx="0" clrIdx="2367"/>
  <p:cmAuthor id="2369" name="zq" initials="z" lastIdx="0" clrIdx="2368"/>
  <p:cmAuthor id="2370" name="Daniel Clyde (HI)" initials="D" lastIdx="0" clrIdx="2369"/>
  <p:cmAuthor id="2371" name="Fitzpatrick, Nicole {MGAO~Basel}" initials="F" lastIdx="0" clrIdx="2370"/>
  <p:cmAuthor id="2372" name="杨丹" initials="6" lastIdx="0" clrIdx="2371"/>
  <p:cmAuthor id="2373" name="ccc" initials="c" lastIdx="0" clrIdx="2372"/>
  <p:cmAuthor id="2374" name="77599" initials="7" lastIdx="0" clrIdx="2373"/>
  <p:cmAuthor id="2375" name="maosh" initials="m" lastIdx="0" clrIdx="2374"/>
  <p:cmAuthor id="2376" name="XIAN" initials="X" lastIdx="0" clrIdx="2375"/>
  <p:cmAuthor id="2377" name="cpic" initials="c" lastIdx="0" clrIdx="2376"/>
  <p:cmAuthor id="2378" name="zhan" initials="z" lastIdx="0" clrIdx="2377"/>
  <p:cmAuthor id="2379" name="sushanshan1" initials="s" lastIdx="0" clrIdx="2378"/>
  <p:cmAuthor id="2380" name="常光辉" initials="常" lastIdx="0" clrIdx="2379"/>
  <p:cmAuthor id="2381" name="王恒婧" initials="王" lastIdx="0" clrIdx="2380"/>
  <p:cmAuthor id="2382" name="王迎" initials="王" lastIdx="0" clrIdx="2381"/>
  <p:cmAuthor id="2383" name="yjy" initials="y" lastIdx="0" clrIdx="2382"/>
  <p:cmAuthor id="2384" name="709818706@qq.com" initials="7" lastIdx="0" clrIdx="2383"/>
  <p:cmAuthor id="2385" name="欧阳长征" initials="l" lastIdx="0" clrIdx="2384"/>
  <p:cmAuthor id="2386" name="jiang yj" initials="jy" lastIdx="0" clrIdx="2385"/>
  <p:cmAuthor id="2387" name="SXF" initials="S" lastIdx="0" clrIdx="2386"/>
  <p:cmAuthor id="2388" name="Liubin (H)" initials="L(" lastIdx="0" clrIdx="2387"/>
  <p:cmAuthor id="2389" name="邱银杰" initials="邱" lastIdx="0" clrIdx="2388"/>
  <p:cmAuthor id="2390" name="10071970" initials="1" lastIdx="0" clrIdx="2389"/>
  <p:cmAuthor id="2391" name="lirp" initials="l" lastIdx="0" clrIdx="2390"/>
  <p:cmAuthor id="2392" name="Calvin G" initials="C" lastIdx="0" clrIdx="2391"/>
  <p:cmAuthor id="2393" name="MC SYSTEM" initials="M" lastIdx="0" clrIdx="2392"/>
  <p:cmAuthor id="2394" name="ym" initials="y" lastIdx="0" clrIdx="2393"/>
  <p:cmAuthor id="2395" name="侯 爱敏" initials="侯" lastIdx="0" clrIdx="2394"/>
  <p:cmAuthor id="2396" name="Zjlun" initials="Z" lastIdx="0" clrIdx="2395"/>
  <p:cmAuthor id="2397" name="张兴周" initials="x" lastIdx="0" clrIdx="2396"/>
  <p:cmAuthor id="2398" name="Parachute" initials="P" lastIdx="0" clrIdx="2397"/>
  <p:cmAuthor id="2399" name="10020197" initials="1" lastIdx="0" clrIdx="2398"/>
  <p:cmAuthor id="2400" name="H JM" initials="HJ" lastIdx="0" clrIdx="2399"/>
  <p:cmAuthor id="2401" name="Aden" initials="A" lastIdx="0" clrIdx="2400"/>
  <p:cmAuthor id="2402" name="王旭" initials="王" lastIdx="0" clrIdx="2401"/>
  <p:cmAuthor id="2403" name="罗艺萌" initials="罗" lastIdx="0" clrIdx="2402"/>
  <p:cmAuthor id="2404" name="PENG" initials="P" lastIdx="0" clrIdx="2403"/>
  <p:cmAuthor id="2405" name="时光" initials="时" lastIdx="0" clrIdx="2404"/>
  <p:cmAuthor id="2406" name="lzy" initials="8" lastIdx="0" clrIdx="2405"/>
  <p:cmAuthor id="2407" name="10041808" initials="1" lastIdx="0" clrIdx="2406"/>
  <p:cmAuthor id="2408" name="10045395" initials="1" lastIdx="0" clrIdx="2407"/>
  <p:cmAuthor id="2409" name="Steve" initials="S" lastIdx="0" clrIdx="2408"/>
  <p:cmAuthor id="2410" name="marmot" initials="m" lastIdx="0" clrIdx="2409"/>
  <p:cmAuthor id="2411" name="北野战萧" initials="北" lastIdx="0" clrIdx="2410"/>
  <p:cmAuthor id="2412" name="无" initials="无" lastIdx="0" clrIdx="2411"/>
  <p:cmAuthor id="2413" name="carrie魏" initials="c" lastIdx="0" clrIdx="2412"/>
  <p:cmAuthor id="2414" name="段江" initials="段" lastIdx="0" clrIdx="2413"/>
  <p:cmAuthor id="2415" name="10351191" initials="1" lastIdx="0" clrIdx="2414"/>
  <p:cmAuthor id="2416" name="10015063" initials="1" lastIdx="0" clrIdx="2415"/>
  <p:cmAuthor id="2417" name="liuti" initials="l" lastIdx="0" clrIdx="2416"/>
  <p:cmAuthor id="2418" name="泡泡" initials="泡" lastIdx="0" clrIdx="2417"/>
  <p:cmAuthor id="2419" name="Juliet猪立业" initials="J" lastIdx="0" clrIdx="2418"/>
  <p:cmAuthor id="2420" name="wswsbo" initials="w" lastIdx="0" clrIdx="2419"/>
  <p:cmAuthor id="2421" name="  " initials=" " lastIdx="0" clrIdx="2420"/>
  <p:cmAuthor id="2422" name="李强" initials="A" lastIdx="0" clrIdx="2421"/>
  <p:cmAuthor id="2423" name="tianatan" initials="t" lastIdx="0" clrIdx="2422"/>
  <p:cmAuthor id="2424" name="Carith" initials="C" lastIdx="0" clrIdx="2423"/>
  <p:cmAuthor id="2425" name="风之子" initials="风" lastIdx="0" clrIdx="2424"/>
  <p:cmAuthor id="2426" name="wmcmdi" initials="w" lastIdx="0" clrIdx="2425"/>
  <p:cmAuthor id="2427" name="孙傲" initials="孙" lastIdx="0" clrIdx="2426"/>
  <p:cmAuthor id="2428" name="段瑞祥" initials="段" lastIdx="0" clrIdx="2427"/>
  <p:cmAuthor id="2429" name="Hey！Judy" initials="H" lastIdx="0" clrIdx="2428"/>
  <p:cmAuthor id="2430" name="00014464" initials="0" lastIdx="0" clrIdx="2429"/>
  <p:cmAuthor id="2431" name="10243946" initials="1" lastIdx="0" clrIdx="2430"/>
  <p:cmAuthor id="2432" name="10006789" initials="1" lastIdx="0" clrIdx="2431"/>
  <p:cmAuthor id="2433" name="王东10086377" initials="王" lastIdx="0" clrIdx="2432"/>
  <p:cmAuthor id="2434" name="10111841" initials="1" lastIdx="0" clrIdx="2433"/>
  <p:cmAuthor id="2435" name="原野" initials="原" lastIdx="0" clrIdx="2434"/>
  <p:cmAuthor id="2436" name="董星星" initials="董" lastIdx="0" clrIdx="2435"/>
  <p:cmAuthor id="2437" name="刘付平" initials="刘" lastIdx="0" clrIdx="2436"/>
  <p:cmAuthor id="2438" name="陆森" initials="陆" lastIdx="0" clrIdx="2437"/>
  <p:cmAuthor id="2439" name="skyblue2009" initials="s" lastIdx="0" clrIdx="2438"/>
  <p:cmAuthor id="2440" name="ZTE" initials="Z" lastIdx="0" clrIdx="2439"/>
  <p:cmAuthor id="2441" name="10305041" initials="1" lastIdx="0" clrIdx="2440"/>
  <p:cmAuthor id="2442" name="absurdus" initials="a" lastIdx="0" clrIdx="2441"/>
  <p:cmAuthor id="2443" name="代静（用户）" initials="代" lastIdx="0" clrIdx="2442"/>
  <p:cmAuthor id="2444" name="霓虹向量" initials="霓" lastIdx="0" clrIdx="2443"/>
  <p:cmAuthor id="2445" name="Ghuck" initials="G" lastIdx="0" clrIdx="2444"/>
  <p:cmAuthor id="2446" name="00305056" initials="0" lastIdx="0" clrIdx="2445"/>
  <p:cmAuthor id="2447" name="10240144" initials="1" lastIdx="0" clrIdx="2446"/>
  <p:cmAuthor id="2448" name="00067706" initials="0" lastIdx="0" clrIdx="2447"/>
  <p:cmAuthor id="2449" name="10109961" initials="1" lastIdx="0" clrIdx="2448"/>
  <p:cmAuthor id="2450" name="10203531" initials="1" lastIdx="0" clrIdx="2449"/>
  <p:cmAuthor id="2451" name="10334883" initials="1" lastIdx="0" clrIdx="2450"/>
  <p:cmAuthor id="2452" name="10198623" initials="1" lastIdx="0" clrIdx="2451"/>
  <p:cmAuthor id="2453" name="张燕00036635" initials="张燕00036635" lastIdx="0" clrIdx="2452"/>
  <p:cmAuthor id="2454" name="00355193" initials="0" lastIdx="0" clrIdx="2453"/>
  <p:cmAuthor id="2455" name="王昆" initials="王昆" lastIdx="0" clrIdx="2454"/>
  <p:cmAuthor id="2456" name="张舵" initials="H" lastIdx="0" clrIdx="2455"/>
  <p:cmAuthor id="2457" name="yuan jingjing" initials="yj" lastIdx="0" clrIdx="2456"/>
  <p:cmAuthor id="2458" name="xmwujianx" initials="x" lastIdx="0" clrIdx="2457"/>
  <p:cmAuthor id="2459" name="zhengty" initials="z" lastIdx="0" clrIdx="2458"/>
  <p:cmAuthor id="2460" name="10303" initials="1" lastIdx="0" clrIdx="2459"/>
  <p:cmAuthor id="2461" name="Cecilia" initials="C" lastIdx="0" clrIdx="2460"/>
  <p:cmAuthor id="2462" name="YaoChunfen" initials="Y" lastIdx="0" clrIdx="2461"/>
  <p:cmAuthor id="2463" name="未知的使用者153" initials="未" lastIdx="0" clrIdx="2462"/>
  <p:cmAuthor id="2464" name="未知的使用者154" initials="未" lastIdx="0" clrIdx="2463"/>
  <p:cmAuthor id="2465" name="未知的使用者219" initials="未" lastIdx="0" clrIdx="2464"/>
  <p:cmAuthor id="2466" name="未知的使用者156" initials="未" lastIdx="0" clrIdx="2465"/>
  <p:cmAuthor id="2467" name="未知的使用者129" initials="未" lastIdx="0" clrIdx="2466"/>
  <p:cmAuthor id="2468" name="未知的使用者130" initials="未" lastIdx="0" clrIdx="2467"/>
  <p:cmAuthor id="2469" name="未知的使用者131" initials="未" lastIdx="0" clrIdx="2468"/>
  <p:cmAuthor id="2470" name="未知的使用者164" initials="未" lastIdx="0" clrIdx="2469"/>
  <p:cmAuthor id="2471" name="15090" initials="1" lastIdx="0" clrIdx="2470"/>
  <p:cmAuthor id="2472" name="liuyanxue" initials="l" lastIdx="0" clrIdx="2471"/>
  <p:cmAuthor id="2473" name="59314" initials="5" lastIdx="0" clrIdx="2472"/>
  <p:cmAuthor id="2474" name="cmcc-0722" initials="Y" lastIdx="0" clrIdx="2473"/>
  <p:cmAuthor id="2475" name="ZHANG" initials="Z" lastIdx="0" clrIdx="2474"/>
  <p:cmAuthor id="2476" name="liubo, CTC" initials="CTC" lastIdx="0" clrIdx="2475"/>
  <p:cmAuthor id="2477" name="Sunguanghui" initials="s00643942" lastIdx="0" clrIdx="2476"/>
  <p:cmAuthor id="2478" name="未知用户476" initials="未" lastIdx="0" clrIdx="2477"/>
  <p:cmAuthor id="2479" name="未知用户490" initials="未" lastIdx="0" clrIdx="2478"/>
  <p:cmAuthor id="2480" name="未知用户484" initials="未" lastIdx="0" clrIdx="2479"/>
  <p:cmAuthor id="2481" name="shq316" initials="s" lastIdx="0" clrIdx="2480"/>
  <p:cmAuthor id="2482" name="yang fengyu" initials="yf" lastIdx="0" clrIdx="2481"/>
  <p:cmAuthor id="2483" name="邢绍文" initials="邢" lastIdx="0" clrIdx="2482"/>
  <p:cmAuthor id="2484" name="郑骏" initials="郑骏" lastIdx="0" clrIdx="2483"/>
  <p:cmAuthor id="2485" name="佳" initials="佳" lastIdx="0" clrIdx="2484"/>
  <p:cmAuthor id="2486" name="xq" initials="x" lastIdx="0" clrIdx="2485"/>
  <p:cmAuthor id="2487" name="22010" initials="2" lastIdx="0" clrIdx="2486"/>
  <p:cmAuthor id="2488" name="daliang xu" initials="d" lastIdx="0" clrIdx="2487"/>
  <p:cmAuthor id="2489" name="3930" initials="3" lastIdx="0" clrIdx="2488"/>
  <p:cmAuthor id="2490" name="Bo" initials="B" lastIdx="0" clrIdx="2489"/>
  <p:cmAuthor id="2491" name="M7100z-win7" initials="M" lastIdx="0" clrIdx="2490"/>
  <p:cmAuthor id="2492" name="liuhao24" initials="l" lastIdx="0" clrIdx="2491"/>
  <p:cmAuthor id="2493" name="理者" initials="理" lastIdx="0" clrIdx="2492"/>
  <p:cmAuthor id="2494" name="t-1i-caiwu" initials="t" lastIdx="0" clrIdx="2493"/>
  <p:cmAuthor id="2495" name="zhaoyue46" initials="z" lastIdx="0" clrIdx="2494"/>
  <p:cmAuthor id="2496" name="shenxin03" initials="s" lastIdx="0" clrIdx="2495"/>
  <p:cmAuthor id="2497" name="hasee" initials="h" lastIdx="0" clrIdx="2496"/>
  <p:cmAuthor id="2498" name="孙 鹏" initials="孙" lastIdx="0" clrIdx="2497"/>
  <p:cmAuthor id="2499" name="肖琼" initials="肖琼" lastIdx="0" clrIdx="2498"/>
  <p:cmAuthor id="2500" name="yuyuzi" initials="y" lastIdx="0" clrIdx="2499"/>
  <p:cmAuthor id="2501" name="冯 廷" initials="冯" lastIdx="0" clrIdx="2500"/>
  <p:cmAuthor id="2502" name="于雷" initials="A" lastIdx="0" clrIdx="2501"/>
  <p:cmAuthor id="2503" name="张逸晨" initials="张" lastIdx="0" clrIdx="2502"/>
  <p:cmAuthor id="2504" name="雨林木风" initials="雨" lastIdx="0" clrIdx="2503"/>
  <p:cmAuthor id="2505" name="张洁01-lhq" initials="张" lastIdx="0" clrIdx="2504"/>
  <p:cmAuthor id="2506" name="池依曼" initials="池" lastIdx="0" clrIdx="2505"/>
  <p:cmAuthor id="2507" name="未知用户219" initials="未" lastIdx="0" clrIdx="2506"/>
  <p:cmAuthor id="2508" name="未知用户230" initials="未" lastIdx="0" clrIdx="2507"/>
  <p:cmAuthor id="2509" name="未知用户232" initials="未" lastIdx="0" clrIdx="2508"/>
  <p:cmAuthor id="2510" name="未知用户226" initials="未" lastIdx="0" clrIdx="2509"/>
  <p:cmAuthor id="2511" name="亚运 曹" initials="亚" lastIdx="0" clrIdx="2510"/>
  <p:cmAuthor id="2512" name="张正明" initials="张" lastIdx="0" clrIdx="2511"/>
  <p:cmAuthor id="2513" name="FANG SUN" initials="F" lastIdx="0" clrIdx="2512"/>
  <p:cmAuthor id="2514" name="富德生命人寿" initials="富" lastIdx="0" clrIdx="2513"/>
  <p:cmAuthor id="2515" name="袁缘" initials="袁" lastIdx="0" clrIdx="2514"/>
  <p:cmAuthor id="2516" name="未知用户416" initials="未" lastIdx="0" clrIdx="2515"/>
  <p:cmAuthor id="2517" name="未知用户408" initials="未" lastIdx="0" clrIdx="2516"/>
  <p:cmAuthor id="2518" name="未知用户412" initials="未" lastIdx="0" clrIdx="2517"/>
  <p:cmAuthor id="2519" name="未知用户414" initials="未" lastIdx="0" clrIdx="2518"/>
  <p:cmAuthor id="2520" name="未知用户415" initials="未" lastIdx="0" clrIdx="2519"/>
  <p:cmAuthor id="2521" name="韩 明宇" initials="韩" lastIdx="0" clrIdx="2520"/>
  <p:cmAuthor id="2522" name="未知用户261" initials="未" lastIdx="0" clrIdx="2521"/>
  <p:cmAuthor id="2523" name="未知用户370" initials="未" lastIdx="0" clrIdx="2522"/>
  <p:cmAuthor id="2524" name="未知用户347" initials="未" lastIdx="0" clrIdx="2523"/>
  <p:cmAuthor id="2525" name="未知用户286" initials="未" lastIdx="0" clrIdx="2524"/>
  <p:cmAuthor id="2526" name="未知用户218" initials="未" lastIdx="0" clrIdx="2525"/>
  <p:cmAuthor id="2527" name="未知用户352" initials="未" lastIdx="0" clrIdx="2526"/>
  <p:cmAuthor id="2528" name="未知用户353" initials="未" lastIdx="0" clrIdx="2527"/>
  <p:cmAuthor id="2529" name="未知用户354" initials="未" lastIdx="0" clrIdx="2528"/>
  <p:cmAuthor id="2530" name="未知用户355" initials="未" lastIdx="0" clrIdx="2529"/>
  <p:cmAuthor id="2531" name="未知用户357" initials="未" lastIdx="0" clrIdx="2530"/>
  <p:cmAuthor id="2532" name="未知用户362" initials="未" lastIdx="0" clrIdx="2531"/>
  <p:cmAuthor id="2533" name="Xzjd" initials="X" lastIdx="0" clrIdx="2532"/>
  <p:cmAuthor id="2534" name="未知用户474" initials="未" lastIdx="0" clrIdx="2533"/>
  <p:cmAuthor id="2535" name="未知用户479" initials="未" lastIdx="0" clrIdx="2534"/>
  <p:cmAuthor id="2536" name="未知用户482" initials="未" lastIdx="0" clrIdx="2535"/>
  <p:cmAuthor id="2537" name="未知用户483" initials="未" lastIdx="0" clrIdx="2536"/>
  <p:cmAuthor id="2538" name="未知用户485" initials="未" lastIdx="0" clrIdx="2537"/>
  <p:cmAuthor id="2539" name="未知用户486" initials="未" lastIdx="0" clrIdx="2538"/>
  <p:cmAuthor id="2540" name="jcxnj" initials="j" lastIdx="0" clrIdx="2539"/>
  <p:cmAuthor id="2541" name="钢 陆" initials="钢陆" lastIdx="0" clrIdx="2540"/>
  <p:cmAuthor id="2542" name="李保印" initials="李" lastIdx="0" clrIdx="2541"/>
  <p:cmAuthor id="2543" name="卞子琪" initials="卞" lastIdx="0" clrIdx="2542"/>
  <p:cmAuthor id="2544" name="小东 郑" initials="小郑" lastIdx="0" clrIdx="2543"/>
  <p:cmAuthor id="2545" name="Jing Zhai(联通集团技术部)" initials="J" lastIdx="0" clrIdx="2544"/>
  <p:cmAuthor id="2546" name="miaott" initials="m" lastIdx="0" clrIdx="2545"/>
  <p:cmAuthor id="2547" name="齐涛" initials="齐" lastIdx="0" clrIdx="2546"/>
  <p:cmAuthor id="2548" name="zhaoby01" initials="z" lastIdx="0" clrIdx="2547"/>
  <p:cmAuthor id="2549" name="Lydia" initials="L" lastIdx="0" clrIdx="2548"/>
  <p:cmAuthor id="2550" name="fengyuan03" initials="f" lastIdx="0" clrIdx="2549"/>
  <p:cmAuthor id="2551" name="xusha" initials="x" lastIdx="0" clrIdx="2550"/>
  <p:cmAuthor id="2552" name="何富军" initials="何" lastIdx="0" clrIdx="2551"/>
  <p:cmAuthor id="2553" name="闫秀丽" initials="闫" lastIdx="0" clrIdx="2552"/>
  <p:cmAuthor id="2554" name="fafa" initials="f" lastIdx="0" clrIdx="2553"/>
  <p:cmAuthor id="2555" name="qatr130" initials="q" lastIdx="0" clrIdx="2554"/>
  <p:cmAuthor id="2556" name="未知用户84" initials="未" lastIdx="0" clrIdx="2555"/>
  <p:cmAuthor id="2557" name="加 林" initials="加" lastIdx="0" clrIdx="2556"/>
  <p:cmAuthor id="2558" name="ChinaUser" initials="C" lastIdx="0" clrIdx="2557"/>
  <p:cmAuthor id="2559" name="linkplus" initials="l" lastIdx="0" clrIdx="2558"/>
  <p:cmAuthor id="2560" name="未知用户124" initials="未" lastIdx="0" clrIdx="2559"/>
  <p:cmAuthor id="2561" name="未知用户125" initials="未" lastIdx="0" clrIdx="2560"/>
  <p:cmAuthor id="2562" name="未知用户126" initials="未" lastIdx="0" clrIdx="2561"/>
  <p:cmAuthor id="2563" name="未知用户127" initials="未" lastIdx="0" clrIdx="2562"/>
  <p:cmAuthor id="2564" name="未知用户129" initials="未" lastIdx="0" clrIdx="2563"/>
  <p:cmAuthor id="2565" name="未知用户137" initials="未" lastIdx="0" clrIdx="2564"/>
  <p:cmAuthor id="2566" name="未知用户141" initials="未" lastIdx="0" clrIdx="2565"/>
  <p:cmAuthor id="2567" name="未知用户143" initials="未" lastIdx="0" clrIdx="2566"/>
  <p:cmAuthor id="2568" name="未知用户144" initials="未" lastIdx="0" clrIdx="2567"/>
  <p:cmAuthor id="2569" name="未知用户139" initials="未" lastIdx="0" clrIdx="2568"/>
  <p:cmAuthor id="2570" name="alen" initials="a" lastIdx="0" clrIdx="2569"/>
  <p:cmAuthor id="2571" name="USER" initials="U" lastIdx="0" clrIdx="2570"/>
  <p:cmAuthor id="2572" name="王 一鸣" initials="王" lastIdx="0" clrIdx="2571"/>
  <p:cmAuthor id="2573" name="Well Li" initials="W" lastIdx="0" clrIdx="2572"/>
  <p:cmAuthor id="2574" name="任俊宣" initials="任" lastIdx="0" clrIdx="2573"/>
  <p:cmAuthor id="2575" name="未知用户199" initials="未" lastIdx="0" clrIdx="2574"/>
  <p:cmAuthor id="2576" name="未知用户214" initials="未" lastIdx="0" clrIdx="2575"/>
  <p:cmAuthor id="2577" name="未知用户207" initials="未" lastIdx="0" clrIdx="2576"/>
  <p:cmAuthor id="2578" name="未知用户210" initials="未" lastIdx="0" clrIdx="2577"/>
  <p:cmAuthor id="2579" name="?定义" initials="?" lastIdx="0" clrIdx="2578"/>
  <p:cmAuthor id="2580" name="sxp" initials="s" lastIdx="0" clrIdx="2579"/>
  <p:cmAuthor id="2581" name="allan" initials="a" lastIdx="0" clrIdx="2580"/>
  <p:cmAuthor id="2582" name="未知用户336" initials="未" lastIdx="0" clrIdx="2581"/>
  <p:cmAuthor id="2583" name="未知用户292" initials="未" lastIdx="0" clrIdx="2582"/>
  <p:cmAuthor id="2584" name="未知用户328" initials="未" lastIdx="0" clrIdx="2583"/>
  <p:cmAuthor id="2585" name="未知用户300" initials="未" lastIdx="0" clrIdx="2584"/>
  <p:cmAuthor id="2586" name="未知用户305" initials="未" lastIdx="0" clrIdx="2585"/>
  <p:cmAuthor id="2587" name="未知用户310" initials="未" lastIdx="0" clrIdx="2586"/>
  <p:cmAuthor id="2588" name="未知用户335" initials="未" lastIdx="0" clrIdx="2587"/>
  <p:cmAuthor id="2589" name="未知用户278" initials="未" lastIdx="0" clrIdx="2588"/>
  <p:cmAuthor id="2590" name="未知用户273" initials="未" lastIdx="0" clrIdx="2589"/>
  <p:cmAuthor id="2591" name="未知用户229" initials="未" lastIdx="0" clrIdx="2590"/>
  <p:cmAuthor id="2592" name="未知用户274" initials="未" lastIdx="0" clrIdx="2591"/>
  <p:cmAuthor id="2593" name="未知用户238" initials="未" lastIdx="0" clrIdx="2592"/>
  <p:cmAuthor id="2594" name="未知用户247" initials="未" lastIdx="0" clrIdx="2593"/>
  <p:cmAuthor id="2595" name="未知用户248" initials="未" lastIdx="0" clrIdx="2594"/>
  <p:cmAuthor id="2596" name="未知用户251" initials="未" lastIdx="0" clrIdx="2595"/>
  <p:cmAuthor id="2597" name="未知用户253" initials="未" lastIdx="0" clrIdx="2596"/>
  <p:cmAuthor id="2598" name="未知用户254" initials="未" lastIdx="0" clrIdx="2597"/>
  <p:cmAuthor id="2599" name="未知用户255" initials="未" lastIdx="0" clrIdx="2598"/>
  <p:cmAuthor id="2600" name="未知用户256" initials="未" lastIdx="0" clrIdx="2599"/>
  <p:cmAuthor id="2601" name="未知用户257" initials="未" lastIdx="0" clrIdx="2600"/>
  <p:cmAuthor id="2602" name="未知用户258" initials="未" lastIdx="0" clrIdx="2601"/>
  <p:cmAuthor id="2603" name="未知用户260" initials="未" lastIdx="0" clrIdx="2602"/>
  <p:cmAuthor id="2604" name="未知用户275" initials="未" lastIdx="0" clrIdx="2603"/>
  <p:cmAuthor id="2605" name="未知用户264" initials="未" lastIdx="0" clrIdx="2604"/>
  <p:cmAuthor id="2606" name="未知用户266" initials="未" lastIdx="0" clrIdx="2605"/>
  <p:cmAuthor id="2607" name="未知用户196" initials="未" lastIdx="0" clrIdx="2606"/>
  <p:cmAuthor id="2608" name="未知用户358" initials="未" lastIdx="0" clrIdx="2607"/>
  <p:cmAuthor id="2609" name="未知用户359" initials="未" lastIdx="0" clrIdx="2608"/>
  <p:cmAuthor id="2610" name="未知用户360" initials="未" lastIdx="0" clrIdx="2609"/>
  <p:cmAuthor id="2611" name="未知用户361" initials="未" lastIdx="0" clrIdx="2610"/>
  <p:cmAuthor id="2612" name="未知用户364" initials="未" lastIdx="0" clrIdx="2611"/>
  <p:cmAuthor id="2613" name="未知用户297" initials="未" lastIdx="0" clrIdx="2612"/>
  <p:cmAuthor id="2614" name="未知用户307" initials="未" lastIdx="0" clrIdx="2613"/>
  <p:cmAuthor id="2615" name="未知用户329" initials="未" lastIdx="0" clrIdx="2614"/>
  <p:cmAuthor id="2616" name="未知用户334" initials="未" lastIdx="0" clrIdx="2615"/>
  <p:cmAuthor id="2617" name="未知用户341" initials="未" lastIdx="0" clrIdx="2616"/>
  <p:cmAuthor id="2618" name="未知用户342" initials="未" lastIdx="0" clrIdx="2617"/>
  <p:cmAuthor id="2619" name="未知用户343" initials="未" lastIdx="0" clrIdx="2618"/>
  <p:cmAuthor id="2620" name="未知用户344" initials="未" lastIdx="0" clrIdx="2619"/>
  <p:cmAuthor id="2621" name="未知用户345" initials="未" lastIdx="0" clrIdx="2620"/>
  <p:cmAuthor id="2622" name="李婧宜_YBferYVR" initials="authorId_1217247658" lastIdx="0" clrIdx="2621"/>
  <p:cmAuthor id="2623" name=" " initials="" lastIdx="0" clrIdx="2622"/>
  <p:cmAuthor id="2624" name="金宇峰_BfyebuM3" initials="authorId_1008746-10054633" lastIdx="0" clrIdx="2623"/>
  <p:cmAuthor id="2625" name="梁鹏" initials="u" lastIdx="0" clrIdx="2624"/>
  <p:cmAuthor id="2626" name="范 斌" initials="范" lastIdx="0" clrIdx="2625"/>
  <p:cmAuthor id="2627" name="毕邺" initials="党委办公室" lastIdx="0" clrIdx="2626"/>
  <p:cmAuthor id="2628" name="jiaru tiger" initials="jt" lastIdx="0" clrIdx="2627"/>
  <p:cmAuthor id="2629" name="李金金" initials="李金金" lastIdx="0" clrIdx="2628"/>
  <p:cmAuthor id="2630" name="未知用户400" initials="未" lastIdx="0" clrIdx="2629"/>
  <p:cmAuthor id="2631" name="黄 晓贤" initials="黄" lastIdx="0" clrIdx="2630"/>
  <p:cmAuthor id="2632" name="未知用户420" initials="未" lastIdx="0" clrIdx="2631"/>
  <p:cmAuthor id="2633" name="未知用户422" initials="未" lastIdx="0" clrIdx="2632"/>
  <p:cmAuthor id="2634" name="linxiao" initials="l" lastIdx="0" clrIdx="2633"/>
  <p:cmAuthor id="2635" name="殷 积波" initials="殷" lastIdx="0" clrIdx="2634"/>
  <p:cmAuthor id="2636" name="启浩" initials="启" lastIdx="0" clrIdx="2635"/>
  <p:cmAuthor id="2637" name="袨?嗴?傤?" initials="袨" lastIdx="0" clrIdx="2636"/>
  <p:cmAuthor id="2638" name="林玲 郑" initials="林" lastIdx="0" clrIdx="2637"/>
  <p:cmAuthor id="2639" name="554154816@qq.com" initials="5" lastIdx="0" clrIdx="2638"/>
  <p:cmAuthor id="2640" name="Z45395" initials="Z" lastIdx="0" clrIdx="2639"/>
  <p:cmAuthor id="2641" name="Heyanghong" initials="H" lastIdx="0" clrIdx="2640"/>
  <p:cmAuthor id="2642" name="James" initials="J" lastIdx="0" clrIdx="2641"/>
  <p:cmAuthor id="2643" name="zte" initials="z" lastIdx="0" clrIdx="2642"/>
  <p:cmAuthor id="2644" name="10181563" initials="ll" lastIdx="0" clrIdx="2643"/>
  <p:cmAuthor id="2645" name="00196605" initials="0" lastIdx="0" clrIdx="2644"/>
  <p:cmAuthor id="2646" name="00006891" initials="0" lastIdx="0" clrIdx="2645"/>
  <p:cmAuthor id="2647" name="熊先奎10009191" initials="熊先奎10009191" lastIdx="0" clrIdx="2646"/>
  <p:cmAuthor id="2648" name="10118178" initials="1" lastIdx="0" clrIdx="2647"/>
  <p:cmAuthor id="2649" name="zhouwd" initials="1" lastIdx="0" clrIdx="2648"/>
  <p:cmAuthor id="2650" name="马云飞10014438" initials="马" lastIdx="0" clrIdx="2649"/>
  <p:cmAuthor id="2651" name="10078380" initials="1" lastIdx="0" clrIdx="2650"/>
  <p:cmAuthor id="2652" name="10099398" initials="1" lastIdx="0" clrIdx="2651"/>
  <p:cmAuthor id="2653" name="张燕" initials="MSOffice" lastIdx="0" clrIdx="2652"/>
  <p:cmAuthor id="2654" name="Saku Uchikawa" initials="S" lastIdx="0" clrIdx="2653"/>
  <p:cmAuthor id="2655" name="zhangqiang" initials="z" lastIdx="0" clrIdx="2654"/>
  <p:cmAuthor id="2656" name="zhangyu" initials="z" lastIdx="0" clrIdx="2655"/>
  <p:cmAuthor id="2657" name="610007" initials="6" lastIdx="0" clrIdx="2656"/>
  <p:cmAuthor id="2658" name="10319231" initials="1" lastIdx="0" clrIdx="2657"/>
  <p:cmAuthor id="2659" name="WuWanLing" initials="W" lastIdx="0" clrIdx="2658"/>
  <p:cmAuthor id="2660" name="陈驹洲" initials="A" lastIdx="0" clrIdx="2659"/>
  <p:cmAuthor id="2661" name="elfinhsu" initials="" lastIdx="0" clrIdx="2660"/>
  <p:cmAuthor id="2662" name="HuQQ" initials="HuQQ" lastIdx="0" clrIdx="2661"/>
  <p:cmAuthor id="2663" name="梁亚栋" initials="authorId_233440905" lastIdx="0" clrIdx="2662"/>
  <p:cmAuthor id="2664" name="范汗杰10197873" initials="范汗杰10197873" lastIdx="0" clrIdx="2663"/>
  <p:cmAuthor id="2665" name="潘加强10028573" initials="潘加强10028573" lastIdx="0" clrIdx="2664"/>
  <p:cmAuthor id="2666" name="tonghailan" initials="t" lastIdx="0" clrIdx="2665"/>
  <p:cmAuthor id="2667" name="Xia Meng 00049798" initials="Mandy" lastIdx="0" clrIdx="2666"/>
  <p:cmAuthor id="2668" name="Jimmy-Power" initials="J" lastIdx="0" clrIdx="2667"/>
  <p:cmAuthor id="2669" name="罗 罗" initials="罗" lastIdx="0" clrIdx="2668"/>
  <p:cmAuthor id="2670" name="王波10142735" initials="王" lastIdx="0" clrIdx="2669"/>
  <p:cmAuthor id="2671" name="10096825" initials="1" lastIdx="0" clrIdx="2670"/>
  <p:cmAuthor id="2672" name="song manyi" initials="s" lastIdx="0" clrIdx="2671"/>
  <p:cmAuthor id="2673" name="云成龙_JVVjiM7N" initials="云" lastIdx="0" clrIdx="2672"/>
  <p:cmAuthor id="2674" name="ZQ" initials="Z" lastIdx="0" clrIdx="2673"/>
  <p:cmAuthor id="2675" name="侯 林" initials="侯" lastIdx="0" clrIdx="2674"/>
  <p:cmAuthor id="2676" name="hyrx05" initials="h" lastIdx="0" clrIdx="2675"/>
  <p:cmAuthor id="2677" name="甘肃联通信息安全部姬星仪" initials="姬星仪" lastIdx="0" clrIdx="2676"/>
  <p:cmAuthor id="2678" name="郭 浩" initials="郭" lastIdx="0" clrIdx="2677"/>
  <p:cmAuthor id="2679" name="10297641" initials="1" lastIdx="0" clrIdx="2678"/>
  <p:cmAuthor id="2680" name="10288998" initials="1" lastIdx="0" clrIdx="2679"/>
  <p:cmAuthor id="2681" name="赵泽盛10022760" initials="赵" lastIdx="0" clrIdx="2680"/>
  <p:cmAuthor id="2682" name="10326543" initials="1" lastIdx="0" clrIdx="2681"/>
  <p:cmAuthor id="2683" name="MA YOU" initials="M" lastIdx="0" clrIdx="2682"/>
  <p:cmAuthor id="2684" name="10041235" initials="z" lastIdx="0" clrIdx="2683"/>
  <p:cmAuthor id="2685" name="10169052" initials="TC" lastIdx="0" clrIdx="2684"/>
  <p:cmAuthor id="2686" name="00231149" initials="0" lastIdx="0" clrIdx="2685"/>
  <p:cmAuthor id="2687" name="未知用户87" initials="未" lastIdx="0" clrIdx="2686"/>
  <p:cmAuthor id="2688" name="未知用户88" initials="未" lastIdx="0" clrIdx="2687"/>
  <p:cmAuthor id="2689" name="未知用户110" initials="未" lastIdx="0" clrIdx="2688"/>
  <p:cmAuthor id="2690" name="未知用户285" initials="未" lastIdx="0" clrIdx="2689"/>
  <p:cmAuthor id="2691" name="78234500@qq.com" initials="7" lastIdx="0" clrIdx="2690"/>
  <p:cmAuthor id="2692" name="panjm" initials="p" lastIdx="0" clrIdx="2691"/>
  <p:cmAuthor id="2693" name="liuchunhua199110" initials="l" lastIdx="0" clrIdx="2692"/>
  <p:cmAuthor id="2694" name="胡岱雯" initials="胡" lastIdx="0" clrIdx="2693"/>
  <p:cmAuthor id="2695" name="张 成亚" initials="张" lastIdx="0" clrIdx="2694"/>
  <p:cmAuthor id="2696" name="jian Ray" initials="j" lastIdx="0" clrIdx="2695"/>
  <p:cmAuthor id="2697" name="王丽君" initials="王" lastIdx="0" clrIdx="2696"/>
  <p:cmAuthor id="2698" name="汪 丹丹" initials="汪" lastIdx="0" clrIdx="2697"/>
  <p:cmAuthor id="2699" name="未知用户182" initials="未" lastIdx="0" clrIdx="2698"/>
  <p:cmAuthor id="2700" name="未知用户194" initials="未" lastIdx="0" clrIdx="2699"/>
  <p:cmAuthor id="2701" name="未知的使用者192" initials="未" lastIdx="0" clrIdx="2700"/>
  <p:cmAuthor id="2702" name="未知的使用者227" initials="未" lastIdx="0" clrIdx="2701"/>
  <p:cmAuthor id="2703" name="未知的使用者229" initials="未" lastIdx="0" clrIdx="2702"/>
  <p:cmAuthor id="2704" name="未知的使用者240" initials="未" lastIdx="0" clrIdx="2703"/>
  <p:cmAuthor id="2705" name="未知的使用者242" initials="未" lastIdx="0" clrIdx="2704"/>
  <p:cmAuthor id="2706" name="未知的使用者243" initials="未" lastIdx="0" clrIdx="2705"/>
  <p:cmAuthor id="2707" name="未知的使用者258" initials="未" lastIdx="0" clrIdx="2706"/>
  <p:cmAuthor id="2708" name="未知的使用者259" initials="未" lastIdx="0" clrIdx="2707"/>
  <p:cmAuthor id="2709" name="未知的使用者260" initials="未" lastIdx="0" clrIdx="2708"/>
  <p:cmAuthor id="2710" name="未知的使用者261" initials="未" lastIdx="0" clrIdx="2709"/>
  <p:cmAuthor id="2711" name="未知的使用者262" initials="未" lastIdx="0" clrIdx="2710"/>
  <p:cmAuthor id="2712" name="未知的使用者263" initials="未" lastIdx="0" clrIdx="2711"/>
  <p:cmAuthor id="2713" name="未知的使用者264" initials="未" lastIdx="0" clrIdx="2712"/>
  <p:cmAuthor id="2714" name="未知的使用者265" initials="未" lastIdx="0" clrIdx="2713"/>
  <p:cmAuthor id="2715" name="未知的使用者266" initials="未" lastIdx="0" clrIdx="2714"/>
  <p:cmAuthor id="2716" name="未知的使用者267" initials="未" lastIdx="0" clrIdx="2715"/>
  <p:cmAuthor id="2717" name="未知的使用者268" initials="未" lastIdx="0" clrIdx="2716"/>
  <p:cmAuthor id="2718" name="未知的使用者269" initials="未" lastIdx="0" clrIdx="2717"/>
  <p:cmAuthor id="2719" name="lillian" initials="l" lastIdx="0" clrIdx="2718"/>
  <p:cmAuthor id="2720" name="10126032" initials="1" lastIdx="0" clrIdx="2719"/>
  <p:cmAuthor id="2721" name="10208146" initials="1" lastIdx="0" clrIdx="2720"/>
  <p:cmAuthor id="2722" name="10335529" initials="1" lastIdx="0" clrIdx="2721"/>
  <p:cmAuthor id="2723" name="张文栓" initials="1" lastIdx="0" clrIdx="2722"/>
  <p:cmAuthor id="2724" name="nature_emInFJF7" initials="authorId_313163542" lastIdx="0" clrIdx="2723"/>
  <p:cmAuthor id="2725" name="杨思思_VNjyvY7j" initials="authorId_430925712" lastIdx="0" clrIdx="2724"/>
  <p:cmAuthor id="2726" name="unicom" initials="u" lastIdx="0" clrIdx="2725"/>
  <p:cmAuthor id="2727" name="董艺萱00344473" initials="董艺萱003444" lastIdx="0" clrIdx="2726"/>
  <p:cmAuthor id="2728" name="李锦贞00249252" initials="MSOffice" lastIdx="0" clrIdx="2727"/>
  <p:cmAuthor id="2729" name="zhang" initials="z" lastIdx="0" clrIdx="2728"/>
  <p:cmAuthor id="2730" name="杨强" initials="杨" lastIdx="0" clrIdx="2729"/>
  <p:cmAuthor id="2731" name="檀晟 陈" initials="檀晟" lastIdx="0" clrIdx="2730"/>
  <p:cmAuthor id="2732" name="林志强" initials="林" lastIdx="0" clrIdx="2731"/>
  <p:cmAuthor id="2733" name="10262568" initials="1" lastIdx="0" clrIdx="2732"/>
  <p:cmAuthor id="2734" name="00249774" initials="0" lastIdx="0" clrIdx="2733"/>
  <p:cmAuthor id="2735" name="10225041" initials="1" lastIdx="0" clrIdx="2734"/>
  <p:cmAuthor id="2736" name="00158845" initials="0" lastIdx="0" clrIdx="2735"/>
  <p:cmAuthor id="2737" name="00332340" initials="0" lastIdx="0" clrIdx="2736"/>
  <p:cmAuthor id="2738" name="00260515" initials="HRP" lastIdx="0" clrIdx="2737"/>
  <p:cmAuthor id="2739" name="10115294" initials="1" lastIdx="0" clrIdx="2738"/>
  <p:cmAuthor id="2740" name="10181267" initials="1" lastIdx="0" clrIdx="2739"/>
  <p:cmAuthor id="2741" name="10096786" initials="1" lastIdx="0" clrIdx="2740"/>
  <p:cmAuthor id="2742" name="00242950" initials="0" lastIdx="0" clrIdx="2741"/>
  <p:cmAuthor id="2743" name="10036782" initials="1" lastIdx="0" clrIdx="2742"/>
  <p:cmAuthor id="2744" name="10270505" initials="1" lastIdx="0" clrIdx="2743"/>
  <p:cmAuthor id="2745" name="10344322" initials="1" lastIdx="0" clrIdx="2744"/>
  <p:cmAuthor id="2746" name="10145512" initials="1" lastIdx="0" clrIdx="2745"/>
  <p:cmAuthor id="2747" name="10078316" initials="1" lastIdx="0" clrIdx="2746"/>
  <p:cmAuthor id="2748" name="10129659" initials="1" lastIdx="0" clrIdx="2747"/>
  <p:cmAuthor id="2749" name="10009993" initials="1" lastIdx="0" clrIdx="2748"/>
  <p:cmAuthor id="2750" name="郭旭" initials="郭" lastIdx="0" clrIdx="2749"/>
  <p:cmAuthor id="2751" name="yq_yaoxin@bj.cmcc" initials="yq_yaoxin@bj.cmcc" lastIdx="0" clrIdx="2750"/>
  <p:cmAuthor id="2752" name="00025099" initials="0" lastIdx="0" clrIdx="2751"/>
  <p:cmAuthor id="2753" name="10033218" initials="1" lastIdx="0" clrIdx="2752"/>
  <p:cmAuthor id="2754" name="李楠10204198" initials="李" lastIdx="0" clrIdx="2753"/>
  <p:cmAuthor id="2755" name="FAN" initials="F" lastIdx="0" clrIdx="2754"/>
  <p:cmAuthor id="2756" name="sunaoran" initials="s" lastIdx="0" clrIdx="2755"/>
  <p:cmAuthor id="2757" name="00159163" initials="0" lastIdx="0" clrIdx="2756"/>
  <p:cmAuthor id="2758" name="10187976@zte.intra" initials="1" lastIdx="0" clrIdx="2757"/>
  <p:cmAuthor id="2759" name="刘莎_Rnie2Mv6" initials="authorId_1390812686" lastIdx="0" clrIdx="2758"/>
  <p:cmAuthor id="2760" name="董耘_um22zMFb" initials="authorId_1461203234" lastIdx="0" clrIdx="2759"/>
  <p:cmAuthor id="2761" name="廖一明" initials="廖一明" lastIdx="0" clrIdx="2760"/>
  <p:cmAuthor id="2762" name="YY" initials="Y" lastIdx="0" clrIdx="2761"/>
  <p:cmAuthor id="2763" name="烬飞默途" initials="烬" lastIdx="0" clrIdx="2762"/>
  <p:cmAuthor id="2764" name="阿勇" initials="阿" lastIdx="0" clrIdx="2763"/>
  <p:cmAuthor id="2765" name="未知的使用者211" initials="未" lastIdx="0" clrIdx="2764"/>
  <p:cmAuthor id="2766" name="Yoda KK" initials="Y" lastIdx="0" clrIdx="2765"/>
  <p:cmAuthor id="2767" name="USER631805" initials="U" lastIdx="0" clrIdx="2766"/>
  <p:cmAuthor id="2768" name="赵永成" initials="赵" lastIdx="0" clrIdx="2767"/>
  <p:cmAuthor id="2769" name="曼 王" initials="曼王" lastIdx="0" clrIdx="2768"/>
  <p:cmAuthor id="2770" name="Tea" initials="T" lastIdx="0" clrIdx="2769"/>
  <p:cmAuthor id="2771" name="储贤民" initials="储" lastIdx="0" clrIdx="2770"/>
  <p:cmAuthor id="2772" name="罗平_QfY3MnyU" initials="authorId_1512265542" lastIdx="0" clrIdx="2771"/>
  <p:cmAuthor id="2773" name="虞新颖_36fmV3QV" initials="authorId_321496044" lastIdx="0" clrIdx="2772"/>
  <p:cmAuthor id="2774" name="鲁琪_ayIzYrYZ" initials="authorId_602698507" lastIdx="0" clrIdx="2773"/>
  <p:cmAuthor id="2775" name="黄百成_m6Jjq6bQ" initials="authorId_901868002" lastIdx="0" clrIdx="2774"/>
  <p:cmAuthor id="2776" name="黄常宇" initials="黄" lastIdx="0" clrIdx="2775"/>
  <p:cmAuthor id="2777" name="Jason" initials="J" lastIdx="0" clrIdx="2776"/>
  <p:cmAuthor id="2778" name="41586" initials="4" lastIdx="0" clrIdx="2777"/>
  <p:cmAuthor id="2779" name="咘嘚咘嘚" initials="咘" lastIdx="0" clrIdx="2778"/>
  <p:cmAuthor id="2780" name="殷格非" initials="殷" lastIdx="0" clrIdx="2779"/>
  <p:cmAuthor id="2781" name="西赆南琛" initials="西" lastIdx="0" clrIdx="2780"/>
  <p:cmAuthor id="2782" name="z r" initials="zr" lastIdx="0" clrIdx="2781"/>
  <p:cmAuthor id="2783" name="洋仔" initials="洋" lastIdx="0" clrIdx="2782"/>
  <p:cmAuthor id="2784" name="8310" initials="8" lastIdx="0" clrIdx="2783"/>
  <p:cmAuthor id="2785" name="WIN10" initials="W" lastIdx="0" clrIdx="2784"/>
  <p:cmAuthor id="2786" name="Aqf" initials="A" lastIdx="0" clrIdx="2785"/>
  <p:cmAuthor id="2787" name="Q" initials="Q" lastIdx="0" clrIdx="2786"/>
  <p:cmAuthor id="2788" name="13709759491@139.com" initials="1" lastIdx="0" clrIdx="2787"/>
  <p:cmAuthor id="2789" name="吴开云" initials="吴" lastIdx="0" clrIdx="2788"/>
  <p:cmAuthor id="2790" name="zhao jia" initials="zj" lastIdx="0" clrIdx="2789"/>
  <p:cmAuthor id="2791" name="00262130" initials="0" lastIdx="0" clrIdx="2790"/>
  <p:cmAuthor id="2792" name="cheng" initials="c" lastIdx="0" clrIdx="2791"/>
  <p:cmAuthor id="2793" name="10225611" initials="1" lastIdx="0" clrIdx="2792"/>
  <p:cmAuthor id="2794" name="方少_UbQfrimU" initials="authorId_442114952" lastIdx="0" clrIdx="2793"/>
  <p:cmAuthor id="2795" name="10201331" initials="1" lastIdx="0" clrIdx="2794"/>
  <p:cmAuthor id="2796" name="叶盛_Q3A3IfEf" initials="authorId_506280334" lastIdx="0" clrIdx="2795"/>
  <p:cmAuthor id="2797" name="19056" initials="1" lastIdx="0" clrIdx="2796"/>
  <p:cmAuthor id="2798" name="Harley._bEJrUJ7r" initials="authorId_432156705" lastIdx="0" clrIdx="2797"/>
  <p:cmAuthor id="2799" name="10216996" initials="wjd" lastIdx="0" clrIdx="2798"/>
  <p:cmAuthor id="2800" name="罗平_VB7vJb2E" initials="authorId_305049361" lastIdx="0" clrIdx="2799"/>
  <p:cmAuthor id="2801" name="杨岚 00340308" initials="0" lastIdx="0" clrIdx="2800"/>
  <p:cmAuthor id="2802" name="xixi_nUjqe22E" initials="authorId_359229261" lastIdx="0" clrIdx="2801"/>
  <p:cmAuthor id="2803" name="mc" initials="m" lastIdx="0" clrIdx="2802"/>
  <p:cmAuthor id="2804" name="安安_zm6nYnYZ" initials="authorId_347340296" lastIdx="0" clrIdx="2803"/>
  <p:cmAuthor id="2805" name="10054361" initials="1" lastIdx="0" clrIdx="2804"/>
  <p:cmAuthor id="2806" name="10043558" initials="1" lastIdx="0" clrIdx="2805"/>
  <p:cmAuthor id="2807" name="10049832" initials="1" lastIdx="0" clrIdx="2806"/>
  <p:cmAuthor id="2808" name="周君_MfIffYra" initials="authorId_375419134" lastIdx="0" clrIdx="2807"/>
  <p:cmAuthor id="2809" name="10140710" initials="1" lastIdx="0" clrIdx="2808"/>
  <p:cmAuthor id="2810" name="huliujun-LN" initials="h" lastIdx="0" clrIdx="2809"/>
  <p:cmAuthor id="2811" name="10116818" initials="1" lastIdx="0" clrIdx="2810"/>
  <p:cmAuthor id="2812" name="0279000012" initials="0" lastIdx="0" clrIdx="2811"/>
  <p:cmAuthor id="2813" name="冀思伟" initials="冀" lastIdx="0" clrIdx="2812"/>
  <p:cmAuthor id="2814" name="10008523" initials="1" lastIdx="0" clrIdx="2813"/>
  <p:cmAuthor id="2815" name="zqsgs" initials="z" lastIdx="0" clrIdx="2814"/>
  <p:cmAuthor id="2816" name="JIANG QUN" initials="J" lastIdx="0" clrIdx="2815"/>
  <p:cmAuthor id="2817" name="zh" initials="z" lastIdx="0" clrIdx="2816"/>
  <p:cmAuthor id="2818" name="Liangdp" initials="L" lastIdx="0" clrIdx="2817"/>
  <p:cmAuthor id="2819" name="ZTEczq" initials="1" lastIdx="0" clrIdx="2818"/>
  <p:cmAuthor id="2820" name="10074613" initials="1" lastIdx="0" clrIdx="2819"/>
  <p:cmAuthor id="2821" name="10207204" initials="1" lastIdx="0" clrIdx="2820"/>
  <p:cmAuthor id="2822" name="10100374" initials="1" lastIdx="0" clrIdx="2821"/>
  <p:cmAuthor id="2823" name="10035857" initials="1" lastIdx="0" clrIdx="2822"/>
  <p:cmAuthor id="2824" name="10255256" initials="1" lastIdx="0" clrIdx="2823"/>
  <p:cmAuthor id="2825" name="10026840" initials="1" lastIdx="0" clrIdx="2824"/>
  <p:cmAuthor id="2826" name="10242146" initials="1" lastIdx="0" clrIdx="2825"/>
  <p:cmAuthor id="2827" name="改变" initials="改" lastIdx="0" clrIdx="2826"/>
  <p:cmAuthor id="2828" name="10226012" initials="1" lastIdx="0" clrIdx="2827"/>
  <p:cmAuthor id="2829" name="10058133" initials="1" lastIdx="0" clrIdx="2828"/>
  <p:cmAuthor id="2830" name="10261051" initials="王鹏" lastIdx="0" clrIdx="2829"/>
  <p:cmAuthor id="2831" name="王航" initials="王" lastIdx="0" clrIdx="2830"/>
  <p:cmAuthor id="2832" name="滕杰" initials="滕" lastIdx="0" clrIdx="2831"/>
  <p:cmAuthor id="2833" name="McGlasson, Louise" initials="M" lastIdx="0" clrIdx="2832"/>
  <p:cmAuthor id="2834" name="sk" initials="s" lastIdx="0" clrIdx="2833"/>
  <p:cmAuthor id="2835" name="余森" initials="余森" lastIdx="0" clrIdx="2834"/>
  <p:cmAuthor id="2836" name="B" initials="B" lastIdx="0" clrIdx="2835"/>
  <p:cmAuthor id="2837" name="徐旸" initials="徐" lastIdx="0" clrIdx="2836"/>
  <p:cmAuthor id="2838" name="10011375" initials="zte" lastIdx="0" clrIdx="2837"/>
  <p:cmAuthor id="2839" name="未知用户146" initials="未" lastIdx="0" clrIdx="2838"/>
  <p:cmAuthor id="2840" name="86156" initials="8" lastIdx="0" clrIdx="2839"/>
  <p:cmAuthor id="2841" name="黄鸿达" initials="黄" lastIdx="0" clrIdx="2840"/>
  <p:cmAuthor id="2842" name="00024812" initials="0" lastIdx="0" clrIdx="2841"/>
  <p:cmAuthor id="2843" name="Unknown User116" initials="U" lastIdx="0" clrIdx="2842"/>
  <p:cmAuthor id="2844" name="10063477" initials="1" lastIdx="0" clrIdx="2843"/>
  <p:cmAuthor id="2845" name="Am'be'r" initials="A" lastIdx="0" clrIdx="2844"/>
  <p:cmAuthor id="2846" name="李静" initials="李" lastIdx="0" clrIdx="2845"/>
  <p:cmAuthor id="2847" name="贲春刚" initials="贲" lastIdx="0" clrIdx="2846"/>
  <p:cmAuthor id="2848" name="杜 洋" initials="杜" lastIdx="0" clrIdx="2847"/>
  <p:cmAuthor id="2849" name="郑由星_外网" initials="郑" lastIdx="0" clrIdx="2848"/>
  <p:cmAuthor id="2850" name="雕刻时光 1987" initials="雕" lastIdx="0" clrIdx="2849"/>
  <p:cmAuthor id="2851" name="zhums" initials="z" lastIdx="0" clrIdx="2850"/>
  <p:cmAuthor id="2852" name="大攀" initials="大" lastIdx="0" clrIdx="2851"/>
  <p:cmAuthor id="2853" name="王 成岩" initials="王" lastIdx="0" clrIdx="2852"/>
  <p:cmAuthor id="2854" name="陶夏溦" initials="陶夏溦" lastIdx="0" clrIdx="2853"/>
  <p:cmAuthor id="2855" name="Cushion" initials="C" lastIdx="0" clrIdx="2854"/>
  <p:cmAuthor id="2856" name="子小T光军" initials="子" lastIdx="0" clrIdx="2855"/>
  <p:cmAuthor id="2857" name="糕酥...●—●" initials="糕" lastIdx="0" clrIdx="2856"/>
  <p:cmAuthor id="2858" name="刘亮" initials="刘" lastIdx="0" clrIdx="2857"/>
  <p:cmAuthor id="2859" name="yenai" initials="y" lastIdx="0" clrIdx="2858"/>
  <p:cmAuthor id="2860" name="乐燕" initials="乐" lastIdx="0" clrIdx="2859"/>
  <p:cmAuthor id="2861" name="永月墨夜" initials="永" lastIdx="0" clrIdx="2860"/>
  <p:cmAuthor id="2862" name="XF" initials="XF" lastIdx="0" clrIdx="2861"/>
  <p:cmAuthor id="2863" name="王宇" initials="1" lastIdx="0" clrIdx="2862"/>
  <p:cmAuthor id="2864" name="未知用户148" initials="未" lastIdx="0" clrIdx="2863"/>
  <p:cmAuthor id="2865" name="林诚亮|linchengliang" initials="林" lastIdx="0" clrIdx="2864"/>
  <p:cmAuthor id="2866" name="wzy" initials="w" lastIdx="0" clrIdx="2865"/>
  <p:cmAuthor id="2867" name="00190724" initials="0" lastIdx="0" clrIdx="2866"/>
  <p:cmAuthor id="2868" name="郭瑞博" initials="郭" lastIdx="0" clrIdx="2867"/>
  <p:cmAuthor id="2869" name="leif" initials="l" lastIdx="0" clrIdx="2868"/>
  <p:cmAuthor id="2870" name="李亮" initials="李" lastIdx="0" clrIdx="2869"/>
  <p:cmAuthor id="2871" name="企业用户_803309284" initials="企" lastIdx="0" clrIdx="2870"/>
  <p:cmAuthor id="2872" name="Nora" initials="N" lastIdx="0" clrIdx="2871"/>
  <p:cmAuthor id="2873" name="李大嗨" initials="李" lastIdx="0" clrIdx="2872"/>
  <p:cmAuthor id="2874" name="A熊泽锐" initials="A" lastIdx="0" clrIdx="2873"/>
  <p:cmAuthor id="2875" name="关璐" initials="关" lastIdx="0" clrIdx="2874"/>
  <p:cmAuthor id="2876" name="未知用户489" initials="未" lastIdx="0" clrIdx="2875"/>
  <p:cmAuthor id="2877" name="伟哥" initials="伟哥" lastIdx="0" clrIdx="2876"/>
  <p:cmAuthor id="2878" name="wlj352" initials="w" lastIdx="0" clrIdx="2877"/>
  <p:cmAuthor id="2879" name="smilingglume" initials="s" lastIdx="0" clrIdx="2878"/>
  <p:cmAuthor id="2880" name="未知用户488" initials="未" lastIdx="0" clrIdx="2879"/>
  <p:cmAuthor id="2881" name="未知用户481" initials="未" lastIdx="0" clrIdx="2880"/>
  <p:cmAuthor id="2882" name="未知用户487" initials="未" lastIdx="0" clrIdx="2881"/>
  <p:cmAuthor id="2883" name="DLJ" initials="D" lastIdx="0" clrIdx="2882"/>
  <p:cmAuthor id="2884" name="朗 月" initials="朗" lastIdx="0" clrIdx="2883"/>
  <p:cmAuthor id="2885" name="陈云斌10013556" initials="MSOffice" lastIdx="0" clrIdx="2884"/>
  <p:cmAuthor id="2886" name="hunt" initials="h" lastIdx="0" clrIdx="2885"/>
  <p:cmAuthor id="2887" name="jin wang" initials="j" lastIdx="0" clrIdx="2886"/>
  <p:cmAuthor id="2888" name="wansy" initials="w" lastIdx="0" clrIdx="2887"/>
  <p:cmAuthor id="2889" name="zy" initials="z" lastIdx="0" clrIdx="2888"/>
  <p:cmAuthor id="2890" name="Eraser-CV_732yNZVB" initials="authorId_935319539" lastIdx="0" clrIdx="2889"/>
  <p:cmAuthor id="2891" name="熙" initials="熙" lastIdx="0" clrIdx="2890"/>
  <p:cmAuthor id="2892" name="胡媛媛" initials="胡" lastIdx="0" clrIdx="2891"/>
  <p:cmAuthor id="2893" name="大战一触即发" initials="大" lastIdx="0" clrIdx="2892"/>
  <p:cmAuthor id="2894" name="ArcheType_x23" initials="A" lastIdx="0" clrIdx="2893"/>
  <p:cmAuthor id="2895" name="崔安颀" initials="崔" lastIdx="0" clrIdx="2894"/>
  <p:cmAuthor id="2896" name="hetao" initials="h" lastIdx="0" clrIdx="2895"/>
  <p:cmAuthor id="2897" name="631491850@qq.com" initials="6" lastIdx="0" clrIdx="2896"/>
  <p:cmAuthor id="2898" name="sw" initials="s" lastIdx="0" clrIdx="2897"/>
  <p:cmAuthor id="2899" name="WPS_1569972266" initials="W" lastIdx="0" clrIdx="2898"/>
  <p:cmAuthor id="2900" name="陈彦" initials="陈" lastIdx="0" clrIdx="2899"/>
  <p:cmAuthor id="2901" name="王萍" initials="王" lastIdx="0" clrIdx="2900"/>
  <p:cmAuthor id="2902" name="卢春尉" initials="卢" lastIdx="0" clrIdx="2901"/>
  <p:cmAuthor id="2903" name="林奇" initials="林" lastIdx="0" clrIdx="2902"/>
  <p:cmAuthor id="2904" name="GH" initials="G" lastIdx="0" clrIdx="2903"/>
  <p:cmAuthor id="2905" name="丁诚" initials="丁" lastIdx="0" clrIdx="2904"/>
  <p:cmAuthor id="2906" name="鄢智勇" initials="鄢" lastIdx="0" clrIdx="2905"/>
  <p:cmAuthor id="2907" name="东" initials="东" lastIdx="0" clrIdx="2906"/>
  <p:cmAuthor id="2908" name="肆" initials="肆" lastIdx="0" clrIdx="2907"/>
  <p:cmAuthor id="2909" name="翻天娃" initials="翻" lastIdx="0" clrIdx="2908"/>
  <p:cmAuthor id="2910" name="邱灿辉" initials="邱" lastIdx="0" clrIdx="2909"/>
  <p:cmAuthor id="2911" name="t先生" initials="t" lastIdx="0" clrIdx="2910"/>
  <p:cmAuthor id="2912" name="@" initials="@" lastIdx="0" clrIdx="2911"/>
  <p:cmAuthor id="2913" name="Array-Zhang®" initials="A" lastIdx="0" clrIdx="2912"/>
  <p:cmAuthor id="2914" name="韩冰-天翼云" initials="韩" lastIdx="0" clrIdx="2913"/>
  <p:cmAuthor id="2915" name="渔" initials="渔" lastIdx="0" clrIdx="2914"/>
  <p:cmAuthor id="2916" name="简单生活" initials="简" lastIdx="0" clrIdx="2915"/>
  <p:cmAuthor id="2917" name="常炜丽" initials="常" lastIdx="0" clrIdx="2916"/>
  <p:cmAuthor id="2918" name="宁静致远" initials="宁" lastIdx="0" clrIdx="2917"/>
  <p:cmAuthor id="2919" name="WPS_1678268919" initials="W" lastIdx="0" clrIdx="2918"/>
  <p:cmAuthor id="2920" name="明伶" initials="明" lastIdx="0" clrIdx="2919"/>
  <p:cmAuthor id="2921" name="刘辉" initials="刘" lastIdx="0" clrIdx="2920"/>
  <p:cmAuthor id="2922" name="Iris 西瓜" initials="I西" lastIdx="0" clrIdx="2921"/>
  <p:cmAuthor id="2923" name="瑾瑜v" initials="瑾" lastIdx="0" clrIdx="2922"/>
  <p:cmAuthor id="2924" name="cV Vc" initials="cV" lastIdx="0" clrIdx="2923"/>
  <p:cmAuthor id="2925" name="李冕婷" initials="李" lastIdx="0" clrIdx="2924"/>
  <p:cmAuthor id="2926" name="arrogant" initials="a" lastIdx="0" clrIdx="2925"/>
  <p:cmAuthor id="2927" name="Scoote" initials="S" lastIdx="0" clrIdx="2926"/>
  <p:cmAuthor id="2928" name="皮月新_baeqEzem" initials="authorId_2351" lastIdx="0" clrIdx="2927"/>
  <p:cmAuthor id="2929" name="Wang" initials="W" lastIdx="0" clrIdx="2928"/>
  <p:cmAuthor id="2930" name="Stay" initials="S" lastIdx="0" clrIdx="2929"/>
  <p:cmAuthor id="2931" name="阿修罗" initials="阿" lastIdx="0" clrIdx="2930"/>
  <p:cmAuthor id="2932" name="乐一李" initials="乐" lastIdx="0" clrIdx="2931"/>
  <p:cmAuthor id="2933" name="李源" initials="李" lastIdx="0" clrIdx="2932"/>
  <p:cmAuthor id="2934" name="无所谓" initials="无" lastIdx="0" clrIdx="2933"/>
  <p:cmAuthor id="2935" name="王雪涛" initials="u" lastIdx="0" clrIdx="2934"/>
  <p:cmAuthor id="2936" name="HuBingbing" initials="H" lastIdx="0" clrIdx="2935"/>
  <p:cmAuthor id="2937" name="成 峰" initials="成" lastIdx="0" clrIdx="2936"/>
  <p:cmAuthor id="2938" name="周明" initials="周" lastIdx="0" clrIdx="2937"/>
  <p:cmAuthor id="2939" name="王瑶" initials="王" lastIdx="0" clrIdx="2938"/>
  <p:cmAuthor id="2940" name=" /技术管理部/数据中心/总行机关/ABC" initials=" " lastIdx="0" clrIdx="2939"/>
  <p:cmAuthor id="2941" name="Lina Hang(联通上海市上海市分公司)" initials="L" lastIdx="0" clrIdx="2940"/>
  <p:cmAuthor id="2942" name="锦蓉" initials="锦" lastIdx="0" clrIdx="2941"/>
  <p:cmAuthor id="2943" name="牧野" initials="牧" lastIdx="0" clrIdx="2942"/>
  <p:cmAuthor id="2944" name="wangx" initials="w" lastIdx="0" clrIdx="2943"/>
  <p:cmAuthor id="2945" name="wangtx" initials="w" lastIdx="0" clrIdx="2944"/>
  <p:cmAuthor id="2946" name="胡陵宽(省公司一)" initials="胡" lastIdx="0" clrIdx="2945"/>
  <p:cmAuthor id="2947" name="wl" initials="w" lastIdx="0" clrIdx="2946"/>
  <p:cmAuthor id="2948" name="hl" initials="h" lastIdx="0" clrIdx="2947"/>
  <p:cmAuthor id="2949" name="zhuxiujun" initials="z" lastIdx="0" clrIdx="2948"/>
  <p:cmAuthor id="2950" name="pan hanqi" initials="ph" lastIdx="0" clrIdx="2949"/>
  <p:cmAuthor id="2951" name="wangmingyang" initials="w" lastIdx="0" clrIdx="2950"/>
  <p:cmAuthor id="2952" name="张伊涵" initials="张" lastIdx="0" clrIdx="2951"/>
  <p:cmAuthor id="2953" name="Sanjay Manchanda" initials="SM" lastIdx="0" clrIdx="2952"/>
  <p:cmAuthor id="2954" name="卖云聚的老菇凉" initials="卖" lastIdx="0" clrIdx="2953"/>
  <p:cmAuthor id="2955" name="施祖阳" initials="shizy" lastIdx="0" clrIdx="2954"/>
  <p:cmAuthor id="2956" name="光善军" initials="光" lastIdx="0" clrIdx="2955"/>
  <p:cmAuthor id="2957" name="10288631" initials="1" lastIdx="0" clrIdx="2956"/>
  <p:cmAuthor id="2958" name="未知的使用者20" initials="未" lastIdx="0" clrIdx="2957"/>
  <p:cmAuthor id="2959" name="未知用户330" initials="未" lastIdx="0" clrIdx="2958"/>
  <p:cmAuthor id="2960" name="留毓吟" initials="留" lastIdx="0" clrIdx="2959"/>
  <p:cmAuthor id="2961" name="lijch" initials="l" lastIdx="0" clrIdx="2960"/>
  <p:cmAuthor id="2962" name="Abel" initials="A" lastIdx="0" clrIdx="2961"/>
  <p:cmAuthor id="2963" name="sdzz-syy" initials="s" lastIdx="0" clrIdx="2962"/>
  <p:cmAuthor id="2964" name="z cl" initials="z" lastIdx="0" clrIdx="2963"/>
  <p:cmAuthor id="2965" name="李建阳（内蒙古英才管培生）" initials="李" lastIdx="0" clrIdx="2964"/>
  <p:cmAuthor id="2966" name="dcis" initials="d" lastIdx="0" clrIdx="2965"/>
  <p:cmAuthor id="2967" name="单 善" initials="单" lastIdx="0" clrIdx="2966"/>
  <p:cmAuthor id="2968" name="卡 孟" initials="卡" lastIdx="0" clrIdx="2967"/>
  <p:cmAuthor id="2969" name="张因然10112423" initials="张" lastIdx="0" clrIdx="2968"/>
  <p:cmAuthor id="2970" name="10285279" initials="1" lastIdx="0" clrIdx="2969"/>
  <p:cmAuthor id="2971" name="WPS_1619938021" initials="W" lastIdx="0" clrIdx="2970"/>
  <p:cmAuthor id="2972" name="Andrew Moss (HI)" initials="A" lastIdx="0" clrIdx="2971"/>
  <p:cmAuthor id="2973" name="古二蛋" initials="古" lastIdx="0" clrIdx="2972"/>
  <p:cmAuthor id="2974" name="甘源" initials="甘" lastIdx="0" clrIdx="2973"/>
  <p:cmAuthor id="2975" name="袁正海" initials="袁" lastIdx="0" clrIdx="2974"/>
  <p:cmAuthor id="2976" name="li yx" initials="l" lastIdx="0" clrIdx="2975"/>
  <p:cmAuthor id="2977" name="su" initials="s" lastIdx="0" clrIdx="2976"/>
  <p:cmAuthor id="2978" name="黄欢" initials="黄" lastIdx="0" clrIdx="2977"/>
  <p:cmAuthor id="2979" name="Ping Xianping Li" initials="P" lastIdx="0" clrIdx="2978"/>
  <p:cmAuthor id="2980" name="Charles Caize Guo" initials="C" lastIdx="0" clrIdx="2979"/>
  <p:cmAuthor id="2981" name="Emily Lu Chen" initials="E" lastIdx="0" clrIdx="2980"/>
  <p:cmAuthor id="2982" name="ht guo" initials="h" lastIdx="0" clrIdx="2981"/>
  <p:cmAuthor id="2983" name="yangying73" initials="y" lastIdx="0" clrIdx="2982"/>
  <p:cmAuthor id="2984" name="许 爽" initials="许" lastIdx="0" clrIdx="2983"/>
  <p:cmAuthor id="2985" name="亮" initials="亮" lastIdx="0" clrIdx="2984"/>
  <p:cmAuthor id="2986" name="梦琳 孙" initials="梦孙" lastIdx="0" clrIdx="2985"/>
  <p:cmAuthor id="2987" name="维刚 沈" initials="维刚" lastIdx="0" clrIdx="2986"/>
  <p:cmAuthor id="2988" name="章燕" initials="l" lastIdx="0" clrIdx="2987"/>
  <p:cmAuthor id="2989" name="MyPC" initials="M" lastIdx="0" clrIdx="2988"/>
  <p:cmAuthor id="2990" name="wangqi01-lhe" initials="w" lastIdx="0" clrIdx="2989"/>
  <p:cmAuthor id="2991" name="18903964335@189.cn" initials="1" lastIdx="0" clrIdx="2990"/>
  <p:cmAuthor id="2992" name="liuxu" initials="l" lastIdx="0" clrIdx="2991"/>
  <p:cmAuthor id="2993" name="Ball Snow" initials="BS" lastIdx="0" clrIdx="2992"/>
  <p:cmAuthor id="2994" name="华 曹" initials="华曹" lastIdx="0" clrIdx="2993"/>
  <p:cmAuthor id="2995" name="chenzheng4" initials="c" lastIdx="0" clrIdx="2994"/>
  <p:cmAuthor id="2996" name="王 震环" initials="王" lastIdx="0" clrIdx="2995"/>
  <p:cmAuthor id="2997" name="pingchangxin@outlook.com LI" initials="p" lastIdx="0" clrIdx="2996"/>
  <p:cmAuthor id="2998" name="Huo" initials="H" lastIdx="0" clrIdx="2997"/>
  <p:cmAuthor id="2999" name="胡君" initials="胡" lastIdx="0" clrIdx="2998"/>
  <p:cmAuthor id="3000" name="刘莹" initials="刘" lastIdx="0" clrIdx="2999"/>
  <p:cmAuthor id="3001" name="25720" initials="2" lastIdx="0" clrIdx="3000"/>
  <p:cmAuthor id="3002" name="曾 权琛" initials="曾" lastIdx="0" clrIdx="3001"/>
  <p:cmAuthor id="3003" name="10008729" initials="whb" lastIdx="0" clrIdx="3002"/>
  <p:cmAuthor id="3004" name="施普希（菜菜）" initials="施" lastIdx="0" clrIdx="3003"/>
  <p:cmAuthor id="3005" name="wbl" initials="w" lastIdx="0" clrIdx="3004"/>
  <p:cmAuthor id="3006" name="yu 1" initials="y1" lastIdx="0" clrIdx="3005"/>
  <p:cmAuthor id="3007" name="flystar" initials="f" lastIdx="0" clrIdx="3006"/>
  <p:cmAuthor id="3008" name="李 嘉" initials="李" lastIdx="0" clrIdx="3007"/>
  <p:cmAuthor id="3009" name="QQ" initials="Q" lastIdx="0" clrIdx="3008"/>
  <p:cmAuthor id="3010" name="gus9@chinaunicom.cn" initials="g" lastIdx="0" clrIdx="3009"/>
  <p:cmAuthor id="3011" name="13910" initials="1" lastIdx="0" clrIdx="3010"/>
  <p:cmAuthor id="3012" name="潘秦华" initials="潘" lastIdx="0" clrIdx="3011"/>
  <p:cmAuthor id="3013" name="lww19940713@163.com" initials="l" lastIdx="0" clrIdx="3012"/>
  <p:cmAuthor id="3014" name="殷 凯" initials="凯殷" lastIdx="0" clrIdx="3013"/>
  <p:cmAuthor id="3015" name="10000" initials="1" lastIdx="0" clrIdx="3014"/>
  <p:cmAuthor id="3016" name="0000" initials="0" lastIdx="0" clrIdx="3015"/>
  <p:cmAuthor id="3017" name="bafeng" initials="b" lastIdx="0" clrIdx="3016"/>
  <p:cmAuthor id="3018" name="wyao8" initials="w" lastIdx="0" clrIdx="3017"/>
  <p:cmAuthor id="3019" name="邵丹(联通上海市上海市分公司)" initials="邵丹(联通上海市上海市分公司)" lastIdx="0" clrIdx="3018"/>
  <p:cmAuthor id="3020" name="86186" initials="8" lastIdx="0" clrIdx="3019"/>
  <p:cmAuthor id="3021" name="韩永超(省公司一)" initials="韩" lastIdx="0" clrIdx="3020"/>
  <p:cmAuthor id="3022" name="p x" initials="px" lastIdx="0" clrIdx="3021"/>
  <p:cmAuthor id="3023" name="珊 叶" initials="珊叶" lastIdx="0" clrIdx="3022"/>
  <p:cmAuthor id="3024" name="周慧平" initials="周慧平" lastIdx="0" clrIdx="3023"/>
  <p:cmAuthor id="3025" name="陈航" initials="A" lastIdx="0" clrIdx="3024"/>
  <p:cmAuthor id="3026" name="董涛" initials="W用" lastIdx="0" clrIdx="3025"/>
  <p:cmAuthor id="3027" name="TAO Shiyun" initials="TS" lastIdx="0" clrIdx="3026"/>
  <p:cmAuthor id="3028" name="秦 超" initials="秦" lastIdx="0" clrIdx="3027"/>
  <p:cmAuthor id="3029" name="景伯文" initials="景伯文" lastIdx="0" clrIdx="3028"/>
  <p:cmAuthor id="3030" name="liuwm" initials="l" lastIdx="0" clrIdx="3029"/>
  <p:cmAuthor id="3031" name="xiaowangye" initials="x" lastIdx="0" clrIdx="3030"/>
  <p:cmAuthor id="3032" name="86153" initials="8" lastIdx="0" clrIdx="3031"/>
  <p:cmAuthor id="3033" name="Dallen" initials="D" lastIdx="0" clrIdx="3032"/>
  <p:cmAuthor id="3034" name="任华瑛" initials="h" lastIdx="0" clrIdx="3033"/>
  <p:cmAuthor id="3035" name="douhu" initials="d" lastIdx="0" clrIdx="3034"/>
  <p:cmAuthor id="3036" name="乐" initials="乐" lastIdx="0" clrIdx="3035"/>
  <p:cmAuthor id="3037" name="田婷婷" initials="田" lastIdx="0" clrIdx="3036"/>
  <p:cmAuthor id="3038" name="Lenovo User" initials="L" lastIdx="0" clrIdx="3037"/>
  <p:cmAuthor id="3039" name="赵琦" initials="赵" lastIdx="0" clrIdx="3038"/>
  <p:cmAuthor id="3040" name="朱悦龙" initials="朱" lastIdx="0" clrIdx="3039"/>
  <p:cmAuthor id="3041" name="未定义" initials="未" lastIdx="0" clrIdx="3040"/>
  <p:cmAuthor id="3042" name="dingbo" initials="d" lastIdx="0" clrIdx="3041"/>
  <p:cmAuthor id="3043" name="李永欣" initials="李" lastIdx="0" clrIdx="3042"/>
  <p:cmAuthor id="3044" name="office" initials="o" lastIdx="0" clrIdx="3043"/>
  <p:cmAuthor id="3045" name="jyy" initials="" lastIdx="0" clrIdx="3044"/>
  <p:cmAuthor id="3046" name="杨玉森" initials="l" lastIdx="0" clrIdx="3045"/>
  <p:cmAuthor id="3047" name="烨 陈" initials="烨" lastIdx="0" clrIdx="3046"/>
  <p:cmAuthor id="3048" name="linfei (K)" initials="l(" lastIdx="0" clrIdx="3047"/>
  <p:cmAuthor id="3049" name="张宏伟" initials="张" lastIdx="0" clrIdx="3048"/>
  <p:cmAuthor id="3050" name="Yuan Hu" initials="Y" lastIdx="0" clrIdx="3049"/>
  <p:cmAuthor id="3051" name="Pei" initials="P" lastIdx="0" clrIdx="3050"/>
  <p:cmAuthor id="3052" name="李百秋" initials="李" lastIdx="0" clrIdx="3051"/>
  <p:cmAuthor id="3053" name="张立鑫" initials="张" lastIdx="0" clrIdx="3052"/>
  <p:cmAuthor id="3054" name="lvpeiyi" initials="l" lastIdx="0" clrIdx="3053"/>
  <p:cmAuthor id="3055" name="yanchenrui@hq.cmcc" initials="yanchenrui@hq.cmcc" lastIdx="0" clrIdx="3054"/>
  <p:cmAuthor id="3056" name="王海静" initials="whj" lastIdx="0" clrIdx="3055"/>
  <p:cmAuthor id="3057" name="宁海蓉" initials="海蓉" lastIdx="0" clrIdx="3056"/>
  <p:cmAuthor id="3058" name="魏桢" initials="魏" lastIdx="0" clrIdx="3057"/>
  <p:cmAuthor id="3059" name="kangzhongwei@ha.cmcc" initials="kangzhongwei@ha.cmcc" lastIdx="0" clrIdx="3058"/>
  <p:cmAuthor id="3060" name="震" initials="震" lastIdx="0" clrIdx="3059"/>
  <p:cmAuthor id="3061" name="li hui" initials="lh" lastIdx="0" clrIdx="3060"/>
  <p:cmAuthor id="3062" name="00283275" initials="0" lastIdx="0" clrIdx="3061"/>
  <p:cmAuthor id="3063" name="lirui" initials="l" lastIdx="0" clrIdx="3062"/>
  <p:cmAuthor id="3064" name="10108380" initials="1" lastIdx="0" clrIdx="3063"/>
  <p:cmAuthor id="3065" name="mxg" initials="m" lastIdx="0" clrIdx="3064"/>
  <p:cmAuthor id="3066" name="G.S.7" initials="G" lastIdx="0" clrIdx="3065"/>
  <p:cmAuthor id="3067" name="文武贝" initials="文" lastIdx="0" clrIdx="3066"/>
  <p:cmAuthor id="3068" name="未知用户85" initials="未" lastIdx="0" clrIdx="3067"/>
  <p:cmAuthor id="3069" name="李红钢" initials="李" lastIdx="0" clrIdx="3068"/>
  <p:cmAuthor id="3070" name="张洲萌" initials="张" lastIdx="0" clrIdx="3069"/>
  <p:cmAuthor id="3071" name="王芳" initials="王" lastIdx="0" clrIdx="3070"/>
  <p:cmAuthor id="3072" name="1qchengnan" initials="1" lastIdx="0" clrIdx="3071"/>
  <p:cmAuthor id="3073" name="未知用户338" initials="未" lastIdx="0" clrIdx="3072"/>
  <p:cmAuthor id="3074" name="谢静波" initials="谢" lastIdx="0" clrIdx="3073"/>
  <p:cmAuthor id="3075" name="zcy" initials="z" lastIdx="0" clrIdx="3074"/>
  <p:cmAuthor id="3076" name="刘明政" initials="刘" lastIdx="0" clrIdx="3075"/>
  <p:cmAuthor id="3077" name="cs" initials="c" lastIdx="0" clrIdx="3076"/>
  <p:cmAuthor id="3078" name="zhouyangfan" initials="z" lastIdx="0" clrIdx="3077"/>
  <p:cmAuthor id="3079" name="PPTer_Tang" initials="P" lastIdx="0" clrIdx="3078"/>
  <p:cmAuthor id="3080" name="8613250766486" initials="8" lastIdx="0" clrIdx="3079"/>
  <p:cmAuthor id="3081" name="Eliva Sun" initials="E" lastIdx="0" clrIdx="3080"/>
  <p:cmAuthor id="3082" name="张辉" initials="张" lastIdx="0" clrIdx="3081"/>
  <p:cmAuthor id="3083" name="hainan zheng" initials="h" lastIdx="0" clrIdx="3082"/>
  <p:cmAuthor id="3084" name="lish54" initials="l" lastIdx="0" clrIdx="3083"/>
  <p:cmAuthor id="3085" name="yiwei zhu" initials="y" lastIdx="0" clrIdx="3084"/>
  <p:cmAuthor id="3086" name="catlaohu" initials="c" lastIdx="0" clrIdx="3085"/>
  <p:cmAuthor id="3087" name="13954" initials="1" lastIdx="0" clrIdx="3086"/>
  <p:cmAuthor id="3088" name="sizx" initials="s" lastIdx="0" clrIdx="3087"/>
  <p:cmAuthor id="3089" name="a1270005862@outlook.com" initials="a" lastIdx="0" clrIdx="3088"/>
  <p:cmAuthor id="3090" name="刘凯欣" initials="刘" lastIdx="0" clrIdx="3089"/>
  <p:cmAuthor id="3091" name="陪我看日出" initials="陪" lastIdx="0" clrIdx="3090"/>
  <p:cmAuthor id="3092" name="Ms" initials="M" lastIdx="0" clrIdx="3091"/>
  <p:cmAuthor id="3093" name="wxpyx" initials="w" lastIdx="0" clrIdx="3092"/>
  <p:cmAuthor id="3094" name="Shelby" initials="S" lastIdx="0" clrIdx="3093"/>
  <p:cmAuthor id="3095" name="xuqing" initials="x" lastIdx="0" clrIdx="3094"/>
  <p:cmAuthor id="3096" name="slm" initials="X" lastIdx="0" clrIdx="3095"/>
  <p:cmAuthor id="3097" name="赵宇光" initials="赵" lastIdx="0" clrIdx="3096"/>
  <p:cmAuthor id="3098" name="WPS_1619319137" initials="W" lastIdx="0" clrIdx="3097"/>
  <p:cmAuthor id="3099" name="guanghong xu" initials="gx" lastIdx="0" clrIdx="3098"/>
  <p:cmAuthor id="3100" name="Mr.Wu" initials="M" lastIdx="0" clrIdx="3099"/>
  <p:cmAuthor id="3101" name="未知用户390" initials="未" lastIdx="0" clrIdx="3100"/>
  <p:cmAuthor id="3102" name="未知用户391" initials="未" lastIdx="0" clrIdx="3101"/>
  <p:cmAuthor id="3103" name="未知用户394" initials="未" lastIdx="0" clrIdx="3102"/>
  <p:cmAuthor id="3104" name="未知用户395" initials="未" lastIdx="0" clrIdx="3103"/>
  <p:cmAuthor id="3105" name="未知用户407" initials="未" lastIdx="0" clrIdx="3104"/>
  <p:cmAuthor id="3106" name="未知用户398" initials="未" lastIdx="0" clrIdx="3105"/>
  <p:cmAuthor id="3107" name="18937034561@189.cn" initials="1" lastIdx="0" clrIdx="3106"/>
  <p:cmAuthor id="3108" name="张帆" initials="张帆" lastIdx="0" clrIdx="3107"/>
  <p:cmAuthor id="3109" name="li yong" initials="ly" lastIdx="0" clrIdx="3108"/>
  <p:cmAuthor id="3110" name="liubo01" initials="l" lastIdx="0" clrIdx="3109"/>
  <p:cmAuthor id="3111" name="宗敬 何" initials="宗何" lastIdx="0" clrIdx="3110"/>
  <p:cmAuthor id="3112" name="Wiko Lee" initials="WL" lastIdx="0" clrIdx="3111"/>
  <p:cmAuthor id="3113" name="琳 李" initials="琳" lastIdx="0" clrIdx="3112"/>
  <p:cmAuthor id="3114" name="xhs" initials="x" lastIdx="0" clrIdx="3113"/>
  <p:cmAuthor id="3115" name="nino" initials="n" lastIdx="0" clrIdx="3114"/>
  <p:cmAuthor id="3116" name="yuan liu" initials="yl" lastIdx="0" clrIdx="3115"/>
  <p:cmAuthor id="3117" name="SNK" initials="SNK" lastIdx="0" clrIdx="3116"/>
  <p:cmAuthor id="3118" name="13303703338@189.cn" initials="1" lastIdx="0" clrIdx="3117"/>
  <p:cmAuthor id="3119" name="wyy" initials="w" lastIdx="0" clrIdx="3118"/>
  <p:cmAuthor id="3120" name="gulib" initials="g" lastIdx="0" clrIdx="3119"/>
  <p:cmAuthor id="3121" name="王圣贺" initials="wsh" lastIdx="0" clrIdx="3120"/>
  <p:cmAuthor id="3122" name="Summer" initials="XM" lastIdx="0" clrIdx="3121"/>
  <p:cmAuthor id="3123" name="王 琳" initials="王" lastIdx="0" clrIdx="3122"/>
  <p:cmAuthor id="3124" name="chenmeme" initials="c" lastIdx="0" clrIdx="3123"/>
  <p:cmAuthor id="3125" name="wudongnibaobei" initials="w" lastIdx="0" clrIdx="3124"/>
  <p:cmAuthor id="3126" name="10022349" initials="1" lastIdx="0" clrIdx="3125"/>
  <p:cmAuthor id="3127" name="韩雨_UBvibq63" initials="authorId_353158055" lastIdx="0" clrIdx="3126"/>
  <p:cmAuthor id="3128" name="赵培勋_3IVrI7J7" initials="authorId_965678369" lastIdx="0" clrIdx="3127"/>
  <p:cmAuthor id="3129" name="施丽勤_uMzuu63y" initials="authorId_279398808" lastIdx="0" clrIdx="3128"/>
  <p:cmAuthor id="3130" name="he zhirui" initials="h" lastIdx="0" clrIdx="3129"/>
  <p:cmAuthor id="3131" name="未知用户225" initials="未" lastIdx="0" clrIdx="3130"/>
  <p:cmAuthor id="3132" name="姜熠龙" initials="姜" lastIdx="0" clrIdx="3131"/>
  <p:cmAuthor id="3133" name="阳朔" initials="阳" lastIdx="0" clrIdx="3132"/>
  <p:cmAuthor id="3134" name="jing hu" initials="jh" lastIdx="0" clrIdx="3133"/>
  <p:cmAuthor id="3135" name="Xi Higgins" initials="XH" lastIdx="0" clrIdx="3134"/>
  <p:cmAuthor id="3136" name="yerunguo" initials="yerunguo" lastIdx="0" clrIdx="3135"/>
  <p:cmAuthor id="3137" name="吕品" initials="吕品" lastIdx="0" clrIdx="3136"/>
  <p:cmAuthor id="3138" name="董 人美" initials="董" lastIdx="0" clrIdx="3137"/>
  <p:cmAuthor id="3139" name="zll" initials="z" lastIdx="0" clrIdx="3138"/>
  <p:cmAuthor id="3140" name="未知用户86" initials="未" lastIdx="0" clrIdx="3139"/>
  <p:cmAuthor id="3141" name="Ying Li" initials="Y" lastIdx="0" clrIdx="3140"/>
  <p:cmAuthor id="3142" name="Shi Xiao" initials="SX" lastIdx="0" clrIdx="3141"/>
  <p:cmAuthor id="3143" name="卢 米薇" initials="卢" lastIdx="0" clrIdx="3142"/>
  <p:cmAuthor id="3144" name="LJ" initials="L" lastIdx="0" clrIdx="3143"/>
  <p:cmAuthor id="3145" name="zxj" initials="z" lastIdx="0" clrIdx="3144"/>
  <p:cmAuthor id="3146" name="ZYM" initials="Z" lastIdx="0" clrIdx="3145"/>
  <p:cmAuthor id="3147" name="赵晓敏" initials="赵晓敏" lastIdx="0" clrIdx="3146"/>
  <p:cmAuthor id="3148" name="Leo" initials="L" lastIdx="0" clrIdx="3147"/>
  <p:cmAuthor id="3149" name="民峰 谭" initials="民" lastIdx="0" clrIdx="3148"/>
  <p:cmAuthor id="3150" name="戈" initials="戈" lastIdx="0" clrIdx="3149"/>
  <p:cmAuthor id="3151" name="王莺" initials="王" lastIdx="0" clrIdx="3150"/>
  <p:cmAuthor id="3152" name="fudinglong" initials="f" lastIdx="0" clrIdx="3151"/>
  <p:cmAuthor id="3153" name="李 鑫" initials="李" lastIdx="0" clrIdx="3152"/>
  <p:cmAuthor id="3154" name="Hangaojian" initials="H" lastIdx="0" clrIdx="3153"/>
  <p:cmAuthor id="3155" name="dengshikao" initials="d" lastIdx="0" clrIdx="3154"/>
  <p:cmAuthor id="3156" name="吴琦" initials="吴" lastIdx="0" clrIdx="3155"/>
  <p:cmAuthor id="3157" name="李伟3|xxliwei" initials="李" lastIdx="0" clrIdx="3156"/>
  <p:cmAuthor id="3158" name="程 迅骐" initials="程" lastIdx="0" clrIdx="3157"/>
  <p:cmAuthor id="3159" name="张韬" initials="张韬" lastIdx="0" clrIdx="3158"/>
  <p:cmAuthor id="3160" name="燕龙" initials="燕龙" lastIdx="0" clrIdx="3159"/>
  <p:cmAuthor id="3161" name="qzuser" initials="q" lastIdx="0" clrIdx="3160"/>
  <p:cmAuthor id="3162" name="cong" initials="" lastIdx="0" clrIdx="3161"/>
  <p:cmAuthor id="3163" name="张云茜" initials="张" lastIdx="0" clrIdx="3162"/>
  <p:cmAuthor id="3164" name="张艺-km" initials="张" lastIdx="0" clrIdx="3163"/>
  <p:cmAuthor id="3165" name="陈双佳" initials="陈" lastIdx="0" clrIdx="3164"/>
  <p:cmAuthor id="3166" name="wu alice" initials="w" lastIdx="0" clrIdx="3165"/>
  <p:cmAuthor id="3167" name="thinkbap" initials="t" lastIdx="0" clrIdx="3166"/>
  <p:cmAuthor id="3168" name="李 晓菲" initials="李" lastIdx="0" clrIdx="3167"/>
  <p:cmAuthor id="3169" name="凯 毛" initials="凯" lastIdx="0" clrIdx="3168"/>
  <p:cmAuthor id="3170" name="luoji" initials="l" lastIdx="0" clrIdx="3169"/>
  <p:cmAuthor id="3171" name="左 麟" initials="左" lastIdx="0" clrIdx="3170"/>
  <p:cmAuthor id="3172" name="尉乐" initials="尉" lastIdx="0" clrIdx="3171"/>
  <p:cmAuthor id="3173" name="Ma Loong" initials="ML" lastIdx="0" clrIdx="3172"/>
  <p:cmAuthor id="3174" name="zhong zhong" initials="zz" lastIdx="0" clrIdx="3173"/>
  <p:cmAuthor id="3175" name="未知用户186" initials="未" lastIdx="0" clrIdx="3174"/>
  <p:cmAuthor id="3176" name="哒哒 熊猫" initials="哒" lastIdx="0" clrIdx="3175"/>
  <p:cmAuthor id="3177" name="VV" initials="V" lastIdx="0" clrIdx="3176"/>
  <p:cmAuthor id="3178" name="李永丰" initials="李" lastIdx="0" clrIdx="3177"/>
  <p:cmAuthor id="3179" name="邢" initials="邢" lastIdx="0" clrIdx="3178"/>
  <p:cmAuthor id="3180" name="Unknown User69" initials="U" lastIdx="0" clrIdx="3179"/>
  <p:cmAuthor id="3181" name="李昀东" initials="李" lastIdx="0" clrIdx="3180"/>
  <p:cmAuthor id="3182" name="闪电杰尼" initials="闪" lastIdx="0" clrIdx="3181"/>
  <p:cmAuthor id="3183" name="刘 帅" initials="刘" lastIdx="0" clrIdx="3182"/>
  <p:cmAuthor id="3184" name="martin" initials="m" lastIdx="0" clrIdx="3183"/>
  <p:cmAuthor id="3185" name="qin yu" initials="q" lastIdx="0" clrIdx="3184"/>
  <p:cmAuthor id="3186" name="亚历山大陆" initials="亚" lastIdx="0" clrIdx="3185"/>
  <p:cmAuthor id="3187" name="WPS_1630027159" initials="W" lastIdx="0" clrIdx="3186"/>
  <p:cmAuthor id="3188" name="Liu" initials="L" lastIdx="0" clrIdx="3187"/>
  <p:cmAuthor id="3189" name="溪渔" initials="溪" lastIdx="0" clrIdx="3188"/>
  <p:cmAuthor id="3190" name="系统管理" initials="系" lastIdx="0" clrIdx="3189"/>
  <p:cmAuthor id="3191" name="茼蒿炒蛋" initials="茼" lastIdx="0" clrIdx="3190"/>
  <p:cmAuthor id="3192" name="cxh" initials="c" lastIdx="0" clrIdx="3191"/>
  <p:cmAuthor id="3193" name="星星如约" initials="星" lastIdx="0" clrIdx="3192"/>
  <p:cmAuthor id="3194" name="lucky lucky" initials="l" lastIdx="0" clrIdx="3193"/>
  <p:cmAuthor id="3195" name="kidtise" initials="k" lastIdx="0" clrIdx="3194"/>
  <p:cmAuthor id="3196" name="松雪" initials="松" lastIdx="0" clrIdx="3195"/>
  <p:cmAuthor id="3197" name="俊 刘" initials="俊刘" lastIdx="0" clrIdx="3196"/>
  <p:cmAuthor id="3198" name="陈思曦_Z3Ivji6B" initials="authorId_AK20221026:AK20221029HCSFPP10055444" lastIdx="0" clrIdx="3197"/>
  <p:cmAuthor id="3199" name="翟栋_VBFrBjyM" initials="authorId_AK20221026:AK20221029HCSFPP10055482" lastIdx="0" clrIdx="3198"/>
  <p:cmAuthor id="3200" name="华 柴" initials="华柴" lastIdx="0" clrIdx="3199"/>
  <p:cmAuthor id="3201" name="琦莹 吴" initials="琦莹" lastIdx="0" clrIdx="3200"/>
  <p:cmAuthor id="3202" name="刘 思蜀" initials="刘" lastIdx="0" clrIdx="3201"/>
  <p:cmAuthor id="3203" name="Rod LU (ZTE)" initials="Rod" lastIdx="0" clrIdx="3202"/>
  <p:cmAuthor id="3204" name="10001088@zte.intra" initials="1" lastIdx="0" clrIdx="3203"/>
  <p:cmAuthor id="3205" name="ZZ" initials="zhedlzhao" lastIdx="0" clrIdx="3204"/>
  <p:cmAuthor id="3206" name="张国平10030997" initials="张国平10030997" lastIdx="0" clrIdx="3205"/>
  <p:cmAuthor id="3207" name="10335167@zte.intra" initials="1" lastIdx="0" clrIdx="3206"/>
  <p:cmAuthor id="3208" name="10263109" initials="" lastIdx="0" clrIdx="3207"/>
  <p:cmAuthor id="3209" name="10334130" initials="1" lastIdx="0" clrIdx="3208"/>
  <p:cmAuthor id="3210" name="rongxin wu" initials="rw" lastIdx="0" clrIdx="3209"/>
  <p:cmAuthor id="3211" name="苗丁仁10181802" initials="苗" lastIdx="0" clrIdx="3210"/>
  <p:cmAuthor id="3212" name="00024945" initials="0" lastIdx="0" clrIdx="3211"/>
  <p:cmAuthor id="3213" name="10006066" initials="1" lastIdx="0" clrIdx="3212"/>
  <p:cmAuthor id="3214" name="10111613" initials="1" lastIdx="0" clrIdx="3213"/>
  <p:cmAuthor id="3215" name="10081076" initials="1" lastIdx="0" clrIdx="3214"/>
  <p:cmAuthor id="3216" name="10322559" initials="1" lastIdx="0" clrIdx="3215"/>
  <p:cmAuthor id="3217" name="10047852@zte.intra" initials="1" lastIdx="0" clrIdx="3216"/>
  <p:cmAuthor id="3218" name="ZHOU SHAN" initials="Z" lastIdx="0" clrIdx="3217"/>
  <p:cmAuthor id="3219" name="10080916" initials="1" lastIdx="0" clrIdx="3218"/>
  <p:cmAuthor id="3220" name="guoshasha@hq.cmcc" initials="guoshasha" lastIdx="0" clrIdx="3219"/>
  <p:cmAuthor id="3221" name="David" initials="D" lastIdx="0" clrIdx="3220"/>
  <p:cmAuthor id="3222" name="wushihang" initials="w" lastIdx="0" clrIdx="3221"/>
  <p:cmAuthor id="3223" name="10012613" initials="1" lastIdx="0" clrIdx="3222"/>
  <p:cmAuthor id="3224" name="Y.F" initials="Y" lastIdx="0" clrIdx="3223"/>
  <p:cmAuthor id="3225" name="10026072" initials="1" lastIdx="0" clrIdx="3224"/>
  <p:cmAuthor id="3226" name="join" initials="j" lastIdx="0" clrIdx="3225"/>
  <p:cmAuthor id="3227" name="谷昊洋" initials="谷" lastIdx="0" clrIdx="3226"/>
  <p:cmAuthor id="3228" name="Zhang Yongtao" initials="zyt" lastIdx="0" clrIdx="3227"/>
  <p:cmAuthor id="3229" name="10047723" initials="1" lastIdx="0" clrIdx="3228"/>
  <p:cmAuthor id="3230" name="10045797" initials="1" lastIdx="0" clrIdx="3229"/>
  <p:cmAuthor id="3231" name="不动" initials="不" lastIdx="0" clrIdx="3230"/>
  <p:cmAuthor id="3232" name="00263262" initials="0" lastIdx="0" clrIdx="3231"/>
  <p:cmAuthor id="3233" name="温蒂" initials="温" lastIdx="0" clrIdx="3232"/>
  <p:cmAuthor id="3234" name="Meffect" initials="M" lastIdx="0" clrIdx="3233"/>
  <p:cmAuthor id="3235" name="想" initials="想" lastIdx="0" clrIdx="3234"/>
  <p:cmAuthor id="3236" name="殷一非" initials="殷" lastIdx="0" clrIdx="3235"/>
  <p:cmAuthor id="3237" name="夏先生" initials="夏" lastIdx="0" clrIdx="3236"/>
  <p:cmAuthor id="3238" name="niuniu" initials="n" lastIdx="0" clrIdx="3237"/>
  <p:cmAuthor id="3239" name="zhouqiongling" initials="z" lastIdx="0" clrIdx="3238"/>
  <p:cmAuthor id="3240" name="桃豆豆" initials="桃" lastIdx="0" clrIdx="3239"/>
  <p:cmAuthor id="3241" name="刁航宇" initials="刁" lastIdx="0" clrIdx="3240"/>
  <p:cmAuthor id="3242" name="小州Gg" initials="小" lastIdx="0" clrIdx="3241"/>
  <p:cmAuthor id="3243" name="13488749431手机用户" initials="1" lastIdx="0" clrIdx="3242"/>
  <p:cmAuthor id="3244" name="李宁" initials="李" lastIdx="0" clrIdx="3243"/>
  <p:cmAuthor id="3245" name="马宇媛" initials="马" lastIdx="0" clrIdx="3244"/>
  <p:cmAuthor id="3246" name="天天" initials="天" lastIdx="0" clrIdx="3245"/>
  <p:cmAuthor id="3247" name="初七之月亮" initials="初" lastIdx="0" clrIdx="3246"/>
  <p:cmAuthor id="3248" name=" LION" initials=" " lastIdx="0" clrIdx="3247"/>
  <p:cmAuthor id="3249" name="康斯坦尼斯拉夫斯基" initials="康" lastIdx="0" clrIdx="3248"/>
  <p:cmAuthor id="3250" name="Frank" initials="F" lastIdx="0" clrIdx="3249"/>
  <p:cmAuthor id="3251" name="LBB" initials="L" lastIdx="0" clrIdx="3250"/>
  <p:cmAuthor id="3252" name="半暖时光" initials="半" lastIdx="0" clrIdx="3251"/>
  <p:cmAuthor id="3253" name="杜立旺" initials="杜" lastIdx="0" clrIdx="3252"/>
  <p:cmAuthor id="3254" name="依依" initials="依" lastIdx="0" clrIdx="3253"/>
  <p:cmAuthor id="3255" name="曹劲然" initials="曹" lastIdx="0" clrIdx="3254"/>
  <p:cmAuthor id="3256" name="16640" initials="1" lastIdx="0" clrIdx="3255"/>
  <p:cmAuthor id="3257" name="袖盈嘉茉" initials="袖" lastIdx="0" clrIdx="3256"/>
  <p:cmAuthor id="3258" name="WPS_1716908770" initials="W" lastIdx="0" clrIdx="3257"/>
  <p:cmAuthor id="3259" name="于浣" initials="于" lastIdx="0" clrIdx="3258"/>
  <p:cmAuthor id="3260" name="小粟勺" initials="小" lastIdx="0" clrIdx="3259"/>
  <p:cmAuthor id="3261" name="黄炜" initials="黄" lastIdx="0" clrIdx="3260"/>
  <p:cmAuthor id="3262" name="wink" initials="w" lastIdx="0" clrIdx="3261"/>
  <p:cmAuthor id="3263" name="番茄^_^" initials="番" lastIdx="0" clrIdx="3262"/>
  <p:cmAuthor id="3264" name="项军杨" initials="项" lastIdx="0" clrIdx="3263"/>
  <p:cmAuthor id="3265" name="月亮是我啃弯的" initials="月" lastIdx="0" clrIdx="3264"/>
  <p:cmAuthor id="3266" name="wangyan" initials="w" lastIdx="0" clrIdx="3265"/>
  <p:cmAuthor id="3267" name="夏小芸°Bella" initials="夏" lastIdx="0" clrIdx="3266"/>
  <p:cmAuthor id="3268" name="Psndmy" initials="P" lastIdx="0" clrIdx="3267"/>
  <p:cmAuthor id="3269" name="顾海锋" initials="顾" lastIdx="0" clrIdx="3268"/>
  <p:cmAuthor id="3270" name="Des_Z" initials="D" lastIdx="0" clrIdx="3269"/>
  <p:cmAuthor id="3271" name="Rambo" initials="R" lastIdx="0" clrIdx="3270"/>
  <p:cmAuthor id="3272" name="ocean" initials="o" lastIdx="0" clrIdx="3271"/>
  <p:cmAuthor id="3273" name="小阳光" initials="小" lastIdx="0" clrIdx="3272"/>
  <p:cmAuthor id="3274" name="DldUlcks" initials="D" lastIdx="0" clrIdx="3273"/>
  <p:cmAuthor id="3275" name="小叮当" initials="小" lastIdx="0" clrIdx="3274"/>
  <p:cmAuthor id="3276" name="小熊" initials="小" lastIdx="0" clrIdx="3275"/>
  <p:cmAuthor id="3277" name="耿立宏" initials="耿" lastIdx="0" clrIdx="3276"/>
  <p:cmAuthor id="3278" name="6699" initials="6" lastIdx="0" clrIdx="3277"/>
  <p:cmAuthor id="3279" name="袁昭成" initials="袁" lastIdx="0" clrIdx="3278"/>
  <p:cmAuthor id="3280" name="00244151" initials="0" lastIdx="0" clrIdx="3279"/>
  <p:cmAuthor id="3281" name="朦朦" initials="朦" lastIdx="0" clrIdx="3280"/>
  <p:cmAuthor id="3282" name=" 老周" initials="" lastIdx="0" clrIdx="3281"/>
  <p:cmAuthor id="3283" name="10001105" initials="1" lastIdx="0" clrIdx="3282"/>
  <p:cmAuthor id="3284" name="ZTE-白" initials="Z" lastIdx="0" clrIdx="3283"/>
  <p:cmAuthor id="3285" name="屈印" initials="屈" lastIdx="0" clrIdx="3284"/>
  <p:cmAuthor id="3286" name="Victlief" initials="V" lastIdx="0" clrIdx="3285"/>
  <p:cmAuthor id="3287" name="城" initials="城" lastIdx="0" clrIdx="3286"/>
  <p:cmAuthor id="3288" name="Lee" initials="L" lastIdx="0" clrIdx="3287"/>
  <p:cmAuthor id="3289" name="胡乐信" initials="胡" lastIdx="0" clrIdx="3288"/>
  <p:cmAuthor id="3290" name="朵朵" initials="朵" lastIdx="0" clrIdx="3289"/>
  <p:cmAuthor id="3291" name="杨君" initials="杨" lastIdx="0" clrIdx="3290"/>
  <p:cmAuthor id="3292" name="Mars.T" initials="M" lastIdx="0" clrIdx="3291"/>
  <p:cmAuthor id="3293" name="SJ" initials="S" lastIdx="0" clrIdx="3292"/>
  <p:cmAuthor id="3294" name="WPS_1655667131" initials="W" lastIdx="0" clrIdx="3293"/>
  <p:cmAuthor id="3295" name="二郎要读书" initials="二" lastIdx="0" clrIdx="3294"/>
  <p:cmAuthor id="3296" name="孔德旺" initials="孔" lastIdx="0" clrIdx="3295"/>
  <p:cmAuthor id="3297" name="史良" initials="史" lastIdx="0" clrIdx="3296"/>
  <p:cmAuthor id="3298" name="沈 营超" initials="沈" lastIdx="0" clrIdx="3297"/>
  <p:cmAuthor id="3299" name="Mmm" initials="M" lastIdx="0" clrIdx="3298"/>
  <p:cmAuthor id="3300" name="Zhangjiayi(Eason,GD NATD)" initials="ZN" lastIdx="0" clrIdx="3299"/>
  <p:cmAuthor id="3301" name="Endless" initials="E" lastIdx="0" clrIdx="3300"/>
  <p:cmAuthor id="3302" name="雷迎颖" initials="雷" lastIdx="0" clrIdx="3301"/>
  <p:cmAuthor id="3303" name="梅婷" initials="梅" lastIdx="0" clrIdx="3302"/>
  <p:cmAuthor id="3304" name="大耳朵" initials="大" lastIdx="0" clrIdx="3303"/>
  <p:cmAuthor id="3305" name="KwongChi" initials="K" lastIdx="0" clrIdx="3304"/>
  <p:cmAuthor id="3306" name="zhouzaihuan" initials="z" lastIdx="0" clrIdx="3305"/>
  <p:cmAuthor id="3307" name="小帅" initials="小" lastIdx="0" clrIdx="3306"/>
  <p:cmAuthor id="3308" name="范晓波" initials="范" lastIdx="0" clrIdx="3307"/>
  <p:cmAuthor id="3309" name="rabbi" initials="r" lastIdx="0" clrIdx="3308"/>
  <p:cmAuthor id="3310" name="10078595" initials="1" lastIdx="0" clrIdx="3309"/>
  <p:cmAuthor id="3311" name="穆" initials="穆" lastIdx="0" clrIdx="3310"/>
  <p:cmAuthor id="3312" name="麻辣小龙虾" initials="麻" lastIdx="0" clrIdx="3311"/>
  <p:cmAuthor id="3313" name="10180082" initials="1" lastIdx="0" clrIdx="3312"/>
  <p:cmAuthor id="3314" name="sunqi" initials="s" lastIdx="0" clrIdx="3313"/>
  <p:cmAuthor id="3315" name="马苑铭" initials="马" lastIdx="0" clrIdx="3314"/>
  <p:cmAuthor id="3316" name="郑重" initials="郑" lastIdx="0" clrIdx="3315"/>
  <p:cmAuthor id="3317" name="高精" initials="高" lastIdx="0" clrIdx="3316"/>
  <p:cmAuthor id="3318" name="王新尧" initials="王" lastIdx="0" clrIdx="3317"/>
  <p:cmAuthor id="3319" name="Shadow" initials="S" lastIdx="0" clrIdx="3318"/>
  <p:cmAuthor id="3320" name="军豪 李" initials="军豪" lastIdx="0" clrIdx="3319"/>
  <p:cmAuthor id="3321" name="李宇鹏" initials="李" lastIdx="0" clrIdx="3320"/>
  <p:cmAuthor id="3322" name="Guuuu" initials="G" lastIdx="0" clrIdx="3321"/>
  <p:cmAuthor id="3323" name="任智杰" initials="任" lastIdx="0" clrIdx="3322"/>
  <p:cmAuthor id="3324" name="骑猪南下" initials="骑" lastIdx="0" clrIdx="3323"/>
  <p:cmAuthor id="3325" name="杨欢" initials="杨" lastIdx="0" clrIdx="3324"/>
  <p:cmAuthor id="3326" name="胡雅静" initials="胡" lastIdx="0" clrIdx="3325"/>
  <p:cmAuthor id="3327" name="ty" initials="t" lastIdx="0" clrIdx="3326"/>
  <p:cmAuthor id="3328" name="Aprilius" initials="A" lastIdx="0" clrIdx="3327"/>
  <p:cmAuthor id="3329" name="☜心蓝☞" initials="☜" lastIdx="0" clrIdx="3328"/>
  <p:cmAuthor id="3330" name="萌小姐" initials="萌" lastIdx="0" clrIdx="3329"/>
  <p:cmAuthor id="3331" name="One Four Zero" initials="O" lastIdx="0" clrIdx="3330"/>
  <p:cmAuthor id="3332" name="含子" initials="含" lastIdx="0" clrIdx="3331"/>
  <p:cmAuthor id="3333" name="李亚雄" initials="李" lastIdx="0" clrIdx="3332"/>
  <p:cmAuthor id="3334" name="胡桃夹子" initials="胡" lastIdx="0" clrIdx="3333"/>
  <p:cmAuthor id="3335" name="米酱" initials="米" lastIdx="0" clrIdx="3334"/>
  <p:cmAuthor id="3336" name="gang cao" initials="gc" lastIdx="0" clrIdx="3335"/>
  <p:cmAuthor id="3337" name="翩 翩 起 舞" initials="翩" lastIdx="0" clrIdx="3336"/>
  <p:cmAuthor id="3338" name="clown-辛" initials="c" lastIdx="0" clrIdx="3337"/>
  <p:cmAuthor id="3339" name="huodl" initials="h" lastIdx="0" clrIdx="3338"/>
  <p:cmAuthor id="3340" name="Paisy" initials="P" lastIdx="0" clrIdx="3339"/>
  <p:cmAuthor id="3341" name="张志越" initials="张" lastIdx="0" clrIdx="3340"/>
  <p:cmAuthor id="3342" name="想不出昵称" initials="想" lastIdx="0" clrIdx="3341"/>
  <p:cmAuthor id="3343" name="WPS_1601732062" initials="W" lastIdx="0" clrIdx="3342"/>
  <p:cmAuthor id="3344" name="oo" initials="o" lastIdx="0" clrIdx="3343"/>
  <p:cmAuthor id="3345" name="雪梨" initials="雪" lastIdx="0" clrIdx="3344"/>
  <p:cmAuthor id="3346" name="李双杰" initials="李" lastIdx="0" clrIdx="3345"/>
  <p:cmAuthor id="3347" name="莹" initials="莹" lastIdx="0" clrIdx="3346"/>
  <p:cmAuthor id="3348" name="中兴" initials="A" lastIdx="0" clrIdx="3347"/>
  <p:cmAuthor id="3349" name="10211286" initials="1" lastIdx="0" clrIdx="3348"/>
  <p:cmAuthor id="3350" name="15052" initials="1" lastIdx="0" clrIdx="3349"/>
  <p:cmAuthor id="3351" name="10110575" initials="1" lastIdx="0" clrIdx="3350"/>
  <p:cmAuthor id="3352" name="加薪" initials="加" lastIdx="0" clrIdx="3351"/>
  <p:cmAuthor id="3353" name="蒲香雨" initials="蒲" lastIdx="0" clrIdx="3352"/>
  <p:cmAuthor id="3354" name="zw" initials="z" lastIdx="0" clrIdx="3353"/>
  <p:cmAuthor id="3355" name="大秦" initials="大" lastIdx="0" clrIdx="3354"/>
  <p:cmAuthor id="3356" name="10006898" initials="1" lastIdx="0" clrIdx="3355"/>
  <p:cmAuthor id="3357" name="10338453" initials="1" lastIdx="0" clrIdx="3356"/>
  <p:cmAuthor id="3358" name="LULU" initials="L" lastIdx="0" clrIdx="3357"/>
  <p:cmAuthor id="3359" name="桐桐子" initials="桐" lastIdx="0" clrIdx="3358"/>
  <p:cmAuthor id="3360" name="Hello2024" initials="H" lastIdx="0" clrIdx="3359"/>
  <p:cmAuthor id="3361" name="10013951" initials="1" lastIdx="0" clrIdx="3360"/>
  <p:cmAuthor id="3362" name="10172405" initials="1" lastIdx="0" clrIdx="3361"/>
  <p:cmAuthor id="3363" name="黑姑娘" initials="黑" lastIdx="0" clrIdx="3362"/>
  <p:cmAuthor id="3364" name="10346071" initials="1" lastIdx="0" clrIdx="3363"/>
  <p:cmAuthor id="3365" name="10080340" initials="1" lastIdx="0" clrIdx="3364"/>
  <p:cmAuthor id="3366" name="10208162" initials="1" lastIdx="0" clrIdx="3365"/>
  <p:cmAuthor id="3367" name="Bay" initials="B" lastIdx="0" clrIdx="3366"/>
  <p:cmAuthor id="3368" name="杨哈哈" initials="杨" lastIdx="0" clrIdx="3367"/>
  <p:cmAuthor id="3369" name="磊 陈" initials="磊陈" lastIdx="0" clrIdx="3368"/>
  <p:cmAuthor id="3370" name="Renoir" initials="R" lastIdx="0" clrIdx="3369"/>
  <p:cmAuthor id="3371" name="zhuhong" initials="z" lastIdx="0" clrIdx="3370"/>
  <p:cmAuthor id="3372" name="国家一级注册小仙女®" initials="国" lastIdx="0" clrIdx="3371"/>
  <p:cmAuthor id="3373" name="讀 書" initials="讀" lastIdx="0" clrIdx="3372"/>
  <p:cmAuthor id="3374" name="billow.jen" initials="b" lastIdx="0" clrIdx="3373"/>
  <p:cmAuthor id="3375" name="XiaoMing" initials="X" lastIdx="0" clrIdx="3374"/>
  <p:cmAuthor id="3376" name="文斌" initials="文" lastIdx="0" clrIdx="3375"/>
  <p:cmAuthor id="3377" name="谢海明" initials="谢" lastIdx="0" clrIdx="3376"/>
  <p:cmAuthor id="3378" name="WPS_1580452479" initials="W" lastIdx="0" clrIdx="3377"/>
  <p:cmAuthor id="3379" name="晴朗天空" initials="晴" lastIdx="0" clrIdx="3378"/>
  <p:cmAuthor id="3380" name="Julia Jia" initials="J" lastIdx="0" clrIdx="3379"/>
  <p:cmAuthor id="3381" name="WPS_1668222346" initials="W" lastIdx="0" clrIdx="3380"/>
  <p:cmAuthor id="3382" name="陈双华" initials="陈" lastIdx="0" clrIdx="3381"/>
  <p:cmAuthor id="3383" name="yan冰" initials="y" lastIdx="0" clrIdx="3382"/>
  <p:cmAuthor id="3384" name="段甜甜" initials="段" lastIdx="0" clrIdx="3383"/>
  <p:cmAuthor id="3385" name="成思远" initials="成" lastIdx="0" clrIdx="3384"/>
  <p:cmAuthor id="3386" name="WPS_1700532929" initials="W" lastIdx="0" clrIdx="3385"/>
  <p:cmAuthor id="3387" name="丰先生" initials="丰" lastIdx="0" clrIdx="3386"/>
  <p:cmAuthor id="3388" name="QMY" initials="Q" lastIdx="0" clrIdx="3387"/>
  <p:cmAuthor id="3389" name="新泉" initials="新" lastIdx="0" clrIdx="3388"/>
  <p:cmAuthor id="3390" name="Haojing (Sarah, GTS)" initials="HJ" lastIdx="0" clrIdx="3389"/>
  <p:cmAuthor id="3391" name="任龙飞" initials="任" lastIdx="0" clrIdx="3390"/>
  <p:cmAuthor id="3392" name="魏天伟" initials="魏" lastIdx="0" clrIdx="3391"/>
  <p:cmAuthor id="3393" name="晶" initials="晶" lastIdx="0" clrIdx="3392"/>
  <p:cmAuthor id="3394" name="DDDDD" initials="D" lastIdx="0" clrIdx="3393"/>
  <p:cmAuthor id="3395" name="八步" initials="八" lastIdx="0" clrIdx="3394"/>
  <p:cmAuthor id="3396" name="WPS_1735520906" initials="W" lastIdx="0" clrIdx="3395"/>
  <p:cmAuthor id="3397" name="类" initials="类" lastIdx="0" clrIdx="3396"/>
  <p:cmAuthor id="3398" name="SuYan" initials="S" lastIdx="0" clrIdx="3397"/>
  <p:cmAuthor id="3399" name="草长莺飞" initials="草" lastIdx="0" clrIdx="3398"/>
  <p:cmAuthor id="3400" name="寒枫" initials="寒" lastIdx="0" clrIdx="3399"/>
  <p:cmAuthor id="3401" name="WPS_1618468757" initials="W" lastIdx="0" clrIdx="3400"/>
  <p:cmAuthor id="3402" name="16619" initials="1" lastIdx="0" clrIdx="3401"/>
  <p:cmAuthor id="3403" name="00345380" initials="0" lastIdx="0" clrIdx="3402"/>
  <p:cmAuthor id="3404" name="wx" initials="w" lastIdx="0" clrIdx="3403"/>
  <p:cmAuthor id="3405" name="刘小卤" initials="刘" lastIdx="0" clrIdx="3404"/>
  <p:cmAuthor id="3406" name="企业用户_1424318118" initials="企" lastIdx="0" clrIdx="3405"/>
  <p:cmAuthor id="3407" name="联通杨艳" initials="联" lastIdx="0" clrIdx="3406"/>
  <p:cmAuthor id="3408" name="施俊" initials="施" lastIdx="0" clrIdx="3407"/>
  <p:cmAuthor id="3409" name="暴躁火柴人" initials="暴" lastIdx="0" clrIdx="3408"/>
  <p:cmAuthor id="3410" name="李渝" initials="李" lastIdx="0" clrIdx="3409"/>
  <p:cmAuthor id="3411" name="10170371" initials="1" lastIdx="0" clrIdx="3410"/>
  <p:cmAuthor id="3412" name="楠已置信✔️" initials="楠" lastIdx="0" clrIdx="3411"/>
  <p:cmAuthor id="3413" name="SOME" initials="S" lastIdx="0" clrIdx="3412"/>
  <p:cmAuthor id="3414" name="Lin阿福" initials="L" lastIdx="0" clrIdx="3413"/>
  <p:cmAuthor id="3415" name="小溪" initials="小" lastIdx="0" clrIdx="3414"/>
  <p:cmAuthor id="3416" name="8237476979" initials="8" lastIdx="0" clrIdx="3415"/>
  <p:cmAuthor id="3417" name="Mr.赵" initials="M" lastIdx="0" clrIdx="3416"/>
  <p:cmAuthor id="3418" name="SHaonv Xue " initials="S" lastIdx="0" clrIdx="3417"/>
  <p:cmAuthor id="3419" name="波波" initials="波" lastIdx="0" clrIdx="3418"/>
  <p:cmAuthor id="3420" name="叶" initials="叶" lastIdx="0" clrIdx="3419"/>
  <p:cmAuthor id="3421" name="林南" initials="林" lastIdx="0" clrIdx="3420"/>
  <p:cmAuthor id="3422" name="xiaobays" initials="x" lastIdx="0" clrIdx="3421"/>
  <p:cmAuthor id="3423" name="陈静" initials="陈" lastIdx="0" clrIdx="3422"/>
  <p:cmAuthor id="3424" name="杨可馨" initials="杨" lastIdx="0" clrIdx="3423"/>
  <p:cmAuthor id="3425" name="李亚敏" initials="李" lastIdx="0" clrIdx="3424"/>
  <p:cmAuthor id="3426" name="交付中心1号" initials="交" lastIdx="0" clrIdx="3425"/>
  <p:cmAuthor id="3427" name="企业用户_1045695727" initials="企" lastIdx="0" clrIdx="3426"/>
  <p:cmAuthor id="3428" name="我不想写文档" initials="我" lastIdx="0" clrIdx="3427"/>
  <p:cmAuthor id="3429" name="冯杰" initials="冯" lastIdx="0" clrIdx="3428"/>
  <p:cmAuthor id="3430" name="孟婕" initials="孟" lastIdx="0" clrIdx="3429"/>
  <p:cmAuthor id="3431" name="10014937" initials="1" lastIdx="0" clrIdx="3430"/>
  <p:cmAuthor id="3432" name="吉祥" initials="吉" lastIdx="0" clrIdx="3431"/>
  <p:cmAuthor id="3433" name="甲骨文飞行家" initials="甲" lastIdx="0" clrIdx="3432"/>
  <p:cmAuthor id="3434" name="Tomorrow" initials="T" lastIdx="0" clrIdx="3433"/>
  <p:cmAuthor id="3435" name="zw zhou" initials="zz" lastIdx="0" clrIdx="3434"/>
  <p:cmAuthor id="3436" name="闫硕" initials="闫" lastIdx="0" clrIdx="3435"/>
  <p:cmAuthor id="3437" name="✨ Nicole " initials="✨" lastIdx="0" clrIdx="3436"/>
  <p:cmAuthor id="3438" name="李凤仪" initials="李" lastIdx="0" clrIdx="3437"/>
  <p:cmAuthor id="3439" name="于洁" initials="于" lastIdx="0" clrIdx="3438"/>
  <p:cmAuthor id="3440" name="Cool" initials="C" lastIdx="0" clrIdx="3439"/>
  <p:cmAuthor id="3441" name="X13-Y" initials="X" lastIdx="0" clrIdx="3440"/>
  <p:cmAuthor id="3442" name="哎呀呀何牙牙" initials="哎" lastIdx="0" clrIdx="3441"/>
  <p:cmAuthor id="3443" name="zzzz" initials="z" lastIdx="0" clrIdx="3442"/>
  <p:cmAuthor id="3444" name="林炳" initials="G" lastIdx="0" clrIdx="3443"/>
  <p:cmAuthor id="3445" name="Steve Thorne" initials="S" lastIdx="0" clrIdx="3444"/>
  <p:cmAuthor id="3446" name=" 胖哒慧" initials="" lastIdx="0" clrIdx="3445"/>
  <p:cmAuthor id="3447" name="罗斌" initials="NM" lastIdx="0" clrIdx="3446"/>
  <p:cmAuthor id="3448" name="on my way tian" initials="ot" lastIdx="0" clrIdx="3447"/>
  <p:cmAuthor id="3449" name="丁华乐_qaMraEby" initials="authorId_616659736" lastIdx="0" clrIdx="3448"/>
  <p:cmAuthor id="3450" name="zheng kedan" initials="zk" lastIdx="0" clrIdx="3449"/>
  <p:cmAuthor id="3451" name="chensiyuan" initials="c" lastIdx="0" clrIdx="3450"/>
  <p:cmAuthor id="3452" name="zhanglanxin" initials="z" lastIdx="0" clrIdx="3451"/>
  <p:cmAuthor id="3453" name="lingc" initials="l" lastIdx="0" clrIdx="3452"/>
  <p:cmAuthor id="3454" name="kaiwen huang" initials="k" lastIdx="0" clrIdx="3453"/>
  <p:cmAuthor id="3455" name="chenpuqiang" initials="c" lastIdx="0" clrIdx="3454"/>
  <p:cmAuthor id="3456" name="administrator" initials="ad" lastIdx="0" clrIdx="3455"/>
  <p:cmAuthor id="3457" name="86139" initials="8" lastIdx="0" clrIdx="3456"/>
  <p:cmAuthor id="3458" name="贾丹阳" initials="J" lastIdx="0" clrIdx="3457"/>
  <p:cmAuthor id="3459" name="zd" initials="z" lastIdx="0" clrIdx="3458"/>
  <p:cmAuthor id="3460" name="刘斌" initials="刘斌@" lastIdx="0" clrIdx="3459"/>
  <p:cmAuthor id="3461" name="joann" initials="j" lastIdx="0" clrIdx="3460"/>
  <p:cmAuthor id="3462" name="tinti" initials="t" lastIdx="0" clrIdx="3461"/>
  <p:cmAuthor id="3463" name="佳乐baby" initials="佳" lastIdx="0" clrIdx="3462"/>
  <p:cmAuthor id="3464" name="yanggh" initials="y" lastIdx="0" clrIdx="3463"/>
  <p:cmAuthor id="3465" name="39481" initials="3" lastIdx="0" clrIdx="3464"/>
  <p:cmAuthor id="3466" name="19483" initials="1" lastIdx="0" clrIdx="3465"/>
  <p:cmAuthor id="3467" name="谭淼" initials="谭" lastIdx="0" clrIdx="3466"/>
  <p:cmAuthor id="3468" name="xxx" initials="x" lastIdx="0" clrIdx="3467"/>
  <p:cmAuthor id="3469" name="JeanMayLee" initials="J" lastIdx="0" clrIdx="3468"/>
  <p:cmAuthor id="3470" name="WPS_1602979380" initials="W" lastIdx="0" clrIdx="3469"/>
  <p:cmAuthor id="3471" name="kk" initials="k" lastIdx="0" clrIdx="3470"/>
  <p:cmAuthor id="3472" name="J0" initials="J" lastIdx="0" clrIdx="3471"/>
  <p:cmAuthor id="3473" name="Chen Qiyang" initials="C" lastIdx="0" clrIdx="3472"/>
  <p:cmAuthor id="3474" name="182----2928" initials="1" lastIdx="0" clrIdx="3473"/>
  <p:cmAuthor id="3475" name="M" initials="IT" lastIdx="0" clrIdx="3474"/>
  <p:cmAuthor id="3476" name="Wanglexun(Leo,CMCC Marketing)" initials="WM" lastIdx="0" clrIdx="3475"/>
  <p:cmAuthor id="3477" name="chris" initials="c" lastIdx="0" clrIdx="3476"/>
  <p:cmAuthor id="3478" name="勿忘初心" initials="勿" lastIdx="0" clrIdx="3477"/>
  <p:cmAuthor id="3479" name="Fanny" initials="F" lastIdx="0" clrIdx="3478"/>
  <p:cmAuthor id="3480" name="begin" initials="b" lastIdx="0" clrIdx="3479"/>
  <p:cmAuthor id="3481" name="cyq" initials="c" lastIdx="0" clrIdx="3480"/>
  <p:cmAuthor id="3482" name="WPS_1669175722" initials="W" lastIdx="0" clrIdx="3481"/>
  <p:cmAuthor id="3483" name="yangsong" initials="y" lastIdx="0" clrIdx="3482"/>
  <p:cmAuthor id="3484" name="文森特" initials="文" lastIdx="0" clrIdx="3483"/>
  <p:cmAuthor id="3485" name="Miao" initials="M" lastIdx="0" clrIdx="3484"/>
  <p:cmAuthor id="3486" name="Oscar" initials="O" lastIdx="0" clrIdx="3485"/>
  <p:cmAuthor id="3487" name="任静" initials="任" lastIdx="0" clrIdx="3486"/>
  <p:cmAuthor id="3488" name="戴停" initials="戴" lastIdx="0" clrIdx="3487"/>
  <p:cmAuthor id="3489" name="`Mark." initials="`" lastIdx="0" clrIdx="3488"/>
  <p:cmAuthor id="3490" name="jh d" initials="jd" lastIdx="0" clrIdx="3489"/>
  <p:cmAuthor id="3491" name="桑榆" initials="桑" lastIdx="0" clrIdx="3490"/>
  <p:cmAuthor id="3492" name="CabayJenne" initials="C" lastIdx="0" clrIdx="3491"/>
  <p:cmAuthor id="3493" name="施静伟" initials="施" lastIdx="0" clrIdx="3492"/>
  <p:cmAuthor id="3494" name="邹姝虹" initials="邹" lastIdx="0" clrIdx="3493"/>
  <p:cmAuthor id="3495" name="Baymax" initials="B" lastIdx="0" clrIdx="3494"/>
  <p:cmAuthor id="3496" name="华" initials="华" lastIdx="0" clrIdx="3495"/>
  <p:cmAuthor id="3497" name="亭子" initials="亭" lastIdx="0" clrIdx="3496"/>
  <p:cmAuthor id="3498" name="武戎" initials="武" lastIdx="0" clrIdx="3497"/>
  <p:cmAuthor id="3499" name="骑蜗牛私奔" initials="骑" lastIdx="0" clrIdx="3498"/>
  <p:cmAuthor id="3500" name="奇点" initials="奇" lastIdx="0" clrIdx="3499"/>
  <p:cmAuthor id="3501" name="晚·峰" initials="晚" lastIdx="0" clrIdx="3500"/>
  <p:cmAuthor id="3502" name="车旭" initials="车" lastIdx="0" clrIdx="3501"/>
  <p:cmAuthor id="3503" name="Pearson.Zhao" initials="P" lastIdx="0" clrIdx="3502"/>
  <p:cmAuthor id="3504" name="WPS_1686010660" initials="W" lastIdx="0" clrIdx="3503"/>
  <p:cmAuthor id="3505" name="lihui" initials="l" lastIdx="0" clrIdx="3504"/>
  <p:cmAuthor id="3506" name="木漏れ日" initials="木" lastIdx="0" clrIdx="3505"/>
  <p:cmAuthor id="3507" name="张磊" initials="张" lastIdx="0" clrIdx="3506"/>
  <p:cmAuthor id="3508" name="Wang lei" initials="W" lastIdx="0" clrIdx="3507"/>
  <p:cmAuthor id="3509" name="潘继儒" initials="潘" lastIdx="0" clrIdx="3508"/>
  <p:cmAuthor id="3510" name="WPS_1592556096" initials="W" lastIdx="0" clrIdx="3509"/>
  <p:cmAuthor id="3511" name="张裴" initials="张" lastIdx="0" clrIdx="3510"/>
  <p:cmAuthor id="3512" name="许愿池的~" initials="许" lastIdx="0" clrIdx="3511"/>
  <p:cmAuthor id="3513" name="W_L" initials="W" lastIdx="0" clrIdx="3512"/>
  <p:cmAuthor id="3514" name="-facile" initials="-" lastIdx="0" clrIdx="3513"/>
  <p:cmAuthor id="3515" name="guron" initials="g" lastIdx="0" clrIdx="3514"/>
  <p:cmAuthor id="3516" name="微笑" initials="微" lastIdx="0" clrIdx="3515"/>
  <p:cmAuthor id="3517" name="鱼爱吃猫8" initials="鱼" lastIdx="0" clrIdx="3516"/>
  <p:cmAuthor id="3518" name="小迷糊" initials="小" lastIdx="0" clrIdx="3517"/>
  <p:cmAuthor id="3519" name="梅杰" initials="梅" lastIdx="0" clrIdx="3518"/>
  <p:cmAuthor id="3520" name="Halfmoon" initials="H" lastIdx="0" clrIdx="3519"/>
  <p:cmAuthor id="3521" name="8237476611" initials="8" lastIdx="0" clrIdx="3520"/>
  <p:cmAuthor id="3522" name="longfei" initials="l" lastIdx="0" clrIdx="3521"/>
  <p:cmAuthor id="3523" name="嫣然" initials="嫣" lastIdx="0" clrIdx="3522"/>
  <p:cmAuthor id="3524" name="zhangcheng" initials="z" lastIdx="0" clrIdx="3523"/>
  <p:cmAuthor id="3525" name="zc" initials="z" lastIdx="0" clrIdx="3524"/>
  <p:cmAuthor id="3526" name="10021597@zte.intra" initials="1" lastIdx="0" clrIdx="3525"/>
  <p:cmAuthor id="3527" name="10080235" initials="1" lastIdx="0" clrIdx="3526"/>
  <p:cmAuthor id="3528" name="峰" initials="峰" lastIdx="0" clrIdx="3527"/>
  <p:cmAuthor id="3529" name="jadeite" initials="j" lastIdx="0" clrIdx="3528"/>
  <p:cmAuthor id="3530" name="Blacker" initials="B" lastIdx="0" clrIdx="3529"/>
  <p:cmAuthor id="3531" name="js-王美婧" initials="j" lastIdx="0" clrIdx="3530"/>
  <p:cmAuthor id="3532" name="baiyiyuan" initials="b" lastIdx="0" clrIdx="3531"/>
  <p:cmAuthor id="3533" name="10288429" initials="1" lastIdx="0" clrIdx="3532"/>
  <p:cmAuthor id="3534" name="张嫚嫚" initials="张" lastIdx="0" clrIdx="3533"/>
  <p:cmAuthor id="3535" name="牛牛牛" initials="牛" lastIdx="0" clrIdx="3534"/>
  <p:cmAuthor id="3536" name="hy-tkyl" initials="h" lastIdx="0" clrIdx="3535"/>
  <p:cmAuthor id="3537" name="黄元" initials="黄" lastIdx="0" clrIdx="3536"/>
  <p:cmAuthor id="3538" name="乔毅" initials="乔" lastIdx="0" clrIdx="3537"/>
  <p:cmAuthor id="3539" name="刘泉清" initials="u" lastIdx="0" clrIdx="3538"/>
  <p:cmAuthor id="3540" name="李邵平（借调）" initials="L" lastIdx="0" clrIdx="3539"/>
  <p:cmAuthor id="3541" name="李邵平" initials="李" lastIdx="0" clrIdx="3540"/>
  <p:cmAuthor id="3542" name="李 雨" initials="李" lastIdx="0" clrIdx="3541"/>
  <p:cmAuthor id="3543" name="xiashuang@hl.cmcc" initials="x" lastIdx="0" clrIdx="3542"/>
  <p:cmAuthor id="3544" name="10091268" initials="wxd" lastIdx="0" clrIdx="3543"/>
  <p:cmAuthor id="3545" name="HPTDI" initials="H" lastIdx="0" clrIdx="3544"/>
  <p:cmAuthor id="3546" name="gmcc" initials="g" lastIdx="0" clrIdx="3545"/>
  <p:cmAuthor id="3547" name="X390" initials="X" lastIdx="0" clrIdx="3546"/>
  <p:cmAuthor id="3548" name="刘达" initials="刘" lastIdx="0" clrIdx="3547"/>
  <p:cmAuthor id="3549" name="Kevin" initials="K" lastIdx="0" clrIdx="3548"/>
  <p:cmAuthor id="3550" name="caipeiyuan@sd.cmcc" initials="caipeiyuan" lastIdx="0" clrIdx="3549"/>
  <p:cmAuthor id="3551" name="chenyongsh" initials="chenyongsh" lastIdx="0" clrIdx="3550"/>
  <p:cmAuthor id="3552" name="杨 亚媛" initials="杨" lastIdx="0" clrIdx="3551"/>
  <p:cmAuthor id="3553" name="hauwei" initials="h" lastIdx="0" clrIdx="3552"/>
  <p:cmAuthor id="3554" name="Unknown User67" initials="U" lastIdx="0" clrIdx="3553"/>
  <p:cmAuthor id="3555" name="le" initials="l" lastIdx="0" clrIdx="3554"/>
  <p:cmAuthor id="3556" name="于书丹" initials="C" lastIdx="0" clrIdx="3555"/>
  <p:cmAuthor id="3557" name="USER580282" initials="U" lastIdx="0" clrIdx="3556"/>
  <p:cmAuthor id="3558" name="CMCC" initials="C" lastIdx="0" clrIdx="3557"/>
  <p:cmAuthor id="3559" name="victoryxs" initials="v" lastIdx="0" clrIdx="3558"/>
  <p:cmAuthor id="3560" name="asdf" initials="a" lastIdx="0" clrIdx="3559"/>
  <p:cmAuthor id="3561" name="解飞|xief" initials="解飞" lastIdx="0" clrIdx="3560"/>
  <p:cmAuthor id="3562" name="songlinyan" initials="s" lastIdx="0" clrIdx="3561"/>
  <p:cmAuthor id="3563" name="peng maggie" initials="pm" lastIdx="0" clrIdx="3562"/>
  <p:cmAuthor id="3564" name="X1" initials="X" lastIdx="0" clrIdx="3563"/>
  <p:cmAuthor id="3565" name="贾云雁" initials="贾" lastIdx="0" clrIdx="3564"/>
  <p:cmAuthor id="3566" name="涂必红" initials="涂" lastIdx="0" clrIdx="3565"/>
  <p:cmAuthor id="3567" name="11794" initials="1" lastIdx="0" clrIdx="3566"/>
  <p:cmAuthor id="3568" name="XJ" initials="X" lastIdx="0" clrIdx="3567"/>
  <p:cmAuthor id="3569" name="HAUWEI" initials="H" lastIdx="0" clrIdx="3568"/>
  <p:cmAuthor id="3570" name="匿名用户" initials="匿" lastIdx="0" clrIdx="3569"/>
  <p:cmAuthor id="3571" name="Zhenning" initials="zh" lastIdx="0" clrIdx="3570"/>
  <p:cmAuthor id="3572" name="陈琦10012967" initials="陈琦10012967" lastIdx="0" clrIdx="3571"/>
  <p:cmAuthor id="3573" name="李楠" initials="李楠" lastIdx="0" clrIdx="3572"/>
  <p:cmAuthor id="3574" name="姚国凡10043959" initials="姚国凡10043959" lastIdx="0" clrIdx="3573"/>
  <p:cmAuthor id="3575" name="sh-fanjunjie" initials="s" lastIdx="0" clrIdx="3574"/>
  <p:cmAuthor id="3576" name="CWS" initials="C" lastIdx="0" clrIdx="3575"/>
  <p:cmAuthor id="3577" name="xuqian" initials="x" lastIdx="0" clrIdx="3576"/>
  <p:cmAuthor id="3578" name="xyp" initials="x" lastIdx="0" clrIdx="3577"/>
  <p:cmAuthor id="3579" name="Long Yifei" initials="LYF" lastIdx="0" clrIdx="3578"/>
  <p:cmAuthor id="3580" name="龙奕飞00227710" initials="龙奕飞00227710" lastIdx="0" clrIdx="3579"/>
  <p:cmAuthor id="3581" name="zter" initials="z" lastIdx="0" clrIdx="3580"/>
  <p:cmAuthor id="3582" name="10240020" initials="1" lastIdx="0" clrIdx="3581"/>
  <p:cmAuthor id="3583" name="10115308" initials="1" lastIdx="0" clrIdx="3582"/>
  <p:cmAuthor id="3584" name="10022076" initials="1" lastIdx="0" clrIdx="3583"/>
  <p:cmAuthor id="3585" name="10015673" initials="1" lastIdx="0" clrIdx="3584"/>
  <p:cmAuthor id="3586" name="10011196" initials="1" lastIdx="0" clrIdx="3585"/>
  <p:cmAuthor id="3587" name="二次修改内容" initials="0" lastIdx="0" clrIdx="3586"/>
  <p:cmAuthor id="3588" name="/ 七安 /" initials="/" lastIdx="0" clrIdx="3587"/>
  <p:cmAuthor id="3589" name="WPS_1672491172" initials="W" lastIdx="0" clrIdx="3588"/>
  <p:cmAuthor id="3590" name="fuyuhan" initials="f" lastIdx="0" clrIdx="3589"/>
  <p:cmAuthor id="3591" name="shery" initials="s" lastIdx="0" clrIdx="3590"/>
  <p:cmAuthor id="3592" name="USER674487" initials="U" lastIdx="0" clrIdx="3591"/>
  <p:cmAuthor id="3593" name="阿郭" initials="阿" lastIdx="0" clrIdx="3592"/>
  <p:cmAuthor id="3594" name="00173859" initials="0" lastIdx="0" clrIdx="3593"/>
  <p:cmAuthor id="3595" name="10236202" initials="1" lastIdx="0" clrIdx="3594"/>
  <p:cmAuthor id="3596" name="10066680" initials="1" lastIdx="0" clrIdx="3595"/>
  <p:cmAuthor id="3597" name="bokite" initials="b" lastIdx="0" clrIdx="3596"/>
  <p:cmAuthor id="3598" name="Allen" initials="A" lastIdx="0" clrIdx="3597"/>
  <p:cmAuthor id="3599" name="10012269" initials="1" lastIdx="0" clrIdx="3598"/>
  <p:cmAuthor id="3600" name="谢晋10100182" initials="谢晋10100182" lastIdx="0" clrIdx="3599"/>
  <p:cmAuthor id="3601" name="10102244@zte.intra" initials="1" lastIdx="0" clrIdx="3600"/>
  <p:cmAuthor id="3602" name="10009571@zte.intra" initials="1" lastIdx="0" clrIdx="3601"/>
  <p:cmAuthor id="3603" name="10080587" initials="1" lastIdx="0" clrIdx="3602"/>
  <p:cmAuthor id="3604" name="李苗苗00086641" initials="李苗苗00086641" lastIdx="0" clrIdx="3603"/>
  <p:cmAuthor id="3605" name="10047945" initials="1" lastIdx="0" clrIdx="3604"/>
  <p:cmAuthor id="3606" name="孟萦" initials="孟" lastIdx="0" clrIdx="3605"/>
  <p:cmAuthor id="3607" name="罗彬" initials="罗" lastIdx="0" clrIdx="3606"/>
  <p:cmAuthor id="3608" name="1 mac" initials="1" lastIdx="0" clrIdx="3607"/>
  <p:cmAuthor id="3609" name="Jinyi" initials="J" lastIdx="0" clrIdx="3608"/>
  <p:cmAuthor id="3610" name="林雪" initials="林" lastIdx="0" clrIdx="3609"/>
  <p:cmAuthor id="3611" name="diana.cheng" initials="d" lastIdx="0" clrIdx="3610"/>
  <p:cmAuthor id="3612" name="Doris Tan" initials="D" lastIdx="0" clrIdx="3611"/>
  <p:cmAuthor id="3613" name="冯智强" initials="冯" lastIdx="0" clrIdx="3612"/>
  <p:cmAuthor id="3614" name="Zhou, Joey (IBD)" initials="Z" lastIdx="0" clrIdx="3613"/>
  <p:cmAuthor id="3615" name="孙运海" initials="孙" lastIdx="0" clrIdx="3614"/>
  <p:cmAuthor id="3616" name="wumin" initials="w" lastIdx="0" clrIdx="3615"/>
  <p:cmAuthor id="3617" name="91huhang" initials="9" lastIdx="0" clrIdx="3616"/>
  <p:cmAuthor id="3618" name="李传波" initials="李" lastIdx="0" clrIdx="3617"/>
  <p:cmAuthor id="3619" name="sierra" initials="s" lastIdx="0" clrIdx="3618"/>
  <p:cmAuthor id="3620" name="陈艳" initials="陈" lastIdx="0" clrIdx="3619"/>
  <p:cmAuthor id="3621" name="王 公然" initials="王" lastIdx="0" clrIdx="3620"/>
  <p:cmAuthor id="3622" name="李璐---寿险总公司营销管理部" initials="李" lastIdx="0" clrIdx="3621"/>
  <p:cmAuthor id="3623" name="丁冠涵" initials="丁" lastIdx="0" clrIdx="3622"/>
  <p:cmAuthor id="3624" name="Qun" initials="Q" lastIdx="0" clrIdx="3623"/>
  <p:cmAuthor id="3625" name="mashan@cmhi.cmcc" initials="mashan@cmhi.cmcc" lastIdx="0" clrIdx="3624"/>
  <p:cmAuthor id="3626" name="00029071" initials="0" lastIdx="0" clrIdx="3625"/>
  <p:cmAuthor id="3627" name="Mia Vida Villanueva" initials="MVV" lastIdx="0" clrIdx="3626"/>
  <p:cmAuthor id="3628" name="cc" initials="h" lastIdx="0" clrIdx="3627"/>
  <p:cmAuthor id="3629" name="Huo tiger" initials="Ht" lastIdx="0" clrIdx="3628"/>
  <p:cmAuthor id="3630" name="李俊杰" initials="李俊杰" lastIdx="0" clrIdx="3629"/>
  <p:cmAuthor id="3631" name="yuyc" initials="y" lastIdx="0" clrIdx="3630"/>
  <p:cmAuthor id="3632" name="杜晶晶" initials="杜" lastIdx="0" clrIdx="3631"/>
  <p:cmAuthor id="3633" name="zeng qingxi" initials="z" lastIdx="0" clrIdx="3632"/>
  <p:cmAuthor id="3634" name="李 莉婷" initials="李莉" lastIdx="0" clrIdx="3633"/>
  <p:cmAuthor id="3635" name="x00302378" initials="x" lastIdx="0" clrIdx="3634"/>
  <p:cmAuthor id="3636" name="邸雪峰" initials="dxf" lastIdx="0" clrIdx="3635"/>
  <p:cmAuthor id="3637" name="liming" initials="lm" lastIdx="0" clrIdx="3636"/>
  <p:cmAuthor id="3638" name="Tian Le" initials="TL" lastIdx="0" clrIdx="3637"/>
  <p:cmAuthor id="3639" name="文祺 张" initials="文祺" lastIdx="0" clrIdx="3638"/>
  <p:cmAuthor id="3640" name="美式咖啡" initials="美式咖啡" lastIdx="0" clrIdx="3639"/>
  <p:cmAuthor id="3641" name="刘雯" initials="刘" lastIdx="0" clrIdx="3640"/>
  <p:cmAuthor id="3642" name="ZXINYI" initials="Z" lastIdx="0" clrIdx="3641"/>
  <p:cmAuthor id="3643" name="Liu Yang" initials="LY" lastIdx="0" clrIdx="3642"/>
  <p:cmAuthor id="3644" name="李辉" initials="A" lastIdx="0" clrIdx="3643"/>
  <p:cmAuthor id="3645" name="李萌萌" initials="李" lastIdx="0" clrIdx="3644"/>
  <p:cmAuthor id="3646" name="光鹏 王" initials="光王" lastIdx="0" clrIdx="3645"/>
  <p:cmAuthor id="3647" name="刘文文" initials="刘" lastIdx="0" clrIdx="3646"/>
  <p:cmAuthor id="3648" name="hujinyun 00215597" initials="h0" lastIdx="0" clrIdx="3647"/>
  <p:cmAuthor id="3649" name="jiaokai" initials="j" lastIdx="0" clrIdx="3648"/>
  <p:cmAuthor id="3650" name="40704" initials="4" lastIdx="0" clrIdx="3649"/>
  <p:cmAuthor id="3651" name="hao yu" initials="hy" lastIdx="0" clrIdx="3650"/>
  <p:cmAuthor id="3652" name="Lu Qu" initials="L" lastIdx="0" clrIdx="3651"/>
  <p:cmAuthor id="3653" name="huangjc" initials="h" lastIdx="0" clrIdx="3652"/>
  <p:cmAuthor id="3654" name="王 子文" initials="王" lastIdx="0" clrIdx="3653"/>
  <p:cmAuthor id="3655" name="何佳" initials="何" lastIdx="0" clrIdx="3654"/>
  <p:cmAuthor id="3656" name="张 强" initials="张" lastIdx="0" clrIdx="3655"/>
  <p:cmAuthor id="3657" name="姬渭孟|jiweimeng" initials="姬" lastIdx="0" clrIdx="3656"/>
  <p:cmAuthor id="3658" name="joe" initials="j" lastIdx="0" clrIdx="3657"/>
  <p:cmAuthor id="3659" name="罗臣" initials="罗" lastIdx="0" clrIdx="3658"/>
  <p:cmAuthor id="3660" name="李彩侠" initials="L" lastIdx="0" clrIdx="3659"/>
  <p:cmAuthor id="3661" name="jianpeng wu" initials="jw" lastIdx="0" clrIdx="3660"/>
  <p:cmAuthor id="3662" name="LunIghT" initials="L" lastIdx="0" clrIdx="3661"/>
  <p:cmAuthor id="3663" name="lanzhuorui" initials="l" lastIdx="0" clrIdx="3662"/>
  <p:cmAuthor id="3664" name="Guoliang Li" initials="GL" lastIdx="0" clrIdx="3663"/>
  <p:cmAuthor id="3665" name="xiaweiwei" initials="x" lastIdx="0" clrIdx="3664"/>
  <p:cmAuthor id="3666" name="张彦" initials="张" lastIdx="0" clrIdx="3665"/>
  <p:cmAuthor id="3667" name="小 红马" initials="小" lastIdx="0" clrIdx="3666"/>
  <p:cmAuthor id="3668" name="JuJudeMe" initials="J" lastIdx="0" clrIdx="3667"/>
  <p:cmAuthor id="3669" name="陶选如" initials="陶" lastIdx="0" clrIdx="3668"/>
  <p:cmAuthor id="3670" name="周昭委" initials="周" lastIdx="0" clrIdx="3669"/>
  <p:cmAuthor id="3671" name="10090288" initials="1" lastIdx="0" clrIdx="3670"/>
  <p:cmAuthor id="3672" name="姚翔" initials="姚" lastIdx="0" clrIdx="3671"/>
  <p:cmAuthor id="3673" name="10292923" initials="1" lastIdx="0" clrIdx="3672"/>
  <p:cmAuthor id="3674" name="Gaoyang (China NPS C&amp;SI)" initials="G(NC" lastIdx="0" clrIdx="3673"/>
  <p:cmAuthor id="3675" name="junqing li" initials="jl" lastIdx="0" clrIdx="3674"/>
  <p:cmAuthor id="3676" name="liubin (AD)" initials="l(" lastIdx="0" clrIdx="3675"/>
  <p:cmAuthor id="3677" name="shengwenjia" initials="s" lastIdx="0" clrIdx="3676"/>
  <p:cmAuthor id="3678" name="10113174" initials="1" lastIdx="0" clrIdx="3677"/>
  <p:cmAuthor id="3679" name="10074243" initials="张禹" lastIdx="0" clrIdx="3678"/>
  <p:cmAuthor id="3680" name="殷江培10047781" initials="殷江培10047781" lastIdx="0" clrIdx="3679"/>
  <p:cmAuthor id="3681" name="10266065" initials="1" lastIdx="0" clrIdx="3680"/>
  <p:cmAuthor id="3682" name="r15387514833@outlook.com" initials="r" lastIdx="0" clrIdx="3681"/>
  <p:cmAuthor id="3683" name="15989" initials="1" lastIdx="0" clrIdx="3682"/>
  <p:cmAuthor id="3684" name="汤子健1" initials="汤" lastIdx="0" clrIdx="3683"/>
  <p:cmAuthor id="3685" name="hqpadm" initials="l" lastIdx="0" clrIdx="3684"/>
  <p:cmAuthor id="3686" name="赵玉玲" initials="a" lastIdx="0" clrIdx="3685"/>
  <p:cmAuthor id="3687" name="Chris Nilsen" initials="CN" lastIdx="0" clrIdx="3686"/>
  <p:cmAuthor id="3688" name="Chang, Linda Y. (TW - Taipei)" initials="CLY" lastIdx="0" clrIdx="3687"/>
  <p:cmAuthor id="3689" name="Maryse Vendette" initials="MV" lastIdx="0" clrIdx="3688"/>
  <p:cmAuthor id="3690" name="1903" initials="1" lastIdx="0" clrIdx="3689"/>
  <p:cmAuthor id="3691" name="maszilagyi" initials="m" lastIdx="0" clrIdx="3690"/>
  <p:cmAuthor id="3692" name="Canadian CoE (Open)" initials="CoE" lastIdx="0" clrIdx="3691"/>
  <p:cmAuthor id="3693" name="Anastasiia Kovalova (Open)&#10;" initials="AVK" lastIdx="0" clrIdx="3692"/>
  <p:cmAuthor id="3694" name="Helen Lingjian Lu" initials="hellu" lastIdx="0" clrIdx="3693"/>
  <p:cmAuthor id="3695" name="Tian Tian" initials="TT" lastIdx="0" clrIdx="3694"/>
  <p:cmAuthor id="3696" name="Jimmy Kan Wah Ip" initials="jiip" lastIdx="0" clrIdx="3695"/>
  <p:cmAuthor id="3697" name="DTT" initials="DTT" lastIdx="0" clrIdx="3696"/>
  <p:cmAuthor id="3698" name="Mjf" initials="M" lastIdx="0" clrIdx="3697"/>
  <p:cmAuthor id="3699" name="wuxl" initials="w" lastIdx="0" clrIdx="3698"/>
  <p:cmAuthor id="3700" name="Wanghaibin (SmartCare Service Development)" initials="W(SD" lastIdx="0" clrIdx="3699"/>
  <p:cmAuthor id="3701" name="范小双" initials="u" lastIdx="0" clrIdx="3700"/>
  <p:cmAuthor id="3702" name="Tianyang Feng(联通集团信息化部（信息安全部）)" initials="TF" lastIdx="0" clrIdx="3701"/>
  <p:cmAuthor id="3703" name="Iris YuanGao" initials="irgao" lastIdx="0" clrIdx="3702"/>
  <p:cmAuthor id="3704" name="胡文慧" initials="胡" lastIdx="0" clrIdx="3703"/>
  <p:cmAuthor id="3705" name="宁安亮" initials="N" lastIdx="0" clrIdx="3704"/>
  <p:cmAuthor id="3706" name="孙艺" initials="孙" lastIdx="0" clrIdx="3705"/>
  <p:cmAuthor id="3707" name="BAIXX11" initials="W用" lastIdx="0" clrIdx="3706"/>
  <p:cmAuthor id="3708" name="赵晨斌" initials="赵" lastIdx="0" clrIdx="3707"/>
  <p:cmAuthor id="3709" name="shi jinuyu" initials="sj" lastIdx="0" clrIdx="3708"/>
  <p:cmAuthor id="3710" name="ccb" initials="c" lastIdx="0" clrIdx="3709"/>
  <p:cmAuthor id="3711" name="Tseng, Melanie" initials="T" lastIdx="0" clrIdx="3710"/>
  <p:cmAuthor id="3712" name="杨素雯" initials="杨" lastIdx="0" clrIdx="3711"/>
  <p:cmAuthor id="3713" name="马媛" initials="马" lastIdx="0" clrIdx="3712"/>
  <p:cmAuthor id="3714" name="chenyuan" initials="c" lastIdx="0" clrIdx="3713"/>
  <p:cmAuthor id="3715" name="李婷婷" initials="李" lastIdx="0" clrIdx="3714"/>
  <p:cmAuthor id="3716" name="86155" initials="8" lastIdx="0" clrIdx="3715"/>
  <p:cmAuthor id="3717" name="10092163" initials="1" lastIdx="0" clrIdx="3716"/>
  <p:cmAuthor id="3718" name="10157624" initials="1" lastIdx="0" clrIdx="3717"/>
  <p:cmAuthor id="3719" name="onlyone" initials="o" lastIdx="0" clrIdx="3718"/>
  <p:cmAuthor id="3720" name="Thinkpad" initials="T" lastIdx="0" clrIdx="3719"/>
  <p:cmAuthor id="3721" name="zhouxm73" initials="z" lastIdx="0" clrIdx="3720"/>
  <p:cmAuthor id="3722" name="赵文俊" initials="赵文俊" lastIdx="0" clrIdx="3721"/>
  <p:cmAuthor id="3723" name="xul54" initials="x" lastIdx="0" clrIdx="3722"/>
  <p:cmAuthor id="3724" name="fanchuncheng" initials="f" lastIdx="0" clrIdx="3723"/>
  <p:cmAuthor id="3725" name="30312" initials="3" lastIdx="0" clrIdx="3724"/>
  <p:cmAuthor id="3726" name="jj" initials="j" lastIdx="0" clrIdx="3725"/>
  <p:cmAuthor id="3727" name="Dujiale (Kevin)" initials="D(" lastIdx="0" clrIdx="3726"/>
  <p:cmAuthor id="3728" name="JKz" initials="J" lastIdx="0" clrIdx="3727"/>
  <p:cmAuthor id="3729" name="Luvian" initials="L" lastIdx="0" clrIdx="3728"/>
  <p:cmAuthor id="3730" name="1256010600@qq.com" initials="" lastIdx="0" clrIdx="3729"/>
  <p:cmAuthor id="3731" name="ding ruiwen" initials="dr" lastIdx="0" clrIdx="3730"/>
  <p:cmAuthor id="3732" name="徐孟江_MbuiiUbI" initials="authorId_273709786" lastIdx="0" clrIdx="3731"/>
  <p:cmAuthor id="3733" name="8613770779887" initials="8" lastIdx="0" clrIdx="3732"/>
  <p:cmAuthor id="3734" name="张 庆飞" initials="张" lastIdx="0" clrIdx="3733"/>
  <p:cmAuthor id="3735" name="10029265@zte.intra" initials="1" lastIdx="0" clrIdx="3734"/>
  <p:cmAuthor id="3736" name="tan xiao" initials="tx" lastIdx="0" clrIdx="3735"/>
  <p:cmAuthor id="3737" name="谭信雄" initials="谭信雄" lastIdx="0" clrIdx="3736"/>
  <p:cmAuthor id="3738" name="w12123" initials="w" lastIdx="0" clrIdx="3737"/>
  <p:cmAuthor id="3739" name="Elvis" initials="E" lastIdx="0" clrIdx="3738"/>
  <p:cmAuthor id="3740" name="L Jen" initials="L" lastIdx="0" clrIdx="3739"/>
  <p:cmAuthor id="3741" name="quzifan" initials="q" lastIdx="0" clrIdx="3740"/>
  <p:cmAuthor id="3742" name="13348611870@189.cn" initials="1" lastIdx="0" clrIdx="3741"/>
  <p:cmAuthor id="3743" name="胡伟_cp" initials="胡" lastIdx="0" clrIdx="3742"/>
  <p:cmAuthor id="3744" name="ASDC" initials="1" lastIdx="0" clrIdx="3743"/>
  <p:cmAuthor id="3745" name="zhang qing" initials="zq" lastIdx="0" clrIdx="3744"/>
  <p:cmAuthor id="3746" name="SSC" initials="S" lastIdx="0" clrIdx="3745"/>
  <p:cmAuthor id="3747" name="panpan" initials="p" lastIdx="0" clrIdx="3746"/>
  <p:cmAuthor id="3748" name="姜美" initials="姜" lastIdx="0" clrIdx="3747"/>
  <p:cmAuthor id="3749" name="牛玉贞" initials="牛" lastIdx="0" clrIdx="3748"/>
  <p:cmAuthor id="3750" name="85250" initials="8" lastIdx="0" clrIdx="3749"/>
  <p:cmAuthor id="3751" name="tfr" initials="t" lastIdx="0" clrIdx="3750"/>
  <p:cmAuthor id="3752" name="13348617049@189.cn" initials="1" lastIdx="0" clrIdx="3751"/>
  <p:cmAuthor id="3753" name="李云湘" initials="L" lastIdx="0" clrIdx="3752"/>
  <p:cmAuthor id="3754" name="吃草的兔子_QZNvQfi2" initials="authorId_436530797" lastIdx="0" clrIdx="3753"/>
  <p:cmAuthor id="3755" name="钱骥华_uMVbYNJf" initials="authorId_1246698148" lastIdx="0" clrIdx="3754"/>
  <p:cmAuthor id="3756" name="路迎雪_6Bb2niuE" initials="authorId_220367245" lastIdx="0" clrIdx="3755"/>
  <p:cmAuthor id="3757" name="坛子" initials="坛" lastIdx="0" clrIdx="3756"/>
  <p:cmAuthor id="3758" name="Kaiwu" initials="K" lastIdx="0" clrIdx="3757"/>
  <p:cmAuthor id="3759" name="开武" initials="开武" lastIdx="0" clrIdx="3758"/>
  <p:cmAuthor id="3760" name="陈诚" initials="陈" lastIdx="0" clrIdx="3759"/>
  <p:cmAuthor id="3761" name="10054047" initials="1" lastIdx="0" clrIdx="3760"/>
  <p:cmAuthor id="3762" name="陈宇" initials="陈" lastIdx="0" clrIdx="3761"/>
  <p:cmAuthor id="3763" name="10194379" initials="1" lastIdx="0" clrIdx="3762"/>
  <p:cmAuthor id="3764" name="10288204" initials="1" lastIdx="0" clrIdx="3763"/>
  <p:cmAuthor id="3765" name="liaoyawen" initials="l" lastIdx="0" clrIdx="3764"/>
  <p:cmAuthor id="3766" name="姚琪" initials="姚" lastIdx="0" clrIdx="3765"/>
  <p:cmAuthor id="3767" name="周梦吟" initials="周" lastIdx="0" clrIdx="3766"/>
  <p:cmAuthor id="3768" name="关" initials="关" lastIdx="0" clrIdx="3767"/>
  <p:cmAuthor id="3769" name="陈钢" initials="陈" lastIdx="0" clrIdx="3768"/>
  <p:cmAuthor id="3770" name="huhu" initials="h" lastIdx="0" clrIdx="3769"/>
  <p:cmAuthor id="3771" name="许小菡" initials="许" lastIdx="0" clrIdx="3770"/>
  <p:cmAuthor id="3772" name="睿" initials="睿" lastIdx="0" clrIdx="3771"/>
  <p:cmAuthor id="3773" name="13308498990@189.cn" initials="1" lastIdx="0" clrIdx="3772"/>
  <p:cmAuthor id="3774" name="周 文杰" initials="周" lastIdx="0" clrIdx="3773"/>
  <p:cmAuthor id="3775" name="邓欣" initials="邓" lastIdx="0" clrIdx="3774"/>
  <p:cmAuthor id="3776" name="刘 锐明" initials="刘" lastIdx="0" clrIdx="3775"/>
  <p:cmAuthor id="3777" name="YANQING BAO" initials="Y" lastIdx="0" clrIdx="3776"/>
  <p:cmAuthor id="3778" name="朴春善" initials="朴" lastIdx="0" clrIdx="3777"/>
  <p:cmAuthor id="3779" name="彭浩" initials="彭" lastIdx="0" clrIdx="3778"/>
  <p:cmAuthor id="3780" name="林 卓" initials="林" lastIdx="0" clrIdx="3779"/>
  <p:cmAuthor id="3781" name="J J" initials="JJ" lastIdx="0" clrIdx="3780"/>
  <p:cmAuthor id="3782" name="Dou, Yong" initials="" lastIdx="0" clrIdx="3781"/>
  <p:cmAuthor id="3783" name="17126" initials="1" lastIdx="0" clrIdx="3782"/>
  <p:cmAuthor id="3784" name="51167" initials="5" lastIdx="0" clrIdx="3783"/>
  <p:cmAuthor id="3785" name="李旺兴" initials="李" lastIdx="0" clrIdx="3784"/>
  <p:cmAuthor id="3786" name="赵 方圆" initials="赵" lastIdx="0" clrIdx="3785"/>
  <p:cmAuthor id="3787" name="次 土" initials="次土" lastIdx="0" clrIdx="3786"/>
  <p:cmAuthor id="3788" name="Mr.Cliper" initials="authorId_242131359" lastIdx="0" clrIdx="3787"/>
  <p:cmAuthor id="3789" name="Xiao Xiamin" initials="XX" lastIdx="0" clrIdx="3788"/>
  <p:cmAuthor id="3790" name="vg" initials="v" lastIdx="0" clrIdx="3789"/>
  <p:cmAuthor id="3791" name="王晓娟" initials="王晓娟" lastIdx="0" clrIdx="3790"/>
  <p:cmAuthor id="3792" name="赵欣ZTE" initials="1" lastIdx="0" clrIdx="3791"/>
  <p:cmAuthor id="3793" name="10331183" initials="1" lastIdx="0" clrIdx="3792"/>
  <p:cmAuthor id="3794" name="林冲霄" initials="林" lastIdx="0" clrIdx="3793"/>
  <p:cmAuthor id="3795" name="zxq_1" initials="z" lastIdx="0" clrIdx="3794"/>
  <p:cmAuthor id="3796" name="杨幸" initials="杨" lastIdx="0" clrIdx="3795"/>
  <p:cmAuthor id="3797" name="王奎" initials="王" lastIdx="0" clrIdx="3796"/>
  <p:cmAuthor id="3798" name="刘威" initials="liuwei" lastIdx="0" clrIdx="3797"/>
  <p:cmAuthor id="3799" name="13347" initials="1" lastIdx="0" clrIdx="3798"/>
  <p:cmAuthor id="3800" name="yubing" initials="y" lastIdx="0" clrIdx="3799"/>
  <p:cmAuthor id="3801" name="胡誉湘" initials="Huyx" lastIdx="0" clrIdx="3800"/>
  <p:cmAuthor id="3802" name="李雄邦" initials="李" lastIdx="0" clrIdx="3801"/>
  <p:cmAuthor id="3803" name="孔祥云" initials="孔" lastIdx="0" clrIdx="3802"/>
  <p:cmAuthor id="3804" name="涛涛不觉" initials="涛" lastIdx="0" clrIdx="3803"/>
  <p:cmAuthor id="3805" name="10260969" initials="z" lastIdx="0" clrIdx="3804"/>
  <p:cmAuthor id="3806" name="汪亦超" initials="汪" lastIdx="0" clrIdx="3805"/>
  <p:cmAuthor id="3807" name="doublex" initials="d" lastIdx="0" clrIdx="3806"/>
  <p:cmAuthor id="3808" name="changlu" initials="c" lastIdx="0" clrIdx="3807"/>
  <p:cmAuthor id="3809" name="lizihan" initials="l" lastIdx="0" clrIdx="3808"/>
  <p:cmAuthor id="3810" name="Zhengyunxiang" initials="Z" lastIdx="0" clrIdx="3809"/>
  <p:cmAuthor id="3811" name="XIONGJING" initials="X" lastIdx="0" clrIdx="3810"/>
  <p:cmAuthor id="3812" name="电信集成" initials="电" lastIdx="0" clrIdx="3811"/>
  <p:cmAuthor id="3813" name="tuj" initials="t" lastIdx="0" clrIdx="3812"/>
  <p:cmAuthor id="3814" name="DX" initials="D" lastIdx="0" clrIdx="3813"/>
  <p:cmAuthor id="3815" name="孟雪丽|mengxueli" initials="孟" lastIdx="0" clrIdx="3814"/>
  <p:cmAuthor id="3816" name="WYWL" initials="W" lastIdx="0" clrIdx="3815"/>
  <p:cmAuthor id="3817" name="张久久" initials="张" lastIdx="0" clrIdx="3816"/>
  <p:cmAuthor id="3818" name="华仔" initials="华" lastIdx="0" clrIdx="3817"/>
  <p:cmAuthor id="3819" name="王杰" initials="王" lastIdx="0" clrIdx="3818"/>
  <p:cmAuthor id="3820" name="cool-谈" initials="c" lastIdx="0" clrIdx="3819"/>
  <p:cmAuthor id="3821" name="sxy" initials="s" lastIdx="0" clrIdx="3820"/>
  <p:cmAuthor id="3822" name="YANGYU.ZJ" initials="Y" lastIdx="0" clrIdx="3821"/>
  <p:cmAuthor id="3823" name="mystic" initials="m" lastIdx="0" clrIdx="3822"/>
  <p:cmAuthor id="3824" name="汪勇" initials="汪" lastIdx="0" clrIdx="3823"/>
  <p:cmAuthor id="3825" name="任 黄" initials="任" lastIdx="0" clrIdx="3824"/>
  <p:cmAuthor id="3826" name="韩佳楠" initials="韩" lastIdx="0" clrIdx="3825"/>
  <p:cmAuthor id="3827" name="duanqx" initials="d" lastIdx="0" clrIdx="3826"/>
  <p:cmAuthor id="3828" name="zgdx" initials="z" lastIdx="0" clrIdx="3827"/>
  <p:cmAuthor id="3829" name="孙一彦" initials="孙" lastIdx="0" clrIdx="3828"/>
  <p:cmAuthor id="3830" name="周文_R7fau6bq" initials="authorId_265585642" lastIdx="0" clrIdx="3829"/>
  <p:cmAuthor id="3831" name="刘" initials="刘" lastIdx="0" clrIdx="3830"/>
  <p:cmAuthor id="3832" name="Orange L" initials="O" lastIdx="0" clrIdx="3831"/>
  <p:cmAuthor id="3833" name="梁红燕Yane" initials="梁" lastIdx="0" clrIdx="3832"/>
  <p:cmAuthor id="3834" name="叶文超" initials="叶" lastIdx="0" clrIdx="3833"/>
  <p:cmAuthor id="3835" name="victorking" initials="v" lastIdx="0" clrIdx="3834"/>
  <p:cmAuthor id="3836" name="Rains" initials="R" lastIdx="0" clrIdx="3835"/>
  <p:cmAuthor id="3837" name="啊喜" initials="啊" lastIdx="0" clrIdx="3836"/>
  <p:cmAuthor id="3838" name="小司" initials="小" lastIdx="0" clrIdx="3837"/>
  <p:cmAuthor id="3839" name="Mr.便当 _7VRfAVJJ" initials="authorId_739207410" lastIdx="0" clrIdx="3838"/>
  <p:cmAuthor id="3840" name="徐睿" initials="j" lastIdx="0" clrIdx="3839"/>
  <p:cmAuthor id="3841" name="x l" initials="xl" lastIdx="0" clrIdx="3840"/>
  <p:cmAuthor id="3842" name="DavidLee" initials="D" lastIdx="0" clrIdx="3841"/>
  <p:cmAuthor id="3843" name="超" initials="超" lastIdx="0" clrIdx="3842"/>
  <p:cmAuthor id="3844" name="yujzh" initials="A" lastIdx="0" clrIdx="3843"/>
  <p:cmAuthor id="3845" name="jyr" initials="jyr" lastIdx="0" clrIdx="3844"/>
  <p:cmAuthor id="3846" name="吕和凯" initials="l" lastIdx="0" clrIdx="3845"/>
  <p:cmAuthor id="3847" name="hongwei wang" initials="hw" lastIdx="0" clrIdx="3846"/>
  <p:cmAuthor id="3848" name="段 明江" initials="段" lastIdx="0" clrIdx="3847"/>
  <p:cmAuthor id="3849" name="邓 东" initials="邓" lastIdx="0" clrIdx="3848"/>
  <p:cmAuthor id="3850" name="zhaoyu Li" initials="jz" lastIdx="0" clrIdx="3849"/>
  <p:cmAuthor id="3851" name="guqing" initials="g" lastIdx="0" clrIdx="3850"/>
  <p:cmAuthor id="3852" name="Shi Super" initials="SS" lastIdx="0" clrIdx="3851"/>
  <p:cmAuthor id="3853" name="高 美玲" initials="高" lastIdx="0" clrIdx="3852"/>
  <p:cmAuthor id="3854" name="windowsComputer" initials="w" lastIdx="0" clrIdx="3853"/>
  <p:cmAuthor id="3855" name="muxiaohan" initials="m" lastIdx="0" clrIdx="3854"/>
  <p:cmAuthor id="3856" name="庞亦龙" initials="庞亦龙" lastIdx="0" clrIdx="3855"/>
  <p:cmAuthor id="3857" name="li peng" initials="lp" lastIdx="0" clrIdx="3856"/>
  <p:cmAuthor id="3858" name="Dong" initials="D" lastIdx="0" clrIdx="3857"/>
  <p:cmAuthor id="3859" name="梁军博" initials="梁" lastIdx="0" clrIdx="3858"/>
  <p:cmAuthor id="3860" name="李宇赫_euaeAVJb" initials="authorId_1315184607" lastIdx="0" clrIdx="3859"/>
  <p:cmAuthor id="3861" name="huxiaoxi" initials="h" lastIdx="0" clrIdx="3860"/>
  <p:cmAuthor id="3862" name="Simona" initials="S" lastIdx="0" clrIdx="3861"/>
  <p:cmAuthor id="3863" name="杨姗" initials="杨" lastIdx="0" clrIdx="3862"/>
  <p:cmAuthor id="3864" name="陈静雯" initials="陈" lastIdx="0" clrIdx="3863"/>
  <p:cmAuthor id="3865" name="董苗苗" initials="董" lastIdx="0" clrIdx="3864"/>
  <p:cmAuthor id="3866" name="Russell Frahmann" initials="RF" lastIdx="0" clrIdx="3865"/>
  <p:cmAuthor id="3867" name="彬 罗" initials="彬" lastIdx="0" clrIdx="3866"/>
  <p:cmAuthor id="3868" name="Q Q" initials="Q" lastIdx="0" clrIdx="3867"/>
  <p:cmAuthor id="3869" name="幺以谦" initials="幺" lastIdx="0" clrIdx="3868"/>
  <p:cmAuthor id="3870" name="xiaoli gu" initials="xg" lastIdx="0" clrIdx="3869"/>
  <p:cmAuthor id="3871" name="chen mengnan" initials="cm" lastIdx="0" clrIdx="3870"/>
  <p:cmAuthor id="3872" name="D eco" initials="De" lastIdx="0" clrIdx="3871"/>
  <p:cmAuthor id="3873" name="yuan xiwen" initials="yx" lastIdx="0" clrIdx="3872"/>
  <p:cmAuthor id="3874" name="戴静远_auAveaEf" initials="authorId_1906444836" lastIdx="0" clrIdx="3873"/>
  <p:cmAuthor id="3875" name="刘 饼饼" initials="刘" lastIdx="0" clrIdx="3874"/>
  <p:cmAuthor id="3876" name="Richard Liu" initials="R" lastIdx="0" clrIdx="3875"/>
  <p:cmAuthor id="3877" name="知秋一叶" initials="知" lastIdx="0" clrIdx="3876"/>
  <p:cmAuthor id="3878" name="宋" initials="宋" lastIdx="0" clrIdx="3877"/>
  <p:cmAuthor id="3879" name="WPS_1559546355" initials="W" lastIdx="0" clrIdx="3878"/>
  <p:cmAuthor id="3880" name="Gary Lou" initials="GL" lastIdx="0" clrIdx="3879"/>
  <p:cmAuthor id="3881" name="Cedric Lin" initials="CL" lastIdx="0" clrIdx="3880"/>
  <p:cmAuthor id="3882" name="Bonnie XH" initials="BX" lastIdx="0" clrIdx="3881"/>
  <p:cmAuthor id="3883" name="Niya Wang" initials="NW" lastIdx="0" clrIdx="3882"/>
  <p:cmAuthor id="3884" name="Vera BX Liu" initials="VBL" lastIdx="0" clrIdx="3883"/>
  <p:cmAuthor id="3885" name="Candy Hao" initials="CH" lastIdx="0" clrIdx="3884"/>
  <p:cmAuthor id="3886" name="Charlotte Williams" initials="C" lastIdx="0" clrIdx="3885"/>
  <p:cmAuthor id="3887" name="Zzzzzzz" initials="Z" lastIdx="0" clrIdx="3886"/>
  <p:cmAuthor id="3888" name="D大叔" initials="D" lastIdx="0" clrIdx="3887"/>
  <p:cmAuthor id="3889" name="William Sun" initials="W" lastIdx="0" clrIdx="3888"/>
  <p:cmAuthor id="3890" name="风中的叶伯伯" initials="风" lastIdx="0" clrIdx="3889"/>
  <p:cmAuthor id="3891" name="刘盛潮" initials="刘" lastIdx="0" clrIdx="3890"/>
  <p:cmAuthor id="3892" name="王 宋兵" initials="王" lastIdx="0" clrIdx="3891"/>
  <p:cmAuthor id="3893" name="4452313@qq.com" initials="" lastIdx="0" clrIdx="3892"/>
  <p:cmAuthor id="3894" name="---------" initials="-" lastIdx="0" clrIdx="3893"/>
  <p:cmAuthor id="3895" name="月 姚" initials="月姚" lastIdx="0" clrIdx="3894"/>
  <p:cmAuthor id="3896" name="朱兵兵" initials="zbb.zj" lastIdx="0" clrIdx="3895"/>
  <p:cmAuthor id="3897" name="szsh" initials="" lastIdx="0" clrIdx="3896"/>
  <p:cmAuthor id="3898" name="zhjt" initials="" lastIdx="0" clrIdx="3897"/>
  <p:cmAuthor id="3899" name="朱志浩" initials="" lastIdx="0" clrIdx="3898"/>
  <p:cmAuthor id="3900" name="mi" initials="m" lastIdx="0" clrIdx="3899"/>
  <p:cmAuthor id="3901" name="黄鸿海_euInY3An" initials="authorId_1297-131069" lastIdx="0" clrIdx="3900"/>
  <p:cmAuthor id="3902" name="江帆_URZzjiQn" initials="authorId_1297-248885151399874" lastIdx="0" clrIdx="3901"/>
  <p:cmAuthor id="3903" name="焦丽杰" initials="焦" lastIdx="0" clrIdx="3902"/>
  <p:cmAuthor id="3904" name="dx" initials="d" lastIdx="0" clrIdx="3903"/>
  <p:cmAuthor id="3905" name="vivian" initials="v" lastIdx="0" clrIdx="3904"/>
  <p:cmAuthor id="3906" name="hq" initials="h" lastIdx="0" clrIdx="3905"/>
  <p:cmAuthor id="3907" name="LEO L" initials="L" lastIdx="0" clrIdx="3906"/>
  <p:cmAuthor id="3908" name="10339" initials="1" lastIdx="0" clrIdx="3907"/>
  <p:cmAuthor id="3909" name="郜鹏飞" initials="G" lastIdx="0" clrIdx="3908"/>
  <p:cmAuthor id="3910" name="Yara Liu" initials="YL" lastIdx="0" clrIdx="3909"/>
  <p:cmAuthor id="3911" name="曹增稳" initials="曹" lastIdx="0" clrIdx="3910"/>
  <p:cmAuthor id="3912" name="xulinjing" initials="x" lastIdx="0" clrIdx="3911"/>
  <p:cmAuthor id="3913" name="Picc" initials="" lastIdx="0" clrIdx="3912"/>
  <p:cmAuthor id="3914" name="刘嘉文(省公司一)/" initials="刘" lastIdx="0" clrIdx="3913"/>
  <p:cmAuthor id="3915" name="释然宗" initials="释" lastIdx="0" clrIdx="3914"/>
  <p:cmAuthor id="3916" name="shiyuxuan" initials="s" lastIdx="0" clrIdx="3915"/>
  <p:cmAuthor id="3917" name="ZT" initials="Z" lastIdx="0" clrIdx="3916"/>
  <p:cmAuthor id="3918" name="123" initials="1" lastIdx="0" clrIdx="3917"/>
  <p:cmAuthor id="3919" name="WD" initials="W" lastIdx="0" clrIdx="3918"/>
  <p:cmAuthor id="3920" name="hsm" initials="h" lastIdx="0" clrIdx="3919"/>
  <p:cmAuthor id="3921" name="杨林" initials="杨" lastIdx="0" clrIdx="3920"/>
  <p:cmAuthor id="3922" name="梁蕴涵" initials="梁" lastIdx="0" clrIdx="3921"/>
  <p:cmAuthor id="3923" name="18133" initials="1" lastIdx="0" clrIdx="3922"/>
  <p:cmAuthor id="3924" name="海上花" initials="海" lastIdx="0" clrIdx="3923"/>
  <p:cmAuthor id="3925" name="彭 治港" initials="彭" lastIdx="0" clrIdx="3924"/>
  <p:cmAuthor id="3926" name="田赢" initials="田" lastIdx="0" clrIdx="3925"/>
  <p:cmAuthor id="3927" name="狂奔地无尾熊" initials="狂" lastIdx="0" clrIdx="3926"/>
  <p:cmAuthor id="3928" name="ԅ(¯ㅂ¯ԅ)" initials="ԅ" lastIdx="0" clrIdx="3927"/>
  <p:cmAuthor id="3929" name="闫志深" initials="" lastIdx="0" clrIdx="3928"/>
  <p:cmAuthor id="3930" name="王小安" initials="王" lastIdx="0" clrIdx="3929"/>
  <p:cmAuthor id="3931" name="allen" initials="a" lastIdx="0" clrIdx="3930"/>
  <p:cmAuthor id="3932" name="WPS_1646356914" initials="W" lastIdx="0" clrIdx="3931"/>
  <p:cmAuthor id="3933" name="蜗牛" initials="蜗" lastIdx="0" clrIdx="3932"/>
  <p:cmAuthor id="3934" name="我爱毛豆" initials="我" lastIdx="0" clrIdx="3933"/>
  <p:cmAuthor id="3935" name="A00～媛子~中国电信" initials="A" lastIdx="0" clrIdx="3934"/>
  <p:cmAuthor id="3936" name="王宁宁宁宁宁" initials="王" lastIdx="0" clrIdx="3935"/>
  <p:cmAuthor id="3937" name="MF YANG" initials="MY" lastIdx="0" clrIdx="3936"/>
  <p:cmAuthor id="3938" name="白茂绩" initials="W用" lastIdx="0" clrIdx="3937"/>
  <p:cmAuthor id="3939" name="无聊" initials="无" lastIdx="0" clrIdx="3938"/>
  <p:cmAuthor id="3940" name="陈健" initials="陈" lastIdx="0" clrIdx="3939"/>
  <p:cmAuthor id="3941" name="媛" initials="媛" lastIdx="0" clrIdx="3940"/>
  <p:cmAuthor id="3942" name="电信徐茂花" initials="电" lastIdx="0" clrIdx="3941"/>
  <p:cmAuthor id="3943" name="leibing@cmhi.cmcc" initials="l" lastIdx="0" clrIdx="3942"/>
  <p:cmAuthor id="3944" name="赖源添" initials="赖" lastIdx="0" clrIdx="3943"/>
  <p:cmAuthor id="3945" name="YUN Jiayue" initials="Y" lastIdx="0" clrIdx="3944"/>
  <p:cmAuthor id="3946" name="刘国强" initials="刘" lastIdx="0" clrIdx="3945"/>
  <p:cmAuthor id="3947" name="刘云飞" initials="刘" lastIdx="0" clrIdx="3946"/>
  <p:cmAuthor id="3948" name="吕旭" initials="吕旭" lastIdx="0" clrIdx="3947"/>
  <p:cmAuthor id="3949" name="甄家泽" initials="甄家泽" lastIdx="0" clrIdx="3948"/>
  <p:cmAuthor id="3950" name="10005195" initials="1" lastIdx="0" clrIdx="3949"/>
  <p:cmAuthor id="3951" name="xieming-nb" initials="x" lastIdx="0" clrIdx="3950"/>
  <p:cmAuthor id="3952" name="振亚" initials="振" lastIdx="0" clrIdx="3951"/>
  <p:cmAuthor id="3953" name="王 勋" initials="王" lastIdx="0" clrIdx="3952"/>
  <p:cmAuthor id="3954" name="orchid" initials="o" lastIdx="0" clrIdx="3953"/>
  <p:cmAuthor id="3955" name="周姣" initials="1" lastIdx="0" clrIdx="3954"/>
  <p:cmAuthor id="3956" name="马涛" initials="马涛" lastIdx="0" clrIdx="3955"/>
  <p:cmAuthor id="3957" name="呼博文" initials="呼" lastIdx="0" clrIdx="3956"/>
  <p:cmAuthor id="3958" name="冯诺娃" initials="冯" lastIdx="0" clrIdx="3957"/>
  <p:cmAuthor id="3959" name="魏晓东" initials="H" lastIdx="0" clrIdx="3958"/>
  <p:cmAuthor id="3960" name="zhangqiaoyue" initials="z" lastIdx="0" clrIdx="3959"/>
  <p:cmAuthor id="3961" name="10110606" initials="1" lastIdx="0" clrIdx="3960"/>
  <p:cmAuthor id="3962" name="未知的使用者207" initials="" lastIdx="0" clrIdx="3961"/>
  <p:cmAuthor id="3963" name="c00327874" initials="c" lastIdx="0" clrIdx="3962"/>
  <p:cmAuthor id="3964" name="胡建英" initials="胡建英" lastIdx="0" clrIdx="3963"/>
  <p:cmAuthor id="3965" name="s00301854" initials="Stone" lastIdx="0" clrIdx="3964"/>
  <p:cmAuthor id="3966" name="tanhongyuan" initials="t" lastIdx="0" clrIdx="3965"/>
  <p:cmAuthor id="3967" name="YUAN MENG" initials="YM" lastIdx="0" clrIdx="3966"/>
  <p:cmAuthor id="3968" name="锐 曹" initials="锐" lastIdx="0" clrIdx="3967"/>
  <p:cmAuthor id="3969" name="曹 韫翀" initials="曹" lastIdx="0" clrIdx="3968"/>
  <p:cmAuthor id="3970" name="wangzhaoli" initials="w" lastIdx="0" clrIdx="3969"/>
  <p:cmAuthor id="3971" name="oracle" initials="o" lastIdx="0" clrIdx="3970"/>
  <p:cmAuthor id="3972" name="王凌云" initials="王" lastIdx="0" clrIdx="3971"/>
  <p:cmAuthor id="3973" name="Jack妖怪" initials="J" lastIdx="0" clrIdx="3972"/>
  <p:cmAuthor id="3974" name="xuan" initials="x" lastIdx="0" clrIdx="3973"/>
  <p:cmAuthor id="3975" name="后来" initials="后" lastIdx="0" clrIdx="3974"/>
  <p:cmAuthor id="3976" name="tangrh" initials="tangrh" lastIdx="0" clrIdx="3975"/>
  <p:cmAuthor id="3977" name="xuqinyi" initials="x" lastIdx="0" clrIdx="3976"/>
  <p:cmAuthor id="3978" name="李 小兔" initials="李" lastIdx="0" clrIdx="3977"/>
  <p:cmAuthor id="3979" name="652003960@qq.com" initials="6" lastIdx="0" clrIdx="3978"/>
  <p:cmAuthor id="3980" name="guangjian hou" initials="gh" lastIdx="0" clrIdx="3979"/>
  <p:cmAuthor id="3981" name="於宝泉" initials="於" lastIdx="0" clrIdx="3980"/>
  <p:cmAuthor id="3982" name="suny hong" initials="sh" lastIdx="0" clrIdx="3981"/>
  <p:cmAuthor id="3983" name="xiongxiao" initials="x" lastIdx="0" clrIdx="3982"/>
  <p:cmAuthor id="3984" name="wang c" initials="wc" lastIdx="0" clrIdx="3983"/>
  <p:cmAuthor id="3985" name="zxr" initials="z" lastIdx="0" clrIdx="3984"/>
  <p:cmAuthor id="3986" name="随丹" initials="随" lastIdx="0" clrIdx="3985"/>
  <p:cmAuthor id="3987" name="Zhilan Huang" initials="ZH" lastIdx="0" clrIdx="3986"/>
  <p:cmAuthor id="3988" name="10205805" initials="1" lastIdx="0" clrIdx="3987"/>
  <p:cmAuthor id="3989" name="王鑫炎" initials="王" lastIdx="0" clrIdx="3988"/>
  <p:cmAuthor id="3990" name="liuhongjia" initials="A" lastIdx="0" clrIdx="3989"/>
  <p:cmAuthor id="3991" name="lei ping" initials="lp" lastIdx="0" clrIdx="3990"/>
  <p:cmAuthor id="3992" name="happy qingcheng" initials="hq" lastIdx="0" clrIdx="3991"/>
  <p:cmAuthor id="3993" name="lilin" initials="ll" lastIdx="0" clrIdx="3992"/>
  <p:cmAuthor id="3994" name="杨 江穗" initials="江杨" lastIdx="0" clrIdx="3993"/>
  <p:cmAuthor id="3995" name="xtt" initials="x" lastIdx="0" clrIdx="3994"/>
  <p:cmAuthor id="3996" name="273679546@qq.com" initials="2" lastIdx="0" clrIdx="3995"/>
  <p:cmAuthor id="3997" name="ethel" initials="e" lastIdx="0" clrIdx="3996"/>
  <p:cmAuthor id="3998" name="whpaul" initials="w" lastIdx="0" clrIdx="3997"/>
  <p:cmAuthor id="3999" name="goodbobo" initials="g" lastIdx="0" clrIdx="3998"/>
  <p:cmAuthor id="4000" name="qianyp" initials="q" lastIdx="0" clrIdx="3999"/>
  <p:cmAuthor id="4001" name="maggie" initials="m" lastIdx="0" clrIdx="4000"/>
  <p:cmAuthor id="4002" name="lr" initials="l" lastIdx="0" clrIdx="4001"/>
  <p:cmAuthor id="4003" name="huqiao (F)" initials="h(" lastIdx="0" clrIdx="4002"/>
  <p:cmAuthor id="4004" name="杨洋B08428" initials="杨" lastIdx="0" clrIdx="4003"/>
  <p:cmAuthor id="4005" name="煊臣" initials="煊" lastIdx="0" clrIdx="4004"/>
  <p:cmAuthor id="4006" name="WH" initials="W" lastIdx="0" clrIdx="4005"/>
  <p:cmAuthor id="4007" name="吕珍贻|lvzhenyi" initials="吕" lastIdx="0" clrIdx="4006"/>
  <p:cmAuthor id="4008" name="dellwin" initials="d" lastIdx="0" clrIdx="4007"/>
  <p:cmAuthor id="4009" name="未知用户410" initials="未" lastIdx="0" clrIdx="4008"/>
  <p:cmAuthor id="4010" name="ae2000" initials="a" lastIdx="0" clrIdx="4009"/>
  <p:cmAuthor id="4011" name="guoge" initials="g" lastIdx="0" clrIdx="4010"/>
  <p:cmAuthor id="4012" name="刘彩琴" initials="刘" lastIdx="0" clrIdx="4011"/>
  <p:cmAuthor id="4013" name="ju zhang" initials="j" lastIdx="0" clrIdx="4012"/>
  <p:cmAuthor id="4014" name="王洋" initials="王" lastIdx="0" clrIdx="4013"/>
  <p:cmAuthor id="4015" name="任阿南" initials="任" lastIdx="0" clrIdx="4014"/>
  <p:cmAuthor id="4016" name="Yuk" initials="Y" lastIdx="0" clrIdx="4015"/>
  <p:cmAuthor id="4017" name="等我有" initials="等" lastIdx="0" clrIdx="4016"/>
  <p:cmAuthor id="4018" name="lyly" initials="l" lastIdx="0" clrIdx="4017"/>
  <p:cmAuthor id="4019" name="CCMQQ" initials="C" lastIdx="0" clrIdx="4018"/>
  <p:cmAuthor id="4020" name="Christian Boris" initials="CB" lastIdx="0" clrIdx="4019"/>
  <p:cmAuthor id="4021" name="chenyx" initials="cyx" lastIdx="0" clrIdx="4020"/>
  <p:cmAuthor id="4022" name="xiaomi" initials="x" lastIdx="0" clrIdx="4021"/>
  <p:cmAuthor id="4023" name="汤 珺洲" initials="汤" lastIdx="0" clrIdx="4022"/>
  <p:cmAuthor id="4024" name="祥 黄" initials="祥黄" lastIdx="0" clrIdx="4023"/>
  <p:cmAuthor id="4025" name="ts" initials="t" lastIdx="0" clrIdx="4024"/>
  <p:cmAuthor id="4026" name="10088663" initials="1" lastIdx="0" clrIdx="4025"/>
  <p:cmAuthor id="4027" name="10007438" initials="1" lastIdx="0" clrIdx="4026"/>
  <p:cmAuthor id="4028" name="10073006" initials="yd" lastIdx="0" clrIdx="4027"/>
  <p:cmAuthor id="4029" name="HUAWEI" initials="H" lastIdx="0" clrIdx="4028"/>
  <p:cmAuthor id="4030" name="TX" initials="T" lastIdx="0" clrIdx="4029"/>
  <p:cmAuthor id="4031" name="凯翔 杜" initials="凯杜" lastIdx="0" clrIdx="4030"/>
  <p:cmAuthor id="4032" name="潘 晨" initials="潘" lastIdx="0" clrIdx="4031"/>
  <p:cmAuthor id="4033" name="admin_lisj" initials="sl" lastIdx="0" clrIdx="4032"/>
  <p:cmAuthor id="4034" name="Margaret" initials="m" lastIdx="0" clrIdx="4033"/>
  <p:cmAuthor id="4035" name="杨玉东" initials="8" lastIdx="0" clrIdx="4034"/>
  <p:cmAuthor id="4036" name="Zhangyi (Zhangyi, Info)" initials="Z(I" lastIdx="0" clrIdx="4035"/>
  <p:cmAuthor id="4037" name="sophia" initials="s" lastIdx="0" clrIdx="4036"/>
  <p:cmAuthor id="4038" name="Long Yong" initials="LY" lastIdx="0" clrIdx="4037"/>
  <p:cmAuthor id="4039" name="兔兔" initials="兔" lastIdx="0" clrIdx="4038"/>
  <p:cmAuthor id="4040" name="宝宝乖WY" initials="宝" lastIdx="0" clrIdx="4039"/>
  <p:cmAuthor id="4041" name="lzp1228" initials="l" lastIdx="0" clrIdx="4040"/>
  <p:cmAuthor id="4042" name="刘 国维" initials="刘" lastIdx="0" clrIdx="4041"/>
  <p:cmAuthor id="4043" name="李天宇" initials="李" lastIdx="0" clrIdx="4042"/>
  <p:cmAuthor id="4044" name="未知的使用者4" initials="未" lastIdx="0" clrIdx="4043"/>
  <p:cmAuthor id="4045" name="panyl25" initials="p" lastIdx="0" clrIdx="4044"/>
  <p:cmAuthor id="4046" name="Unknown User68" initials="U" lastIdx="0" clrIdx="4045"/>
  <p:cmAuthor id="4047" name="源 王" initials="源王" lastIdx="0" clrIdx="4046"/>
  <p:cmAuthor id="4048" name="小蜗牛" initials="小" lastIdx="0" clrIdx="4047"/>
  <p:cmAuthor id="4049" name="1003776019@qq.com" initials="1" lastIdx="0" clrIdx="4048"/>
  <p:cmAuthor id="4050" name="晏进" initials="晏" lastIdx="0" clrIdx="4049"/>
  <p:cmAuthor id="4051" name="生菜" initials="生" lastIdx="0" clrIdx="4050"/>
  <p:cmAuthor id="4052" name="未知用户105" initials="未" lastIdx="0" clrIdx="4051"/>
  <p:cmAuthor id="4053" name="admin刘" initials="a" lastIdx="0" clrIdx="4052"/>
  <p:cmAuthor id="4054" name="霍琰" initials="霍" lastIdx="0" clrIdx="4053"/>
  <p:cmAuthor id="4055" name="ZZC" initials="Z" lastIdx="0" clrIdx="4054"/>
  <p:cmAuthor id="4056" name="qiuzq02" initials="q" lastIdx="0" clrIdx="4055"/>
  <p:cmAuthor id="4057" name="shuaibing" initials="s" lastIdx="0" clrIdx="4056"/>
  <p:cmAuthor id="4058" name="daxx" initials="d" lastIdx="0" clrIdx="4057"/>
  <p:cmAuthor id="4059" name="825982423@qq.com" initials="8" lastIdx="0" clrIdx="4058"/>
  <p:cmAuthor id="4060" name="锦 张" initials="锦张" lastIdx="0" clrIdx="4059"/>
  <p:cmAuthor id="4061" name="Shane O'Sullivan" initials="SO" lastIdx="0" clrIdx="4060"/>
  <p:cmAuthor id="4062" name="建雄 雷" initials="建" lastIdx="0" clrIdx="4061"/>
  <p:cmAuthor id="4063" name="enby" initials="e" lastIdx="0" clrIdx="4062"/>
  <p:cmAuthor id="4064" name="lh" initials="l" lastIdx="0" clrIdx="4063"/>
  <p:cmAuthor id="4065" name="12hopezhong" initials="1" lastIdx="0" clrIdx="4064"/>
  <p:cmAuthor id="4066" name="Maxsad" initials="M" lastIdx="0" clrIdx="4065"/>
  <p:cmAuthor id="4067" name="魏蜜蜜|weimimi" initials="魏" lastIdx="0" clrIdx="4066"/>
  <p:cmAuthor id="4068" name="Kiko" initials="K" lastIdx="0" clrIdx="4067"/>
  <p:cmAuthor id="4069" name="lp" initials="l" lastIdx="0" clrIdx="4068"/>
  <p:cmAuthor id="4070" name="实习生_严政宇" initials="实" lastIdx="0" clrIdx="4069"/>
  <p:cmAuthor id="4071" name="929494587@qq.com" initials="9" lastIdx="0" clrIdx="4070"/>
  <p:cmAuthor id="4072" name="佚名" initials="1" lastIdx="0" clrIdx="4071"/>
  <p:cmAuthor id="4073" name="赵博洋(L. D.)" initials="赵" lastIdx="0" clrIdx="4072"/>
  <p:cmAuthor id="4074" name="王 婧" initials="王" lastIdx="0" clrIdx="4073"/>
  <p:cmAuthor id="4075" name="逍遥大虾" initials="逍" lastIdx="0" clrIdx="4074"/>
  <p:cmAuthor id="4076" name="培源" initials="培源" lastIdx="0" clrIdx="4075"/>
  <p:cmAuthor id="4077" name="Eileen Yi" initials="E" lastIdx="0" clrIdx="4076"/>
  <p:cmAuthor id="4078" name="蔡静敏" initials="蔡" lastIdx="0" clrIdx="4077"/>
  <p:cmAuthor id="4079" name="李珔暐" initials="李" lastIdx="0" clrIdx="4078"/>
  <p:cmAuthor id="4080" name="康玮华" initials="康" lastIdx="0" clrIdx="4079"/>
  <p:cmAuthor id="4081" name="tpuser" initials="t" lastIdx="0" clrIdx="4080"/>
  <p:cmAuthor id="4082" name="tk-taiyuan" initials="t" lastIdx="0" clrIdx="4081"/>
  <p:cmAuthor id="4083" name="bc" initials="b" lastIdx="0" clrIdx="4082"/>
  <p:cmAuthor id="4084" name="林慧娴" initials="林" lastIdx="0" clrIdx="4083"/>
  <p:cmAuthor id="4085" name="daiyi06" initials="d" lastIdx="0" clrIdx="4084"/>
  <p:cmAuthor id="4086" name="zhaolihai" initials="z" lastIdx="0" clrIdx="4085"/>
  <p:cmAuthor id="4087" name="Yanqing Ma" initials="YM" lastIdx="0" clrIdx="4086"/>
  <p:cmAuthor id="4088" name="赵玉龙" initials="赵玉龙" lastIdx="0" clrIdx="4087"/>
  <p:cmAuthor id="4089" name="Yan Y Yang" initials="YYY" lastIdx="0" clrIdx="4088"/>
  <p:cmAuthor id="4090" name="杨芳芳" initials="杨芳芳" lastIdx="0" clrIdx="4089"/>
  <p:cmAuthor id="4091" name="Wanda X Wang" initials="WXW" lastIdx="0" clrIdx="4090"/>
  <p:cmAuthor id="4092" name="nuctony" initials="n" lastIdx="0" clrIdx="4091"/>
  <p:cmAuthor id="4093" name="Xinao" initials="X" lastIdx="0" clrIdx="4092"/>
  <p:cmAuthor id="4094" name="Cherry XH Li" initials="CXL" lastIdx="0" clrIdx="4093"/>
  <p:cmAuthor id="4095" name="吴永建" initials="吴永建" lastIdx="0" clrIdx="4094"/>
  <p:cmAuthor id="4096" name="BMC" initials="B" lastIdx="0" clrIdx="4095"/>
  <p:cmAuthor id="4097" name="杨 婧" initials="杨" lastIdx="0" clrIdx="4096"/>
  <p:cmAuthor id="4098" name="黄明特" initials="黄" lastIdx="0" clrIdx="4097"/>
  <p:cmAuthor id="4099" name="王丽" initials="王" lastIdx="0" clrIdx="4098"/>
  <p:cmAuthor id="4100" name="Johnny Hsieh" initials="J" lastIdx="0" clrIdx="4099"/>
  <p:cmAuthor id="4101" name="琉璃" initials="琉" lastIdx="0" clrIdx="4100"/>
  <p:cmAuthor id="4102" name="马骥" initials="马" lastIdx="0" clrIdx="4101"/>
  <p:cmAuthor id="4103" name="Kidman" initials="K" lastIdx="0" clrIdx="4102"/>
  <p:cmAuthor id="4104" name="suzhi" initials="s" lastIdx="0" clrIdx="4103"/>
  <p:cmAuthor id="4105" name="Ted Su" initials="T" lastIdx="0" clrIdx="4104"/>
  <p:cmAuthor id="4106" name="gaozhiqiao" initials="g" lastIdx="0" clrIdx="4105"/>
  <p:cmAuthor id="4107" name="lisa" initials="l" lastIdx="0" clrIdx="4106"/>
  <p:cmAuthor id="4108" name="FIREWORKS" initials="F" lastIdx="0" clrIdx="4107"/>
  <p:cmAuthor id="4109" name="未知的使用者155" initials="未" lastIdx="0" clrIdx="4108"/>
  <p:cmAuthor id="4110" name="yangxy" initials="y" lastIdx="0" clrIdx="4109"/>
  <p:cmAuthor id="4111" name="黄鹏" initials="黄" lastIdx="0" clrIdx="4110"/>
  <p:cmAuthor id="4112" name="caoyy51" initials="c" lastIdx="0" clrIdx="4111"/>
  <p:cmAuthor id="4113" name="lit53" initials="l" lastIdx="0" clrIdx="4112"/>
  <p:cmAuthor id="4114" name="Gaofugui(Jiangsu,NPS)" initials="G" lastIdx="0" clrIdx="4113"/>
  <p:cmAuthor id="4115" name="李奕" initials="李" lastIdx="0" clrIdx="4114"/>
  <p:cmAuthor id="4116" name="Owner" initials="O" lastIdx="0" clrIdx="4115"/>
  <p:cmAuthor id="4117" name="jiangmm10" initials="j" lastIdx="0" clrIdx="4116"/>
  <p:cmAuthor id="4118" name="z n" initials="zn" lastIdx="0" clrIdx="4117"/>
  <p:cmAuthor id="4119" name="曾楚轩" initials="曾" lastIdx="0" clrIdx="4118"/>
  <p:cmAuthor id="4120" name="张宇" initials="张" lastIdx="0" clrIdx="4119"/>
  <p:cmAuthor id="4121" name="陈雪婷" initials="陈" lastIdx="0" clrIdx="4120"/>
  <p:cmAuthor id="4122" name="Chaosmyth." initials="C" lastIdx="0" clrIdx="4121"/>
  <p:cmAuthor id="4123" name="冯芳" initials="冯" lastIdx="0" clrIdx="4122"/>
  <p:cmAuthor id="4124" name="LeonLin" initials="L" lastIdx="0" clrIdx="4123"/>
  <p:cmAuthor id="4125" name="张小咖" initials="张" lastIdx="0" clrIdx="4124"/>
  <p:cmAuthor id="4126" name="Lynn Liu" initials="LL" lastIdx="0" clrIdx="4125"/>
  <p:cmAuthor id="4127" name="刘 杨" initials="刘" lastIdx="0" clrIdx="4126"/>
  <p:cmAuthor id="4128" name="Go To" initials="G" lastIdx="0" clrIdx="4127"/>
  <p:cmAuthor id="4129" name="烧饼比便当好吃" initials="烧" lastIdx="0" clrIdx="4128"/>
  <p:cmAuthor id="4130" name="liuzh" initials="l" lastIdx="0" clrIdx="4129"/>
  <p:cmAuthor id="4131" name="李晓彤" initials="6" lastIdx="0" clrIdx="4130"/>
  <p:cmAuthor id="4132" name="运营交付" initials="运" lastIdx="0" clrIdx="4131"/>
  <p:cmAuthor id="4133" name="陈豪" initials="陈" lastIdx="0" clrIdx="4132"/>
  <p:cmAuthor id="4134" name="王红智" initials="王" lastIdx="0" clrIdx="4133"/>
  <p:cmAuthor id="4135" name="唐青柏" initials="唐" lastIdx="0" clrIdx="4134"/>
  <p:cmAuthor id="4136" name="尹泽明" initials="尹" lastIdx="0" clrIdx="4135"/>
  <p:cmAuthor id="4137" name="朱宁" initials="朱" lastIdx="0" clrIdx="4136"/>
  <p:cmAuthor id="4138" name="于洪宇_rMRzAZZ7" initials="authorId_260024" lastIdx="0" clrIdx="4137"/>
  <p:cmAuthor id="4139" name="挖井的 长颈鹿" initials="挖井的" lastIdx="0" clrIdx="4138"/>
  <p:cmAuthor id="4140" name="Xuhang Zheng" initials="XZ" lastIdx="0" clrIdx="4139"/>
  <p:cmAuthor id="4141" name="田金金" initials="L" lastIdx="0" clrIdx="4140"/>
  <p:cmAuthor id="4142" name="杰" initials="杰" lastIdx="0" clrIdx="4141"/>
  <p:cmAuthor id="4143" name="13605270617@139.com" initials="" lastIdx="0" clrIdx="4142"/>
  <p:cmAuthor id="4144" name="yuan" initials="" lastIdx="0" clrIdx="4143"/>
  <p:cmAuthor id="4145" name="Besttone" initials="" lastIdx="0" clrIdx="4144"/>
  <p:cmAuthor id="4146" name="无 游客" initials="无" lastIdx="0" clrIdx="4145"/>
  <p:cmAuthor id="4147" name="Unknown User1" initials="" lastIdx="0" clrIdx="4146"/>
  <p:cmAuthor id="4148" name="姜其慧" initials="姜" lastIdx="0" clrIdx="4147"/>
  <p:cmAuthor id="4149" name="谭向楠" initials="谭" lastIdx="0" clrIdx="4148"/>
  <p:cmAuthor id="4150" name="10177653" initials="1" lastIdx="0" clrIdx="4149"/>
  <p:cmAuthor id="4151" name="米 李" initials="米" lastIdx="0" clrIdx="4150"/>
  <p:cmAuthor id="4152" name="刘艳群" initials="刘" lastIdx="0" clrIdx="4151"/>
  <p:cmAuthor id="4153" name="chenhx" initials="c" lastIdx="0" clrIdx="4152"/>
  <p:cmAuthor id="4154" name="启美 魏" initials="启魏" lastIdx="0" clrIdx="4153"/>
  <p:cmAuthor id="4155" name="小邪" initials="小" lastIdx="0" clrIdx="4154"/>
  <p:cmAuthor id="4156" name="Unknown User63" initials="U" lastIdx="0" clrIdx="4155"/>
  <p:cmAuthor id="4157" name="Happy" initials="H" lastIdx="0" clrIdx="4156"/>
  <p:cmAuthor id="4158" name="Office" initials="O" lastIdx="0" clrIdx="4157"/>
  <p:cmAuthor id="4159" name="t18221" initials="t" lastIdx="0" clrIdx="4158"/>
  <p:cmAuthor id="4160" name="我肚子咕咕咕" initials="我" lastIdx="0" clrIdx="4159"/>
  <p:cmAuthor id="4161" name="四嚸燕" initials="四" lastIdx="0" clrIdx="4160"/>
  <p:cmAuthor id="4162" name="time killer" initials="t" lastIdx="0" clrIdx="4161"/>
  <p:cmAuthor id="4163" name="lina" initials="l" lastIdx="0" clrIdx="4162"/>
  <p:cmAuthor id="4164" name="✎﹏Mr. Joe" initials="✎" lastIdx="0" clrIdx="4163"/>
  <p:cmAuthor id="4165" name="MN_Guan" initials="M" lastIdx="0" clrIdx="4164"/>
  <p:cmAuthor id="4166" name="林 淑君" initials="林" lastIdx="0" clrIdx="4165"/>
  <p:cmAuthor id="4167" name="weiyj" initials="w" lastIdx="0" clrIdx="4166"/>
  <p:cmAuthor id="4168" name="程嘉" initials="c" lastIdx="0" clrIdx="4167"/>
  <p:cmAuthor id="4169" name="李 子豪" initials="李" lastIdx="0" clrIdx="4168"/>
  <p:cmAuthor id="4170" name="Linda" initials="L" lastIdx="0" clrIdx="4169"/>
  <p:cmAuthor id="4171" name="刘 译璟" initials="" lastIdx="0" clrIdx="4170"/>
  <p:cmAuthor id="4172" name="ls" initials="l" lastIdx="0" clrIdx="4171"/>
  <p:cmAuthor id="4173" name="李若露" initials="1" lastIdx="0" clrIdx="4172"/>
  <p:cmAuthor id="4174" name="binhui zhou" initials="bz" lastIdx="0" clrIdx="4173"/>
  <p:cmAuthor id="4175" name="zhuqy3" initials="z" lastIdx="0" clrIdx="4174"/>
  <p:cmAuthor id="4176" name="王雅静" initials="王" lastIdx="0" clrIdx="4175"/>
  <p:cmAuthor id="4177" name="MI" initials="M" lastIdx="0" clrIdx="4176"/>
  <p:cmAuthor id="4178" name="lenoov" initials="l" lastIdx="0" clrIdx="4177"/>
  <p:cmAuthor id="4179" name="金洁" initials="金" lastIdx="0" clrIdx="4178"/>
  <p:cmAuthor id="4180" name="lll" initials="l" lastIdx="0" clrIdx="4179"/>
  <p:cmAuthor id="4181" name="方方" initials="方" lastIdx="0" clrIdx="4180"/>
  <p:cmAuthor id="4182" name="李 剑峰" initials="李" lastIdx="0" clrIdx="4181"/>
  <p:cmAuthor id="4183" name="L cm" initials="Lc" lastIdx="0" clrIdx="4182"/>
  <p:cmAuthor id="4184" name="Ser Talk" initials="ST" lastIdx="0" clrIdx="4183"/>
  <p:cmAuthor id="4185" name="Kyle" initials="K" lastIdx="0" clrIdx="4184"/>
  <p:cmAuthor id="4186" name="何雪婷" initials="何" lastIdx="0" clrIdx="4185"/>
  <p:cmAuthor id="4187" name="程涛" initials="c" lastIdx="0" clrIdx="4186"/>
  <p:cmAuthor id="4188" name="Rayna" initials="R" lastIdx="0" clrIdx="4187"/>
  <p:cmAuthor id="4189" name="ch_696" initials="c" lastIdx="0" clrIdx="4188"/>
  <p:cmAuthor id="4190" name="柒柒肆拾玖_2uiuZvY7" initials="authorId_420155030" lastIdx="0" clrIdx="4189"/>
  <p:cmAuthor id="4191" name="K" initials="K" lastIdx="0" clrIdx="4190"/>
  <p:cmAuthor id="4192" name="徐芳" initials="徐" lastIdx="0" clrIdx="4191"/>
  <p:cmAuthor id="4193" name="尚斌" initials="尚" lastIdx="0" clrIdx="4192"/>
  <p:cmAuthor id="4194" name="zhangjj" initials="z" lastIdx="0" clrIdx="4193"/>
  <p:cmAuthor id="4195" name="Shirley" initials="S" lastIdx="0" clrIdx="4194"/>
  <p:cmAuthor id="4196" name="wumeng" initials="w" lastIdx="0" clrIdx="4195"/>
  <p:cmAuthor id="4197" name="ssy" initials="ssy" lastIdx="0" clrIdx="4196"/>
  <p:cmAuthor id="4198" name="PYTHON" initials="P" lastIdx="0" clrIdx="4197"/>
  <p:cmAuthor id="4199" name="Jacky Won" initials="JW" lastIdx="0" clrIdx="4198"/>
  <p:cmAuthor id="4200" name="1000181" initials="1" lastIdx="0" clrIdx="4199"/>
  <p:cmAuthor id="4201" name="GuJun" initials="G" lastIdx="0" clrIdx="4200"/>
  <p:cmAuthor id="4202" name="Wei, Feng" initials="WF" lastIdx="0" clrIdx="4201"/>
  <p:cmAuthor id="4203" name="严婕" initials="yanjie" lastIdx="0" clrIdx="4202"/>
  <p:cmAuthor id="4204" name="mijingfeng" initials="mjf" lastIdx="0" clrIdx="4203"/>
  <p:cmAuthor id="4205" name="10752" initials="1" lastIdx="0" clrIdx="4204"/>
  <p:cmAuthor id="4206" name="H Z" initials="HZ" lastIdx="0" clrIdx="4205"/>
  <p:cmAuthor id="4207" name="张仲安" initials="张仲安" lastIdx="0" clrIdx="4206"/>
  <p:cmAuthor id="4208" name="青 代" initials="青" lastIdx="0" clrIdx="4207"/>
  <p:cmAuthor id="4209" name="wuzhigang" initials="w" lastIdx="0" clrIdx="4208"/>
  <p:cmAuthor id="4210" name="WYX" initials="W" lastIdx="0" clrIdx="4209"/>
  <p:cmAuthor id="4211" name="楊 玥堃" initials="楊 [6]" lastIdx="0" clrIdx="4210"/>
  <p:cmAuthor id="4212" name="李 书臣" initials="李" lastIdx="0" clrIdx="4211"/>
  <p:cmAuthor id="4213" name="zhangmengyao" initials="z" lastIdx="0" clrIdx="4212"/>
  <p:cmAuthor id="4214" name="nine" initials="n" lastIdx="0" clrIdx="4213"/>
  <p:cmAuthor id="4215" name="jl liu" initials="j" lastIdx="0" clrIdx="4214"/>
  <p:cmAuthor id="4216" name="王明明" initials="王" lastIdx="0" clrIdx="4215"/>
  <p:cmAuthor id="4217" name="evil" initials="e" lastIdx="0" clrIdx="4216"/>
  <p:cmAuthor id="4218" name="Yukki" initials="Y" lastIdx="0" clrIdx="4217"/>
  <p:cmAuthor id="4219" name="泾伦" initials="泾伦" lastIdx="0" clrIdx="4218"/>
  <p:cmAuthor id="4220" name="李丹" initials="李" lastIdx="0" clrIdx="4219"/>
  <p:cmAuthor id="4221" name="杜娇龙" initials="杜" lastIdx="0" clrIdx="4220"/>
  <p:cmAuthor id="4222" name="刘艳龙" initials="刘" lastIdx="0" clrIdx="4221"/>
  <p:cmAuthor id="4223" name="编辑" initials="编" lastIdx="0" clrIdx="4222"/>
  <p:cmAuthor id="4224" name="张明明1" initials="M" lastIdx="0" clrIdx="4223"/>
  <p:cmAuthor id="4225" name="10156743" initials="1" lastIdx="0" clrIdx="4224"/>
  <p:cmAuthor id="4226" name="10005115" initials="1" lastIdx="0" clrIdx="4225"/>
  <p:cmAuthor id="4227" name="牛草源" initials="牛" lastIdx="0" clrIdx="4226"/>
  <p:cmAuthor id="4228" name="王燕" initials="王" lastIdx="0" clrIdx="4227"/>
  <p:cmAuthor id="4229" name="王皓天" initials="A" lastIdx="0" clrIdx="4228"/>
  <p:cmAuthor id="4230" name="赵 万良" initials="赵" lastIdx="0" clrIdx="4229"/>
  <p:cmAuthor id="4231" name="00083425" initials="0" lastIdx="0" clrIdx="4230"/>
  <p:cmAuthor id="4232" name="linjs26" initials="l" lastIdx="0" clrIdx="4231"/>
  <p:cmAuthor id="4233" name="10023579" initials="1" lastIdx="0" clrIdx="4232"/>
  <p:cmAuthor id="4234" name="吴伟平" initials="吴" lastIdx="0" clrIdx="4233"/>
  <p:cmAuthor id="4235" name="Jane" initials="u" lastIdx="0" clrIdx="4234"/>
  <p:cmAuthor id="4236" name="张小梅" initials="张" lastIdx="0" clrIdx="4235"/>
  <p:cmAuthor id="4237" name="ME" initials="M" lastIdx="0" clrIdx="4236"/>
  <p:cmAuthor id="4238" name="gaojl61" initials="g" lastIdx="0" clrIdx="4237"/>
  <p:cmAuthor id="4239" name="10329322" initials="1" lastIdx="0" clrIdx="4238"/>
  <p:cmAuthor id="4240" name="薛明" initials="一" lastIdx="0" clrIdx="4239"/>
  <p:cmAuthor id="4241" name="emil" initials="e" lastIdx="0" clrIdx="4240"/>
  <p:cmAuthor id="4242" name="unicom412" initials="u" lastIdx="0" clrIdx="4241"/>
  <p:cmAuthor id="4243" name="吴帅" initials="wus" lastIdx="0" clrIdx="4242"/>
  <p:cmAuthor id="4244" name="wuc" initials="w" lastIdx="0" clrIdx="4243"/>
  <p:cmAuthor id="4245" name="act" initials="a" lastIdx="0" clrIdx="4244"/>
  <p:cmAuthor id="4246" name="Goodbobo" initials="G" lastIdx="0" clrIdx="4245"/>
  <p:cmAuthor id="4247" name="李启旺" initials="李" lastIdx="0" clrIdx="4246"/>
  <p:cmAuthor id="4248" name="康佳琪" initials="康" lastIdx="0" clrIdx="4247"/>
  <p:cmAuthor id="4249" name="guo jingwen" initials="gj" lastIdx="0" clrIdx="4248"/>
  <p:cmAuthor id="4250" name="肖海浪" initials="肖" lastIdx="0" clrIdx="4249"/>
  <p:cmAuthor id="4251" name="沈世奎" initials="shensk" lastIdx="0" clrIdx="4250"/>
  <p:cmAuthor id="4252" name="woods" initials="w" lastIdx="0" clrIdx="4251"/>
  <p:cmAuthor id="4253" name="吴仲阳" initials="吴" lastIdx="0" clrIdx="4252"/>
  <p:cmAuthor id="4254" name="徐秀" initials="徐" lastIdx="0" clrIdx="4253"/>
  <p:cmAuthor id="4255" name="范世晔" initials="范" lastIdx="0" clrIdx="4254"/>
  <p:cmAuthor id="4256" name="kf" initials="k" lastIdx="0" clrIdx="4255"/>
  <p:cmAuthor id="4257" name="周志浩" initials="Edmond" lastIdx="0" clrIdx="4256"/>
  <p:cmAuthor id="4258" name="Xing Zhang" initials="XZ" lastIdx="0" clrIdx="4257"/>
  <p:cmAuthor id="4259" name="Jet 张" initials="J张" lastIdx="0" clrIdx="4258"/>
  <p:cmAuthor id="4260" name="AW" initials="A" lastIdx="0" clrIdx="4259"/>
  <p:cmAuthor id="4261" name="王智明" initials="王" lastIdx="0" clrIdx="4260"/>
  <p:cmAuthor id="4262" name="weijj52" initials="w" lastIdx="0" clrIdx="4261"/>
  <p:cmAuthor id="4263" name="wangjiarui" initials="w" lastIdx="0" clrIdx="4262"/>
  <p:cmAuthor id="4264" name="周晓霞" initials="周" lastIdx="0" clrIdx="4263"/>
  <p:cmAuthor id="4265" name="yin gang" initials="yg" lastIdx="0" clrIdx="4264"/>
  <p:cmAuthor id="4266" name="zheng zheng" initials="zz" lastIdx="0" clrIdx="4265"/>
  <p:cmAuthor id="4267" name="打打打打劫" initials="打" lastIdx="0" clrIdx="4266"/>
  <p:cmAuthor id="4268" name="unicom367" initials="u" lastIdx="0" clrIdx="4267"/>
  <p:cmAuthor id="4269" name="Yangbaogang" initials="Y" lastIdx="0" clrIdx="4268"/>
  <p:cmAuthor id="4270" name="曹畅" initials="曹" lastIdx="0" clrIdx="4269"/>
  <p:cmAuthor id="4271" name="36913" initials="3" lastIdx="0" clrIdx="4270"/>
  <p:cmAuthor id="4272" name="黄金超" initials="黄" lastIdx="0" clrIdx="4271"/>
  <p:cmAuthor id="4273" name="琚超" initials="琚" lastIdx="0" clrIdx="4272"/>
  <p:cmAuthor id="4274" name="beibei" initials="b" lastIdx="0" clrIdx="4273"/>
  <p:cmAuthor id="4275" name="thinkin" initials="t" lastIdx="0" clrIdx="4274"/>
  <p:cmAuthor id="4276" name="hqm-liuwp19" initials="h" lastIdx="0" clrIdx="4275"/>
  <p:cmAuthor id="4277" name="alio 123" initials="a1" lastIdx="0" clrIdx="4276"/>
  <p:cmAuthor id="4278" name="梁倩业" initials="梁" lastIdx="0" clrIdx="4277"/>
  <p:cmAuthor id="4279" name="杨洋" initials="d" lastIdx="0" clrIdx="4278"/>
  <p:cmAuthor id="4280" name="卢雯" initials="卢雯" lastIdx="0" clrIdx="4279"/>
  <p:cmAuthor id="4281" name="zhijian liu" initials="zl" lastIdx="0" clrIdx="4280"/>
  <p:cmAuthor id="4282" name="Xiaoyan Pei(联通集团技术部)" initials="XP" lastIdx="0" clrIdx="4281"/>
  <p:cmAuthor id="4283" name="付豪" initials="付" lastIdx="0" clrIdx="4282"/>
  <p:cmAuthor id="4284" name="Smith" initials="S" lastIdx="0" clrIdx="4283"/>
  <p:cmAuthor id="4285" name="龚丽媛" initials="龚" lastIdx="0" clrIdx="4284"/>
  <p:cmAuthor id="4286" name="黄忠孝" initials="黄" lastIdx="0" clrIdx="4285"/>
  <p:cmAuthor id="4287" name="yangfh20" initials="y" lastIdx="0" clrIdx="4286"/>
  <p:cmAuthor id="4288" name="zzzqi" initials="z" lastIdx="0" clrIdx="4287"/>
  <p:cmAuthor id="4289" name="嘉琦" initials="嘉琦" lastIdx="0" clrIdx="4288"/>
  <p:cmAuthor id="4290" name="王子文" initials="王" lastIdx="0" clrIdx="4289"/>
  <p:cmAuthor id="4291" name="34306" initials="3" lastIdx="0" clrIdx="4290"/>
  <p:cmAuthor id="4292" name="yangjun123" initials="y" lastIdx="0" clrIdx="4291"/>
  <p:cmAuthor id="4293" name="yuan'wen'guo" initials="y" lastIdx="0" clrIdx="4292"/>
  <p:cmAuthor id="4294" name="万琦 郭" initials="万郭" lastIdx="0" clrIdx="4293"/>
  <p:cmAuthor id="4295" name="李山" initials="李" lastIdx="0" clrIdx="4294"/>
  <p:cmAuthor id="4296" name="郭玉华" initials="郭" lastIdx="0" clrIdx="4295"/>
  <p:cmAuthor id="4297" name="冯连森" initials="冯" lastIdx="0" clrIdx="4296"/>
  <p:cmAuthor id="4298" name="崔涛" initials="崔" lastIdx="0" clrIdx="4297"/>
  <p:cmAuthor id="4299" name="王蓉" initials="王" lastIdx="0" clrIdx="4298"/>
  <p:cmAuthor id="4300" name="巩金明" initials="巩" lastIdx="0" clrIdx="4299"/>
  <p:cmAuthor id="4301" name="mxk" initials="u" lastIdx="0" clrIdx="4300"/>
  <p:cmAuthor id="4302" name="cbm" initials="" lastIdx="0" clrIdx="4301"/>
  <p:cmAuthor id="4303" name="CaoMi" initials="CM" lastIdx="0" clrIdx="4302"/>
  <p:cmAuthor id="4304" name="jiaxw9" initials="j" lastIdx="0" clrIdx="4303"/>
  <p:cmAuthor id="4305" name="黄娅" initials="黄" lastIdx="0" clrIdx="4304"/>
  <p:cmAuthor id="4306" name="韩政鑫" initials="hzx" lastIdx="0" clrIdx="4305"/>
  <p:cmAuthor id="4307" name="203967" initials="203967" lastIdx="0" clrIdx="4306"/>
  <p:cmAuthor id="4308" name="sy" initials="s" lastIdx="0" clrIdx="4307"/>
  <p:cmAuthor id="4309" name="86189" initials="8" lastIdx="0" clrIdx="4308"/>
  <p:cmAuthor id="4310" name="Shu Yan" initials="SY" lastIdx="0" clrIdx="4309"/>
  <p:cmAuthor id="4311" name="曹满玉" initials="曹" lastIdx="0" clrIdx="4310"/>
  <p:cmAuthor id="4312" name="Qijianhua" initials="Q" lastIdx="0" clrIdx="4311"/>
  <p:cmAuthor id="4313" name="Z1520" initials="Z" lastIdx="0" clrIdx="4312"/>
  <p:cmAuthor id="4314" name="杜斌" initials="dub" lastIdx="0" clrIdx="4313"/>
  <p:cmAuthor id="4315" name="Liuyue (June)" initials="L(" lastIdx="0" clrIdx="4314"/>
  <p:cmAuthor id="4316" name="Sherry" initials="S" lastIdx="0" clrIdx="4315"/>
  <p:cmAuthor id="4317" name="ceciliajiang" initials="c" lastIdx="0" clrIdx="4316"/>
  <p:cmAuthor id="4318" name="郑安琪" initials="zhenganqi" lastIdx="0" clrIdx="4317"/>
  <p:cmAuthor id="4319" name="Qingmin" initials="Q" lastIdx="0" clrIdx="4318"/>
  <p:cmAuthor id="4320" name="JIANG" initials="J" lastIdx="0" clrIdx="4319"/>
  <p:cmAuthor id="4321" name="Li Zongxiang" initials="LZ" lastIdx="0" clrIdx="4320"/>
  <p:cmAuthor id="4322" name="guest_0gwc72a" initials="g" lastIdx="0" clrIdx="4321"/>
  <p:cmAuthor id="4323" name="MAJUAN" initials="M" lastIdx="0" clrIdx="4322"/>
  <p:cmAuthor id="4324" name="彭 志艺" initials="彭" lastIdx="0" clrIdx="4323"/>
  <p:cmAuthor id="4325" name="sun yin" initials="sy" lastIdx="0" clrIdx="4324"/>
  <p:cmAuthor id="4326" name="Cheng" initials="C" lastIdx="0" clrIdx="4325"/>
  <p:cmAuthor id="4327" name="马宝罗" initials="马" lastIdx="0" clrIdx="4326"/>
  <p:cmAuthor id="4328" name="数据中心部" initials="数" lastIdx="0" clrIdx="4327"/>
  <p:cmAuthor id="4329" name="cf" initials="c" lastIdx="0" clrIdx="4328"/>
  <p:cmAuthor id="4330" name="wang liyuan" initials="wl" lastIdx="0" clrIdx="4329"/>
  <p:cmAuthor id="4331" name="Ren Li(联通集团联通系统集成有限公司)" initials="RL" lastIdx="0" clrIdx="4330"/>
  <p:cmAuthor id="4332" name="系统修改" initials="yuh111" lastIdx="0" clrIdx="4331"/>
  <p:cmAuthor id="4333" name="ChinaUnicomSoftWare" initials="C" lastIdx="0" clrIdx="4332"/>
  <p:cmAuthor id="4334" name="chinaunicom" initials="c" lastIdx="0" clrIdx="4333"/>
  <p:cmAuthor id="4335" name="owner" initials="o" lastIdx="0" clrIdx="4334"/>
  <p:cmAuthor id="4336" name="王得民" initials="王" lastIdx="0" clrIdx="4335"/>
  <p:cmAuthor id="4337" name="syc" initials="s" lastIdx="0" clrIdx="4336"/>
  <p:cmAuthor id="4338" name="shawn" initials="s" lastIdx="0" clrIdx="4337"/>
  <p:cmAuthor id="4339" name="马宇轩" initials="马" lastIdx="0" clrIdx="4338"/>
  <p:cmAuthor id="4340" name="shijinjin" initials="s" lastIdx="0" clrIdx="4339"/>
  <p:cmAuthor id="4341" name="XYY" initials="X" lastIdx="0" clrIdx="4340"/>
  <p:cmAuthor id="4342" name="黄筱雅" initials="黄" lastIdx="0" clrIdx="4341"/>
  <p:cmAuthor id="4343" name="夏俊杰" initials="夏" lastIdx="0" clrIdx="4342"/>
  <p:cmAuthor id="4344" name="包海伦" initials="包" lastIdx="0" clrIdx="4343"/>
  <p:cmAuthor id="4345" name="代雨桐" initials="代" lastIdx="0" clrIdx="4344"/>
  <p:cmAuthor id="4346" name="hzx-0306" initials="韩政鑫" lastIdx="0" clrIdx="4345"/>
  <p:cmAuthor id="4347" name="饶树成" initials="饶" lastIdx="0" clrIdx="4346"/>
  <p:cmAuthor id="4348" name="季辉" initials="季" lastIdx="0" clrIdx="4347"/>
  <p:cmAuthor id="4349" name="陈萌" initials="u" lastIdx="0" clrIdx="4348"/>
  <p:cmAuthor id="4350" name="杨晓曦" initials="杨晓曦" lastIdx="0" clrIdx="4349"/>
  <p:cmAuthor id="4351" name="黎友邦" initials="黎" lastIdx="0" clrIdx="4350"/>
  <p:cmAuthor id="4352" name="王晓禾" initials="王" lastIdx="0" clrIdx="4351"/>
  <p:cmAuthor id="4353" name="sutalon" initials="s" lastIdx="0" clrIdx="4352"/>
  <p:cmAuthor id="4354" name="沈 锋" initials="沈" lastIdx="0" clrIdx="4353"/>
  <p:cmAuthor id="4355" name="贾宏波" initials="J" lastIdx="0" clrIdx="4354"/>
  <p:cmAuthor id="4356" name="张洋洋" initials="张洋洋" lastIdx="0" clrIdx="4355"/>
  <p:cmAuthor id="4357" name="马 啸" initials="马" lastIdx="0" clrIdx="4356"/>
  <p:cmAuthor id="4358" name="c" initials="c" lastIdx="0" clrIdx="4357"/>
  <p:cmAuthor id="4359" name="10227771" initials="zte" lastIdx="0" clrIdx="4358"/>
  <p:cmAuthor id="4360" name="86187" initials="8" lastIdx="0" clrIdx="4359"/>
  <p:cmAuthor id="4361" name="zhangjichao" initials="zhangjichao" lastIdx="0" clrIdx="4360"/>
  <p:cmAuthor id="4362" name="刘静雄" initials="刘静雄" lastIdx="0" clrIdx="4361"/>
  <p:cmAuthor id="4363" name="新意" initials="新意" lastIdx="0" clrIdx="4362"/>
  <p:cmAuthor id="4364" name="伟 李" initials="伟" lastIdx="0" clrIdx="4363"/>
  <p:cmAuthor id="4365" name="代文 魏" initials="代文" lastIdx="0" clrIdx="4364"/>
  <p:cmAuthor id="4366" name="Huxiaojian" initials="H" lastIdx="0" clrIdx="4365"/>
  <p:cmAuthor id="4367" name="wangzhengyu" initials="w" lastIdx="0" clrIdx="4366"/>
  <p:cmAuthor id="4368" name="朱朱朱_EfIvmAF7" initials="authorId_236067973" lastIdx="0" clrIdx="4367"/>
  <p:cmAuthor id="4369" name="user_qy34i2S8N" initials="u" lastIdx="0" clrIdx="4368"/>
  <p:cmAuthor id="4370" name="guowenrui" initials="guowenrui" lastIdx="0" clrIdx="4369"/>
  <p:cmAuthor id="4371" name="flower" initials="f" lastIdx="0" clrIdx="4370"/>
  <p:cmAuthor id="4372" name="wangchangkun@cmhi.cmcc" initials="wangchangkun@cmhi.cmcc" lastIdx="0" clrIdx="4371"/>
  <p:cmAuthor id="4373" name="Ohayolanda" initials="O" lastIdx="0" clrIdx="4372"/>
  <p:cmAuthor id="4374" name="WKL" initials="W" lastIdx="0" clrIdx="4373"/>
  <p:cmAuthor id="4375" name="7" initials="7" lastIdx="0" clrIdx="4374"/>
  <p:cmAuthor id="4376" name="XLC" initials="X" lastIdx="0" clrIdx="4375"/>
  <p:cmAuthor id="4377" name="alpha   xie" initials="a" lastIdx="0" clrIdx="4376"/>
  <p:cmAuthor id="4378" name="hxh" initials="hxh" lastIdx="0" clrIdx="4377"/>
  <p:cmAuthor id="4379" name="11839" initials="1" lastIdx="0" clrIdx="4378"/>
  <p:cmAuthor id="4380" name="10664" initials="1" lastIdx="0" clrIdx="4379"/>
  <p:cmAuthor id="4381" name="姚丽娟" initials="姚" lastIdx="0" clrIdx="4380"/>
  <p:cmAuthor id="4382" name="Sky" initials="S" lastIdx="0" clrIdx="4381"/>
  <p:cmAuthor id="4383" name="zhangxiaoyan" initials="z" lastIdx="0" clrIdx="4382"/>
  <p:cmAuthor id="4384" name="吴鹏" initials="吴" lastIdx="0" clrIdx="4383"/>
  <p:cmAuthor id="4385" name="张翼飞" initials="zhangyifei@ha.cmcc" lastIdx="0" clrIdx="4384"/>
  <p:cmAuthor id="4386" name="suxia@he.cmcc" initials="suxia@he.cmcc" lastIdx="0" clrIdx="4385"/>
  <p:cmAuthor id="4387" name="桃p馅儿小王纸" initials="桃" lastIdx="0" clrIdx="4386"/>
  <p:cmAuthor id="4388" name="付 江" initials="付" lastIdx="0" clrIdx="4387"/>
  <p:cmAuthor id="4389" name="瑶啊摇" initials="瑶" lastIdx="0" clrIdx="4388"/>
  <p:cmAuthor id="4390" name="杨 波" initials="杨" lastIdx="0" clrIdx="4389"/>
  <p:cmAuthor id="4391" name="任逍遥" initials="任逍遥" lastIdx="0" clrIdx="4390"/>
  <p:cmAuthor id="4392" name="zangpengfei" initials="z" lastIdx="0" clrIdx="4391"/>
  <p:cmAuthor id="4393" name="bruce" initials="b" lastIdx="0" clrIdx="4392"/>
  <p:cmAuthor id="4394" name="yu haiyang" initials="yh" lastIdx="0" clrIdx="4393"/>
  <p:cmAuthor id="4395" name="程学峰" initials="xuefeng" lastIdx="0" clrIdx="4394"/>
  <p:cmAuthor id="4396" name="10103425" initials="1" lastIdx="0" clrIdx="4395"/>
  <p:cmAuthor id="4397" name="791676269@qq.com" initials="7" lastIdx="0" clrIdx="4396"/>
  <p:cmAuthor id="4398" name="卫妲" initials="卫" lastIdx="0" clrIdx="4397"/>
  <p:cmAuthor id="4399" name="00026028" initials="0" lastIdx="0" clrIdx="4398"/>
  <p:cmAuthor id="4400" name="邵阳" initials="邵" lastIdx="0" clrIdx="4399"/>
  <p:cmAuthor id="4401" name="lulu" initials="l" lastIdx="0" clrIdx="4400"/>
  <p:cmAuthor id="4402" name="洪 祺锋" initials="洪" lastIdx="0" clrIdx="4401"/>
  <p:cmAuthor id="4403" name="kongqingfeng" initials="k" lastIdx="0" clrIdx="4402"/>
  <p:cmAuthor id="4404" name="25530" initials="2" lastIdx="0" clrIdx="4403"/>
  <p:cmAuthor id="4405" name="10098665" initials="1" lastIdx="0" clrIdx="4404"/>
  <p:cmAuthor id="4406" name="wcy" initials="w" lastIdx="0" clrIdx="4405"/>
  <p:cmAuthor id="4407" name="tongxs@chinatelecom.cn" initials="t" lastIdx="0" clrIdx="4406"/>
  <p:cmAuthor id="4408" name="00265078" initials="0" lastIdx="0" clrIdx="4407"/>
  <p:cmAuthor id="4409" name="fengye zhu" initials="fz" lastIdx="0" clrIdx="4408"/>
  <p:cmAuthor id="4410" name="nelly" initials="n" lastIdx="0" clrIdx="4409"/>
  <p:cmAuthor id="4411" name="lemon" initials="l" lastIdx="0" clrIdx="4410"/>
  <p:cmAuthor id="4412" name="26号" initials="2" lastIdx="0" clrIdx="4411"/>
  <p:cmAuthor id="4413" name="丰宁 刘" initials="丰刘" lastIdx="0" clrIdx="4412"/>
  <p:cmAuthor id="4414" name="yin jun" initials="yj" lastIdx="0" clrIdx="4413"/>
  <p:cmAuthor id="4415" name="江俊 毛" initials="江俊" lastIdx="0" clrIdx="4414"/>
  <p:cmAuthor id="4416" name="zhangming" initials="T" lastIdx="0" clrIdx="4415"/>
  <p:cmAuthor id="4417" name="yixio" initials="y" lastIdx="0" clrIdx="4416"/>
  <p:cmAuthor id="4418" name="Yixiong Liu" initials="YL" lastIdx="0" clrIdx="4417"/>
  <p:cmAuthor id="4419" name="王大力" initials="王" lastIdx="0" clrIdx="4418"/>
  <p:cmAuthor id="4420" name="左敏" initials="ZM" lastIdx="0" clrIdx="4419"/>
  <p:cmAuthor id="4421" name="Dell" initials="D" lastIdx="0" clrIdx="4420"/>
  <p:cmAuthor id="4422" name="程东" initials="C" lastIdx="0" clrIdx="4421"/>
  <p:cmAuthor id="4423" name="周丹媛" initials="U" lastIdx="0" clrIdx="4422"/>
  <p:cmAuthor id="4424" name="郗卓宁" initials="郗" lastIdx="0" clrIdx="4423"/>
  <p:cmAuthor id="4425" name="Nancy Chang" initials="NC" lastIdx="0" clrIdx="4424"/>
  <p:cmAuthor id="4426" name="lk" initials="l" lastIdx="0" clrIdx="4425"/>
  <p:cmAuthor id="4427" name="tt" initials="X" lastIdx="0" clrIdx="4426"/>
  <p:cmAuthor id="4428" name="maqiongfang@hq.cmcc" initials="c" lastIdx="0" clrIdx="4427"/>
  <p:cmAuthor id="4429" name="X13" initials="X" lastIdx="0" clrIdx="4428"/>
  <p:cmAuthor id="4430" name="yaohuijuan " initials="c" lastIdx="0" clrIdx="4429"/>
  <p:cmAuthor id="4431" name="孔丽丽" initials="孔" lastIdx="0" clrIdx="4430"/>
  <p:cmAuthor id="4432" name="x1carbon" initials="x" lastIdx="0" clrIdx="4431"/>
  <p:cmAuthor id="4433" name="齐 Mandy" initials="齐" lastIdx="0" clrIdx="4432"/>
  <p:cmAuthor id="4434" name="cmcc " initials="史" lastIdx="0" clrIdx="4433"/>
  <p:cmAuthor id="4435" name="tianyuan@cmhi.cmcc" initials="tianyuan@cmhi.cmcc" lastIdx="0" clrIdx="4434"/>
  <p:cmAuthor id="4436" name="卫新新" initials="卫" lastIdx="0" clrIdx="4435"/>
  <p:cmAuthor id="4437" name="13856" initials="1" lastIdx="0" clrIdx="4436"/>
  <p:cmAuthor id="4438" name="wangxinran" initials="w" lastIdx="0" clrIdx="4437"/>
  <p:cmAuthor id="4439" name="LZ" initials="L" lastIdx="0" clrIdx="4438"/>
  <p:cmAuthor id="4440" name="李继" initials="李" lastIdx="0" clrIdx="4439"/>
  <p:cmAuthor id="4441" name="盛枫10333537" initials="盛" lastIdx="0" clrIdx="4440"/>
  <p:cmAuthor id="4442" name="安 启飞" initials="安" lastIdx="0" clrIdx="4441"/>
  <p:cmAuthor id="4443" name="江峰" initials="江" lastIdx="0" clrIdx="4442"/>
  <p:cmAuthor id="4444" name="Alex" initials="A" lastIdx="0" clrIdx="4443"/>
  <p:cmAuthor id="4445" name="俞涛" initials="翟" lastIdx="0" clrIdx="4444"/>
  <p:cmAuthor id="4446" name="liuyang" initials="l" lastIdx="0" clrIdx="4445"/>
  <p:cmAuthor id="4447" name="manman" initials="m" lastIdx="0" clrIdx="4446"/>
  <p:cmAuthor id="4448" name="王计艳" initials="WJY" lastIdx="0" clrIdx="4447"/>
  <p:cmAuthor id="4449" name="gj" initials="g" lastIdx="0" clrIdx="4448"/>
  <p:cmAuthor id="4450" name="Heyhx" initials="H" lastIdx="0" clrIdx="4449"/>
  <p:cmAuthor id="4451" name="孙婕" initials="孙" lastIdx="0" clrIdx="4450"/>
  <p:cmAuthor id="4452" name="YangXuke" initials="Y" lastIdx="0" clrIdx="4451"/>
  <p:cmAuthor id="4453" name="必龙 林" initials="必林" lastIdx="0" clrIdx="4452"/>
  <p:cmAuthor id="4454" name="Chen Qian/PHY Research &amp; Standard Lab /SRC-Beijing/Staff Engineer/Samsung Electronics" initials="CQR&amp;SL/EE" lastIdx="0" clrIdx="4453"/>
  <p:cmAuthor id="4455" name="zhaojunjie" initials="z" lastIdx="0" clrIdx="4454"/>
  <p:cmAuthor id="4456" name="zzheng" initials="ZZ" lastIdx="0" clrIdx="4455"/>
  <p:cmAuthor id="4457" name="niujie" initials="c" lastIdx="0" clrIdx="4456"/>
  <p:cmAuthor id="4458" name="中兴-张文栓" initials="1" lastIdx="0" clrIdx="4457"/>
  <p:cmAuthor id="4459" name="tan zhu" initials="" lastIdx="0" clrIdx="4458"/>
  <p:cmAuthor id="4460" name="冯燕英" initials="a" lastIdx="0" clrIdx="4459"/>
  <p:cmAuthor id="4461" name="LE" initials="L" lastIdx="0" clrIdx="4460"/>
  <p:cmAuthor id="4462" name="Vanessa Shu Jing Wang" initials="vwang" lastIdx="0" clrIdx="4461"/>
  <p:cmAuthor id="4463" name="咲" initials="咲" lastIdx="0" clrIdx="4462"/>
  <p:cmAuthor id="4464" name="CAOH16" initials="C" lastIdx="0" clrIdx="4463"/>
  <p:cmAuthor id="4465" name="limy709" initials="l" lastIdx="0" clrIdx="4464"/>
  <p:cmAuthor id="4466" name="李金夏" initials="李" lastIdx="0" clrIdx="4465"/>
  <p:cmAuthor id="4467" name="盛新鹏" initials="盛" lastIdx="0" clrIdx="4466"/>
  <p:cmAuthor id="4468" name="Cindy-NB" initials="C" lastIdx="0" clrIdx="4467"/>
  <p:cmAuthor id="4469" name="wangshuai" initials="w" lastIdx="0" clrIdx="4468"/>
  <p:cmAuthor id="4470" name="杨程名" initials="ming" lastIdx="0" clrIdx="4469"/>
  <p:cmAuthor id="4471" name="moqio" initials="m" lastIdx="0" clrIdx="4470"/>
  <p:cmAuthor id="4472" name="LiHongYun" initials="L" lastIdx="0" clrIdx="4471"/>
  <p:cmAuthor id="4473" name="黄译萱(联通上海市上海市分公司)" initials="MSOffice" lastIdx="0" clrIdx="4472"/>
  <p:cmAuthor id="4474" name="海风~~" initials="海" lastIdx="0" clrIdx="4473"/>
  <p:cmAuthor id="4475" name="office365" initials="o" lastIdx="0" clrIdx="4474"/>
  <p:cmAuthor id="4476" name="了了了" initials="了" lastIdx="0" clrIdx="4475"/>
  <p:cmAuthor id="4477" name="沈永强" initials="" lastIdx="0" clrIdx="4476"/>
  <p:cmAuthor id="4478" name="LQ" initials="L" lastIdx="0" clrIdx="4477"/>
  <p:cmAuthor id="4479" name="余志宝" initials="" lastIdx="0" clrIdx="4478"/>
  <p:cmAuthor id="4480" name="王霞" initials="" lastIdx="0" clrIdx="4479"/>
  <p:cmAuthor id="4481" name="周旭东" initials="周" lastIdx="0" clrIdx="4480"/>
  <p:cmAuthor id="4482" name="周剑明" initials="周" lastIdx="0" clrIdx="4481"/>
  <p:cmAuthor id="4483" name="薛飞飞" initials="薛" lastIdx="0" clrIdx="4482"/>
  <p:cmAuthor id="4484" name="崔彤欣" initials="崔" lastIdx="0" clrIdx="4483"/>
  <p:cmAuthor id="4485" name="94895" initials="9" lastIdx="0" clrIdx="4484"/>
  <p:cmAuthor id="4486" name="多丽娅" initials="多" lastIdx="0" clrIdx="4485"/>
  <p:cmAuthor id="4487" name="甄真" initials="甄" lastIdx="0" clrIdx="4486"/>
  <p:cmAuthor id="4488" name="anima" initials="a" lastIdx="0" clrIdx="4487"/>
  <p:cmAuthor id="4489" name="chenting" initials="CT" lastIdx="0" clrIdx="4488"/>
  <p:cmAuthor id="4490" name="Unknown User115" initials="U" lastIdx="0" clrIdx="4489"/>
  <p:cmAuthor id="4491" name="liutAO" initials="l" lastIdx="0" clrIdx="4490"/>
  <p:cmAuthor id="4492" name="王关成" initials="王" lastIdx="0" clrIdx="4491"/>
  <p:cmAuthor id="4493" name="王烁" initials="王" lastIdx="0" clrIdx="4492"/>
  <p:cmAuthor id="4494" name="胡尼亚" initials="胡" lastIdx="0" clrIdx="4493"/>
  <p:cmAuthor id="4495" name="王一哲" initials="wyz" lastIdx="0" clrIdx="4494"/>
  <p:cmAuthor id="4496" name="李庆" initials="李" lastIdx="0" clrIdx="4495"/>
  <p:cmAuthor id="4497" name="赵刚" initials="赵" lastIdx="0" clrIdx="4496"/>
  <p:cmAuthor id="4498" name="yyx" initials="y" lastIdx="0" clrIdx="4497"/>
  <p:cmAuthor id="4499" name="娜娅" initials="娜" lastIdx="0" clrIdx="4498"/>
  <p:cmAuthor id="4500" name="武晓红" initials="武" lastIdx="0" clrIdx="4499"/>
  <p:cmAuthor id="4501" name="zhaopj18" initials="z" lastIdx="0" clrIdx="4500"/>
  <p:cmAuthor id="4502" name="韩丽艳" initials="韩" lastIdx="0" clrIdx="4501"/>
  <p:cmAuthor id="4503" name="luhx26" initials="l" lastIdx="0" clrIdx="4502"/>
  <p:cmAuthor id="4504" name="宁文文" initials="宁" lastIdx="0" clrIdx="4503"/>
  <p:cmAuthor id="4505" name="Michael&amp;Echo" initials="M" lastIdx="0" clrIdx="4504"/>
  <p:cmAuthor id="4506" name="罗玉碧" initials="罗" lastIdx="0" clrIdx="4505"/>
  <p:cmAuthor id="4507" name="00103907" initials="0" lastIdx="0" clrIdx="4506"/>
  <p:cmAuthor id="4508" name="chenh" initials="" lastIdx="0" clrIdx="4507"/>
  <p:cmAuthor id="4509" name="GBL" initials="G" lastIdx="0" clrIdx="4508"/>
  <p:cmAuthor id="4510" name="boyen" initials="b" lastIdx="0" clrIdx="4509"/>
  <p:cmAuthor id="4511" name="JeremyBai" initials="J" lastIdx="0" clrIdx="4510"/>
  <p:cmAuthor id="4512" name="95407" initials="9" lastIdx="0" clrIdx="4511"/>
  <p:cmAuthor id="4513" name="hzwan" initials="h" lastIdx="0" clrIdx="4512"/>
  <p:cmAuthor id="4514" name="小川/ka" initials="小" lastIdx="0" clrIdx="4513"/>
  <p:cmAuthor id="4515" name="马月" initials="马" lastIdx="0" clrIdx="4514"/>
  <p:cmAuthor id="4516" name="Master 3L" initials="M3" lastIdx="0" clrIdx="4515"/>
  <p:cmAuthor id="4517" name="张月娥" initials="张" lastIdx="0" clrIdx="4516"/>
  <p:cmAuthor id="4518" name="wuyh501" initials="w" lastIdx="0" clrIdx="4517"/>
  <p:cmAuthor id="4519" name="李会宾" initials="李" lastIdx="0" clrIdx="4518"/>
  <p:cmAuthor id="4520" name="王 曦" initials="王" lastIdx="0" clrIdx="4519"/>
  <p:cmAuthor id="4521" name="苏光耀_fEJ3faiq" initials="authorId_173651" lastIdx="0" clrIdx="4520"/>
  <p:cmAuthor id="4522" name="zhangmt" initials="mz" lastIdx="0" clrIdx="4521"/>
  <p:cmAuthor id="4523" name="ZhengShilei" initials="Z" lastIdx="0" clrIdx="4522"/>
  <p:cmAuthor id="4524" name="8618608404186" initials="" lastIdx="0" clrIdx="4523"/>
  <p:cmAuthor id="4525" name="李瑞堂" initials="l" lastIdx="0" clrIdx="4524"/>
  <p:cmAuthor id="4526" name="兴亚 闫" initials="兴亚" lastIdx="0" clrIdx="4525"/>
  <p:cmAuthor id="4527" name="马 康" initials="马" lastIdx="0" clrIdx="4526"/>
  <p:cmAuthor id="4528" name="WYC" initials="YC" lastIdx="0" clrIdx="4527"/>
  <p:cmAuthor id="4529" name="华为" initials="华" lastIdx="0" clrIdx="4528"/>
  <p:cmAuthor id="4530" name="JAMES 杨" initials="" lastIdx="0" clrIdx="4529"/>
  <p:cmAuthor id="4531" name="LII" initials="L" lastIdx="0" clrIdx="4530"/>
  <p:cmAuthor id="4532" name="杨昌兆" initials="杨" lastIdx="0" clrIdx="4531"/>
  <p:cmAuthor id="4533" name="13794" initials="1" lastIdx="0" clrIdx="4532"/>
  <p:cmAuthor id="4534" name="tan yu" initials="ty" lastIdx="0" clrIdx="4533"/>
  <p:cmAuthor id="4535" name="沐慕 ☞舟" initials="沐" lastIdx="0" clrIdx="4534"/>
  <p:cmAuthor id="4536" name="胜 邵" initials="胜邵" lastIdx="0" clrIdx="4535"/>
  <p:cmAuthor id="4537" name="杨柳" initials="柳" lastIdx="0" clrIdx="4536"/>
  <p:cmAuthor id="4538" name="布袋熊" initials="布" lastIdx="0" clrIdx="4537"/>
  <p:cmAuthor id="4539" name="書子白" initials="書" lastIdx="0" clrIdx="4538"/>
  <p:cmAuthor id="4540" name="宪川 刘" initials="宪川" lastIdx="0" clrIdx="4539"/>
  <p:cmAuthor id="4541" name="余亮_资阳" initials="余" lastIdx="0" clrIdx="4540"/>
  <p:cmAuthor id="4542" name="车 力" initials="车" lastIdx="0" clrIdx="4541"/>
  <p:cmAuthor id="4543" name="荣吾 夏" initials="荣夏" lastIdx="0" clrIdx="4542"/>
  <p:cmAuthor id="4544" name="Lee Wiko" initials="LW" lastIdx="0" clrIdx="4543"/>
  <p:cmAuthor id="4545" name="Qu sang" initials="Qs" lastIdx="0" clrIdx="4544"/>
  <p:cmAuthor id="4546" name="牧夏" initials="牧" lastIdx="0" clrIdx="4545"/>
  <p:cmAuthor id="4547" name="程学春 cxc" initials="程" lastIdx="0" clrIdx="4546"/>
  <p:cmAuthor id="4548" name="Nutcase_aqy23q2i" initials="authorId_196256957" lastIdx="0" clrIdx="4547"/>
  <p:cmAuthor id="4549" name="Feynman_W" initials="F_wq" lastIdx="0" clrIdx="4548"/>
  <p:cmAuthor id="4550" name="曲艳伟00098704" initials="曲艳伟00098704" lastIdx="0" clrIdx="4549"/>
  <p:cmAuthor id="4551" name="shawn chen" initials="sc" lastIdx="0" clrIdx="4550"/>
  <p:cmAuthor id="4552" name="hengyu Zhang" initials="hZ" lastIdx="0" clrIdx="4551"/>
  <p:cmAuthor id="4553" name="李旭兰" initials="李" lastIdx="0" clrIdx="4552"/>
  <p:cmAuthor id="4554" name="xing luo" initials="x" lastIdx="0" clrIdx="4553"/>
  <p:cmAuthor id="4555" name="tianjuan555555@outlook.com" initials="t" lastIdx="0" clrIdx="4554"/>
  <p:cmAuthor id="4556" name="姚灿" initials="姚" lastIdx="0" clrIdx="4555"/>
  <p:cmAuthor id="4557" name="zhaozhihua-lhn" initials="z" lastIdx="0" clrIdx="4556"/>
  <p:cmAuthor id="4558" name="video" initials="v" lastIdx="0" clrIdx="4557"/>
  <p:cmAuthor id="4559" name="黄洁雯" initials="黄" lastIdx="0" clrIdx="4558"/>
  <p:cmAuthor id="4560" name="刘淼" initials="刘" lastIdx="0" clrIdx="4559"/>
  <p:cmAuthor id="4561" name="黄 兴贵" initials="黄" lastIdx="0" clrIdx="4560"/>
  <p:cmAuthor id="4562" name="杨睿" initials="杨" lastIdx="0" clrIdx="4561"/>
  <p:cmAuthor id="4563" name="Chen Gin" initials="C" lastIdx="0" clrIdx="4562"/>
  <p:cmAuthor id="4564" name="姓 汤旭铭" initials="姓" lastIdx="0" clrIdx="4563"/>
  <p:cmAuthor id="4565" name="杨涛-lah" initials="杨" lastIdx="0" clrIdx="4564"/>
  <p:cmAuthor id="4566" name="zz" initials="z" lastIdx="0" clrIdx="4565"/>
  <p:cmAuthor id="4567" name="程玉珍" initials="程" lastIdx="0" clrIdx="4566"/>
  <p:cmAuthor id="4568" name="THINPAD" initials="T" lastIdx="0" clrIdx="4567"/>
  <p:cmAuthor id="4569" name="龚平-lcq" initials="龚" lastIdx="0" clrIdx="4568"/>
  <p:cmAuthor id="4570" name="韩喆权" initials="韩" lastIdx="0" clrIdx="4569"/>
  <p:cmAuthor id="4571" name="晓 明" initials="晓" lastIdx="0" clrIdx="4570"/>
  <p:cmAuthor id="4572" name="huangjuan@zj.cmcc" initials="h" lastIdx="0" clrIdx="4571"/>
  <p:cmAuthor id="4573" name="Amazing BEAN" initials="AB" lastIdx="0" clrIdx="4572"/>
  <p:cmAuthor id="4574" name="张小霞" initials="张" lastIdx="0" clrIdx="4573"/>
  <p:cmAuthor id="4575" name="HiS" initials="H" lastIdx="0" clrIdx="4574"/>
  <p:cmAuthor id="4576" name="WPS_1466836705" initials="W" lastIdx="0" clrIdx="4575"/>
  <p:cmAuthor id="4577" name="Lxm100%" initials="L" lastIdx="0" clrIdx="4576"/>
  <p:cmAuthor id="4578" name="Gareth" initials="G" lastIdx="0" clrIdx="4577"/>
  <p:cmAuthor id="4579" name="WPS_子牙" initials="W" lastIdx="0" clrIdx="4578"/>
  <p:cmAuthor id="4580" name="coco" initials="c" lastIdx="0" clrIdx="4579"/>
  <p:cmAuthor id="4581" name="billy～～" initials="b" lastIdx="0" clrIdx="4580"/>
  <p:cmAuthor id="4582" name="不会发光会爆炸" initials="不" lastIdx="0" clrIdx="4581"/>
  <p:cmAuthor id="4583" name="卷子" initials="卷" lastIdx="0" clrIdx="4582"/>
  <p:cmAuthor id="4584" name="Wly" initials="W" lastIdx="0" clrIdx="4583"/>
  <p:cmAuthor id="4585" name="shaoyang cai" initials="" lastIdx="0" clrIdx="4584"/>
  <p:cmAuthor id="4586" name="Ding Fenny" initials="DF" lastIdx="0" clrIdx="4585"/>
  <p:cmAuthor id="4587" name="子卉 董" initials="子董" lastIdx="0" clrIdx="4586"/>
  <p:cmAuthor id="4588" name="李政奇" initials="ZQ.L" lastIdx="0" clrIdx="4587"/>
  <p:cmAuthor id="4589" name="V Song" initials="VS" lastIdx="0" clrIdx="4588"/>
  <p:cmAuthor id="4590" name="qi kaicheng" initials="qk" lastIdx="0" clrIdx="4589"/>
  <p:cmAuthor id="4591" name="renrn@chinatelecom.cn" initials="r" lastIdx="0" clrIdx="4590"/>
  <p:cmAuthor id="4592" name="Zhuo Wang" initials="ZW" lastIdx="0" clrIdx="4591"/>
  <p:cmAuthor id="4593" name="孙昭晖" initials="孙" lastIdx="0" clrIdx="4592"/>
  <p:cmAuthor id="4594" name="liu dj" initials="ld" lastIdx="0" clrIdx="4593"/>
  <p:cmAuthor id="4595" name="王 海荣" initials="王" lastIdx="0" clrIdx="4594"/>
  <p:cmAuthor id="4596" name="花 健" initials="花" lastIdx="0" clrIdx="4595"/>
  <p:cmAuthor id="4597" name="xu cheng" initials="xc" lastIdx="0" clrIdx="4596"/>
  <p:cmAuthor id="4598" name="gaowang" initials="g" lastIdx="0" clrIdx="4597"/>
  <p:cmAuthor id="4599" name="LRC" initials="L" lastIdx="0" clrIdx="4598"/>
  <p:cmAuthor id="4600" name="Guochen Zhang" initials="GZ" lastIdx="0" clrIdx="4599"/>
  <p:cmAuthor id="4601" name="高博" initials="" lastIdx="0" clrIdx="4600"/>
  <p:cmAuthor id="4602" name="wu tao" initials="wt" lastIdx="0" clrIdx="4601"/>
  <p:cmAuthor id="4603" name="li ych" initials="ly" lastIdx="0" clrIdx="4602"/>
  <p:cmAuthor id="4604" name="田林" initials="t" lastIdx="0" clrIdx="4603"/>
  <p:cmAuthor id="4605" name="李 嘉园" initials="李" lastIdx="0" clrIdx="4604"/>
  <p:cmAuthor id="4606" name="YXD" initials="Y" lastIdx="0" clrIdx="4605"/>
  <p:cmAuthor id="4607" name="戴尔" initials="戴" lastIdx="0" clrIdx="4606"/>
  <p:cmAuthor id="4608" name="孙 仪文" initials="孙" lastIdx="0" clrIdx="4607"/>
  <p:cmAuthor id="4609" name="佐娜" initials="佐" lastIdx="0" clrIdx="4608"/>
  <p:cmAuthor id="4610" name="39190" initials="3" lastIdx="0" clrIdx="4609"/>
  <p:cmAuthor id="4611" name="admin3" initials="a" lastIdx="0" clrIdx="4610"/>
  <p:cmAuthor id="4612" name="ritalan" initials="r" lastIdx="0" clrIdx="4611"/>
  <p:cmAuthor id="4613" name="叶建阳10032546" initials="叶建阳10032546" lastIdx="0" clrIdx="4612"/>
  <p:cmAuthor id="4614" name="10032948" initials="1" lastIdx="0" clrIdx="4613"/>
  <p:cmAuthor id="4615" name="fubin" initials="f" lastIdx="0" clrIdx="4614"/>
  <p:cmAuthor id="4616" name="李晔" initials="李" lastIdx="0" clrIdx="4615"/>
  <p:cmAuthor id="4617" name="吴晓彤" initials="WXT" lastIdx="0" clrIdx="4616"/>
  <p:cmAuthor id="4618" name="小飞侠" initials="小" lastIdx="0" clrIdx="4617"/>
  <p:cmAuthor id="4619" name="18995" initials="1" lastIdx="0" clrIdx="4618"/>
  <p:cmAuthor id="4620" name="yang jian" initials="yj" lastIdx="0" clrIdx="4619"/>
  <p:cmAuthor id="4621" name="10038422" initials="1" lastIdx="0" clrIdx="4620"/>
  <p:cmAuthor id="4622" name="肖世洋00332539" initials="肖世洋00332539" lastIdx="0" clrIdx="4621"/>
  <p:cmAuthor id="4623" name="lxxcindy0503@outlook.com" initials="l" lastIdx="0" clrIdx="4622"/>
  <p:cmAuthor id="4624" name="xulsh" initials="x" lastIdx="0" clrIdx="4623"/>
  <p:cmAuthor id="4625" name="claire绘" initials="c" lastIdx="0" clrIdx="4624"/>
  <p:cmAuthor id="4626" name="wu li" initials="wl" lastIdx="0" clrIdx="4625"/>
  <p:cmAuthor id="4627" name="12724" initials="1" lastIdx="0" clrIdx="4626"/>
  <p:cmAuthor id="4628" name="hailinx" initials="h" lastIdx="0" clrIdx="4627"/>
  <p:cmAuthor id="4629" name="董芬|dongfen" initials="董" lastIdx="0" clrIdx="4628"/>
  <p:cmAuthor id="4630" name="师晓雪|ayshixiaoxue" initials="师" lastIdx="0" clrIdx="4629"/>
  <p:cmAuthor id="4631" name="luckyday" initials="l" lastIdx="0" clrIdx="4630"/>
  <p:cmAuthor id="4632" name="lijq" initials="l" lastIdx="0" clrIdx="4631"/>
  <p:cmAuthor id="4633" name="tkyan" initials="t" lastIdx="0" clrIdx="4632"/>
  <p:cmAuthor id="4634" name="杨二叔" initials="杨" lastIdx="0" clrIdx="4633"/>
  <p:cmAuthor id="4635" name="尹+慧" initials="尹" lastIdx="0" clrIdx="4634"/>
  <p:cmAuthor id="4636" name="Terry xia" initials="Tx" lastIdx="0" clrIdx="4635"/>
  <p:cmAuthor id="4637" name="wangjianxiu" initials="w" lastIdx="0" clrIdx="4636"/>
  <p:cmAuthor id="4638" name="wyb" initials="w" lastIdx="0" clrIdx="4637"/>
  <p:cmAuthor id="4639" name="涂强A" initials="涂" lastIdx="0" clrIdx="4638"/>
  <p:cmAuthor id="4640" name="董云云|dongyunyun" initials="董" lastIdx="0" clrIdx="4639"/>
  <p:cmAuthor id="4641" name="哈利波特" initials="哈" lastIdx="0" clrIdx="4640"/>
  <p:cmAuthor id="4642" name="sitao" initials="s" lastIdx="0" clrIdx="4641"/>
  <p:cmAuthor id="4643" name="帆" initials="帆" lastIdx="0" clrIdx="4642"/>
  <p:cmAuthor id="4644" name="张馨玲" initials="张" lastIdx="0" clrIdx="4643"/>
  <p:cmAuthor id="4645" name="xusd" initials="x" lastIdx="0" clrIdx="4644"/>
  <p:cmAuthor id="4646" name="SUN feiting" initials="Sf" lastIdx="0" clrIdx="4645"/>
  <p:cmAuthor id="4647" name="Chang, Catherine (BJ/DA)" initials="CC(" lastIdx="0" clrIdx="4646"/>
  <p:cmAuthor id="4648" name="张伟芳" initials="张" lastIdx="0" clrIdx="4647"/>
  <p:cmAuthor id="4649" name="admin7" initials="l" lastIdx="0" clrIdx="4648"/>
  <p:cmAuthor id="4650" name="Cmit" initials="C" lastIdx="0" clrIdx="4649"/>
  <p:cmAuthor id="4651" name="庞可" initials="庞" lastIdx="0" clrIdx="4650"/>
  <p:cmAuthor id="4652" name="qdf" initials="q" lastIdx="0" clrIdx="4651"/>
  <p:cmAuthor id="4653" name="凌 云" initials="凌" lastIdx="0" clrIdx="4652"/>
  <p:cmAuthor id="4654" name="许嘉珍" initials="u" lastIdx="0" clrIdx="4653"/>
  <p:cmAuthor id="4655" name="tong" initials="t" lastIdx="0" clrIdx="4654"/>
  <p:cmAuthor id="4656" name="陈仕东(dx43201)" initials="陈" lastIdx="0" clrIdx="4655"/>
  <p:cmAuthor id="4657" name="gaojg02" initials="g" lastIdx="0" clrIdx="4656"/>
  <p:cmAuthor id="4658" name="中星 叶" initials="中" lastIdx="0" clrIdx="4657"/>
  <p:cmAuthor id="4659" name="高俊" initials="高" lastIdx="0" clrIdx="4658"/>
  <p:cmAuthor id="4660" name="谷雨" initials="谷" lastIdx="0" clrIdx="4659"/>
  <p:cmAuthor id="4661" name="谢 小小" initials="谢" lastIdx="0" clrIdx="4660"/>
  <p:cmAuthor id="4662" name="邓鹏君" initials="邓" lastIdx="0" clrIdx="4661"/>
  <p:cmAuthor id="4663" name="Liang Dong" initials="L" lastIdx="0" clrIdx="4662"/>
  <p:cmAuthor id="4664" name="maomao" initials="m" lastIdx="0" clrIdx="4663"/>
  <p:cmAuthor id="4665" name="吴萍" initials="吴" lastIdx="0" clrIdx="4664"/>
  <p:cmAuthor id="4666" name="nieyp" initials="n" lastIdx="0" clrIdx="4665"/>
  <p:cmAuthor id="4667" name="史文婷" initials="S" lastIdx="0" clrIdx="4666"/>
  <p:cmAuthor id="4668" name="D Jason" initials="" lastIdx="0" clrIdx="4667"/>
  <p:cmAuthor id="4669" name="杨晓杰" initials="" lastIdx="0" clrIdx="4668"/>
  <p:cmAuthor id="4670" name="刘 筱晔" initials="" lastIdx="0" clrIdx="4669"/>
  <p:cmAuthor id="4671" name="玉洁 宋" initials="玉宋" lastIdx="0" clrIdx="4670"/>
  <p:cmAuthor id="4672" name="ZRAUL" initials="Z" lastIdx="0" clrIdx="4671"/>
  <p:cmAuthor id="4673" name="李齐" initials="c" lastIdx="0" clrIdx="4672"/>
  <p:cmAuthor id="4674" name="雅喻 孙" initials="雅喻" lastIdx="0" clrIdx="4673"/>
  <p:cmAuthor id="4675" name="27790" initials="2" lastIdx="0" clrIdx="4674"/>
  <p:cmAuthor id="4676" name="成珊娣3" initials="j" lastIdx="0" clrIdx="4675"/>
  <p:cmAuthor id="4677" name="jialin wu" initials="jw" lastIdx="0" clrIdx="4676"/>
  <p:cmAuthor id="4678" name="lukui5" initials="l" lastIdx="0" clrIdx="4677"/>
  <p:cmAuthor id="4679" name="高冬云" initials="高" lastIdx="0" clrIdx="4678"/>
  <p:cmAuthor id="4680" name="yy" initials="y" lastIdx="0" clrIdx="4679"/>
  <p:cmAuthor id="4681" name="可省" initials="可省" lastIdx="0" clrIdx="4680"/>
  <p:cmAuthor id="4682" name="靳妍妮3" initials="靳" lastIdx="0" clrIdx="4681"/>
  <p:cmAuthor id="4683" name="曹成林1" initials="曹" lastIdx="0" clrIdx="4682"/>
  <p:cmAuthor id="4684" name="李靖媛|lijingyuan1" initials="李" lastIdx="0" clrIdx="4683"/>
  <p:cmAuthor id="4685" name="肖帅" initials="肖" lastIdx="0" clrIdx="4684"/>
  <p:cmAuthor id="4686" name="小南" initials="小" lastIdx="0" clrIdx="4685"/>
  <p:cmAuthor id="4687" name="li'da'meng" initials="l" lastIdx="0" clrIdx="4686"/>
  <p:cmAuthor id="4688" name="honor" initials="h" lastIdx="0" clrIdx="4687"/>
  <p:cmAuthor id="4689" name="36416" initials="3" lastIdx="0" clrIdx="4688"/>
  <p:cmAuthor id="4690" name="王小月|wangxiaoyue" initials="王" lastIdx="0" clrIdx="4689"/>
  <p:cmAuthor id="4691" name="贵 讲" initials="贵" lastIdx="0" clrIdx="4690"/>
  <p:cmAuthor id="4692" name="刘思蜀" initials="刘" lastIdx="0" clrIdx="4691"/>
  <p:cmAuthor id="4693" name="媛媛 肖" initials="媛媛" lastIdx="0" clrIdx="4692"/>
  <p:cmAuthor id="4694" name="tkqd" initials="t" lastIdx="0" clrIdx="4693"/>
  <p:cmAuthor id="4695" name="BOSS" initials="B" lastIdx="0" clrIdx="4694"/>
  <p:cmAuthor id="4696" name="tuhh" initials="t" lastIdx="0" clrIdx="4695"/>
  <p:cmAuthor id="4697" name="86181" initials="8" lastIdx="0" clrIdx="4696"/>
  <p:cmAuthor id="4698" name="庞付娟" initials="庞" lastIdx="0" clrIdx="4697"/>
  <p:cmAuthor id="4699" name="冰箱" initials="冰" lastIdx="0" clrIdx="4698"/>
  <p:cmAuthor id="4700" name="王庆娥" initials="王" lastIdx="0" clrIdx="4699"/>
  <p:cmAuthor id="4701" name="朱粒" initials="朱" lastIdx="0" clrIdx="4700"/>
  <p:cmAuthor id="4702" name="stillu" initials="s" lastIdx="0" clrIdx="4701"/>
  <p:cmAuthor id="4703" name="H1900" initials="H" lastIdx="0" clrIdx="4702"/>
  <p:cmAuthor id="4704" name="liquanxi" initials="l" lastIdx="0" clrIdx="4703"/>
  <p:cmAuthor id="4705" name="viola_yang" initials="" lastIdx="0" clrIdx="4704"/>
  <p:cmAuthor id="4706" name="minty minty" initials="m" lastIdx="0" clrIdx="4705"/>
  <p:cmAuthor id="4707" name="徐 宁" initials="徐" lastIdx="0" clrIdx="4706"/>
  <p:cmAuthor id="4708" name="ozg106" initials="o" lastIdx="0" clrIdx="4707"/>
  <p:cmAuthor id="4709" name="grace" initials="g" lastIdx="0" clrIdx="4708"/>
  <p:cmAuthor id="4710" name="崔超" initials="崔" lastIdx="0" clrIdx="4709"/>
  <p:cmAuthor id="4711" name="spring_ren" initials="s" lastIdx="0" clrIdx="4710"/>
  <p:cmAuthor id="4712" name="Elfie" initials="E" lastIdx="0" clrIdx="4711"/>
  <p:cmAuthor id="4713" name="王顶" initials="王" lastIdx="0" clrIdx="4712"/>
  <p:cmAuthor id="4714" name="松 李" initials="松" lastIdx="0" clrIdx="4713"/>
  <p:cmAuthor id="4715" name="王怀璋" initials="王" lastIdx="0" clrIdx="4714"/>
  <p:cmAuthor id="4716" name="朴鹏-lhq" initials="朴" lastIdx="0" clrIdx="4715"/>
  <p:cmAuthor id="4717" name="W Nic" initials="W" lastIdx="0" clrIdx="4716"/>
  <p:cmAuthor id="4718" name="张博" initials="张" lastIdx="0" clrIdx="4717"/>
  <p:cmAuthor id="4719" name="柳 先涛" initials="柳" lastIdx="0" clrIdx="4718"/>
  <p:cmAuthor id="4720" name="董晔" initials="董" lastIdx="0" clrIdx="4719"/>
  <p:cmAuthor id="4721" name="18043170808" initials="1" lastIdx="0" clrIdx="4720"/>
  <p:cmAuthor id="4722" name="njlife" initials="n" lastIdx="0" clrIdx="4721"/>
  <p:cmAuthor id="4723" name="齐登宝" initials="齐" lastIdx="0" clrIdx="4722"/>
  <p:cmAuthor id="4724" name="山西公司集团客户部DICT及云能力中心高新宇" initials="山" lastIdx="0" clrIdx="4723"/>
  <p:cmAuthor id="4725" name="郭婧" initials="郭" lastIdx="0" clrIdx="4724"/>
  <p:cmAuthor id="4726" name="孟芳芳（借调）" initials="V" lastIdx="0" clrIdx="4725"/>
  <p:cmAuthor id="4727" name="fengjianyou" initials="f" lastIdx="0" clrIdx="4726"/>
  <p:cmAuthor id="4728" name="tymuser" initials="t" lastIdx="0" clrIdx="4727"/>
  <p:cmAuthor id="4729" name="00244312" initials="0" lastIdx="0" clrIdx="4728"/>
  <p:cmAuthor id="4730" name="刘洋洋" initials="刘洋洋" lastIdx="0" clrIdx="4729"/>
  <p:cmAuthor id="4731" name="siyuan zhao" initials="sz" lastIdx="0" clrIdx="4730"/>
  <p:cmAuthor id="4732" name="宋会召" initials="宋" lastIdx="0" clrIdx="4731"/>
  <p:cmAuthor id="4733" name="季晓奕" initials="w" lastIdx="0" clrIdx="4732"/>
  <p:cmAuthor id="4734" name="唐湘慧" initials="唐" lastIdx="0" clrIdx="4733"/>
  <p:cmAuthor id="4735" name="宁皓" initials="WU" lastIdx="0" clrIdx="4734"/>
  <p:cmAuthor id="4736" name="汪晓恒" initials="汪" lastIdx="0" clrIdx="4735"/>
  <p:cmAuthor id="4737" name="张 国锐" initials="张" lastIdx="0" clrIdx="4736"/>
  <p:cmAuthor id="4738" name="unicorn0518@163.com" initials="u" lastIdx="0" clrIdx="4737"/>
  <p:cmAuthor id="4739" name="Sun" initials="S" lastIdx="0" clrIdx="4738"/>
  <p:cmAuthor id="4740" name="hwanghey" initials="h" lastIdx="0" clrIdx="4739"/>
  <p:cmAuthor id="4741" name="D" initials="D" lastIdx="0" clrIdx="4740"/>
  <p:cmAuthor id="4742" name="309968150@qq.com" initials="3" lastIdx="0" clrIdx="4741"/>
  <p:cmAuthor id="4743" name="安 静" initials="安" lastIdx="0" clrIdx="4742"/>
  <p:cmAuthor id="4744" name="李林峰" initials="李" lastIdx="0" clrIdx="4743"/>
  <p:cmAuthor id="4745" name="li'hong'lin" initials="l" lastIdx="0" clrIdx="4744"/>
  <p:cmAuthor id="4746" name="ppvc" initials="p" lastIdx="0" clrIdx="4745"/>
  <p:cmAuthor id="4747" name="lqf" initials="l" lastIdx="0" clrIdx="4746"/>
  <p:cmAuthor id="4748" name="Nana" initials="N" lastIdx="0" clrIdx="4747"/>
  <p:cmAuthor id="4749" name="wang tinabowa" initials="wt" lastIdx="0" clrIdx="4748"/>
  <p:cmAuthor id="4750" name="王天宝" initials="W" lastIdx="0" clrIdx="4749"/>
  <p:cmAuthor id="4751" name="樊县超" initials="樊" lastIdx="0" clrIdx="4750"/>
  <p:cmAuthor id="4752" name="徐 路" initials="徐" lastIdx="0" clrIdx="4751"/>
  <p:cmAuthor id="4753" name="ZGH" initials="Z" lastIdx="0" clrIdx="4752"/>
  <p:cmAuthor id="4754" name="韩笑" initials="韩" lastIdx="0" clrIdx="4753"/>
  <p:cmAuthor id="4755" name="晓波" initials="晓波" lastIdx="0" clrIdx="4754"/>
  <p:cmAuthor id="4756" name="jia bao" initials="jb" lastIdx="0" clrIdx="4755"/>
  <p:cmAuthor id="4757" name="曹永康" initials="曹" lastIdx="0" clrIdx="4756"/>
  <p:cmAuthor id="4758" name="杨满" initials="杨" lastIdx="0" clrIdx="4757"/>
  <p:cmAuthor id="4759" name="皮皮" initials="皮" lastIdx="0" clrIdx="4758"/>
  <p:cmAuthor id="4760" name="江曦鹏" initials="" lastIdx="0" clrIdx="4759"/>
  <p:cmAuthor id="4761" name="paoyu" initials="" lastIdx="0" clrIdx="4760"/>
  <p:cmAuthor id="4762" name="18956002089@chinatelecom.cn" initials="1" lastIdx="0" clrIdx="4761"/>
  <p:cmAuthor id="4763" name="小葡萄" initials="小葡萄" lastIdx="0" clrIdx="4762"/>
  <p:cmAuthor id="4764" name="zhengyu.zj" initials="zhengyu.zj" lastIdx="0" clrIdx="4763"/>
  <p:cmAuthor id="4765" name="寳" initials="寳" lastIdx="0" clrIdx="4764"/>
  <p:cmAuthor id="4766" name="刘如军" initials="刘" lastIdx="0" clrIdx="4765"/>
  <p:cmAuthor id="4767" name="壬清(亮亮)" initials="壬" lastIdx="0" clrIdx="4766"/>
  <p:cmAuthor id="4768" name="标哥" initials="标" lastIdx="0" clrIdx="4767"/>
  <p:cmAuthor id="4769" name="崔培超" initials="崔" lastIdx="0" clrIdx="4768"/>
  <p:cmAuthor id="4770" name="王孟洁在努力" initials="王" lastIdx="0" clrIdx="4769"/>
  <p:cmAuthor id="4771" name="╭ァ景_落ゝ" initials="╭" lastIdx="0" clrIdx="4770"/>
  <p:cmAuthor id="4772" name="梦莉 王" initials="梦王" lastIdx="0" clrIdx="4771"/>
  <p:cmAuthor id="4773" name="文向阳" initials="文" lastIdx="0" clrIdx="4772"/>
  <p:cmAuthor id="4774" name="多零" initials="多" lastIdx="0" clrIdx="4773"/>
  <p:cmAuthor id="4775" name="文渊" initials="文" lastIdx="0" clrIdx="4774"/>
  <p:cmAuthor id="4776" name="8618963514970" initials="" lastIdx="0" clrIdx="4775"/>
  <p:cmAuthor id="4777" name="李慧娟" initials="李" lastIdx="0" clrIdx="4776"/>
  <p:cmAuthor id="4778" name="风存尚我" initials="风" lastIdx="0" clrIdx="4777"/>
  <p:cmAuthor id="4779" name="张晗" initials="张" lastIdx="0" clrIdx="4778"/>
  <p:cmAuthor id="4780" name="微笑释然。" initials="微" lastIdx="0" clrIdx="4779"/>
  <p:cmAuthor id="4781" name="邢程" initials="邢" lastIdx="0" clrIdx="4780"/>
  <p:cmAuthor id="4782" name="曹涵硕" initials="曹" lastIdx="0" clrIdx="4781"/>
  <p:cmAuthor id="4783" name="假日田园" initials="假" lastIdx="0" clrIdx="4782"/>
  <p:cmAuthor id="4784" name="往后余生" initials="往" lastIdx="0" clrIdx="4783"/>
  <p:cmAuthor id="4785" name="Rich happiness" initials="R" lastIdx="0" clrIdx="4784"/>
  <p:cmAuthor id="4786" name="Sophie Feng" initials="SF" lastIdx="0" clrIdx="4785"/>
  <p:cmAuthor id="4787" name="徐亮" initials="XL" lastIdx="0" clrIdx="4786"/>
  <p:cmAuthor id="4788" name="wangyueran" initials="w" lastIdx="0" clrIdx="4787"/>
  <p:cmAuthor id="4789" name="fannan" initials="f" lastIdx="0" clrIdx="4788"/>
  <p:cmAuthor id="4790" name="yinyuting" initials="y" lastIdx="0" clrIdx="4789"/>
  <p:cmAuthor id="4791" name="A6910@365ms.vip" initials="A" lastIdx="0" clrIdx="4790"/>
  <p:cmAuthor id="4792" name="liu mingyu" initials="lm" lastIdx="0" clrIdx="4791"/>
  <p:cmAuthor id="4793" name="雨" initials="雨" lastIdx="0" clrIdx="4792"/>
  <p:cmAuthor id="4794" name="fuyaqiong" initials="f" lastIdx="0" clrIdx="4793"/>
  <p:cmAuthor id="4795" name="俊杰 王" initials="俊王" lastIdx="0" clrIdx="4794"/>
  <p:cmAuthor id="4796" name="Pooh pooh" initials="JS" lastIdx="0" clrIdx="4795"/>
  <p:cmAuthor id="4797" name="胡泊" initials="胡" lastIdx="0" clrIdx="4796"/>
  <p:cmAuthor id="4798" name="当归" initials="当" lastIdx="0" clrIdx="4797"/>
  <p:cmAuthor id="4799" name="fangyu" initials="f" lastIdx="0" clrIdx="4798"/>
  <p:cmAuthor id="4800" name="Song Yulin" initials="SY" lastIdx="0" clrIdx="4799"/>
  <p:cmAuthor id="4801" name="王帆" initials="WF" lastIdx="0" clrIdx="4800"/>
  <p:cmAuthor id="4802" name="徐 枫" initials="徐" lastIdx="0" clrIdx="4801"/>
  <p:cmAuthor id="4803" name="wangpq" initials="w" lastIdx="0" clrIdx="4802"/>
  <p:cmAuthor id="4804" name="何浩" initials="何" lastIdx="0" clrIdx="4803"/>
  <p:cmAuthor id="4805" name="KPMG Cyber" initials="K" lastIdx="0" clrIdx="4804"/>
  <p:cmAuthor id="4806" name="Wang, Autumn" initials="W" lastIdx="0" clrIdx="4805"/>
  <p:cmAuthor id="4807" name="chenyang" initials="c" lastIdx="0" clrIdx="4806"/>
  <p:cmAuthor id="4808" name="minna han" initials="mh" lastIdx="0" clrIdx="4807"/>
  <p:cmAuthor id="4809" name="邹清洁" initials="邹" lastIdx="0" clrIdx="4808"/>
  <p:cmAuthor id="4810" name="段惠芬" initials="段" lastIdx="0" clrIdx="4809"/>
  <p:cmAuthor id="4811" name="王 云鹏" initials="王" lastIdx="0" clrIdx="4810"/>
  <p:cmAuthor id="4812" name="G W" initials="GW" lastIdx="0" clrIdx="4811"/>
  <p:cmAuthor id="4813" name="zhaolt" initials="z" lastIdx="0" clrIdx="4812"/>
  <p:cmAuthor id="4814" name="dengyx12" initials="d" lastIdx="0" clrIdx="4813"/>
  <p:cmAuthor id="4815" name="Sean XA Shi (CN - ADVS)" initials="SXS(A" lastIdx="0" clrIdx="4814"/>
  <p:cmAuthor id="4816" name="lenov" initials="l" lastIdx="0" clrIdx="4815"/>
  <p:cmAuthor id="4817" name="蒋善武" initials="u" lastIdx="0" clrIdx="4816"/>
  <p:cmAuthor id="4818" name="duanr" initials="d" lastIdx="0" clrIdx="4817"/>
  <p:cmAuthor id="4819" name="黄永华" initials="黄永华" lastIdx="0" clrIdx="4818"/>
  <p:cmAuthor id="4820" name="xuerong" initials="x" lastIdx="0" clrIdx="4819"/>
  <p:cmAuthor id="4821" name="12075" initials="1" lastIdx="0" clrIdx="4820"/>
  <p:cmAuthor id="4822" name="vonxd@189.cn" initials="v" lastIdx="0" clrIdx="4821"/>
  <p:cmAuthor id="4823" name="qi li" initials="ql" lastIdx="0" clrIdx="4822"/>
  <p:cmAuthor id="4824" name="Haodoo" initials="H" lastIdx="0" clrIdx="4823"/>
  <p:cmAuthor id="4825" name="Discovery" initials="D" lastIdx="0" clrIdx="4824"/>
  <p:cmAuthor id="4826" name="xia wei" initials="xw" lastIdx="0" clrIdx="4825"/>
  <p:cmAuthor id="4827" name="10011277" initials="V" lastIdx="0" clrIdx="4826"/>
  <p:cmAuthor id="4828" name="永 卢" initials="永" lastIdx="0" clrIdx="4827"/>
  <p:cmAuthor id="4829" name="奇川展览公关事业部" initials="奇" lastIdx="0" clrIdx="4828"/>
  <p:cmAuthor id="4830" name="luwenqian" initials="lwq" lastIdx="0" clrIdx="4829"/>
  <p:cmAuthor id="4831" name="一人一日一花草" initials="一" lastIdx="0" clrIdx="4830"/>
  <p:cmAuthor id="4832" name="h'p" initials="h" lastIdx="0" clrIdx="4831"/>
  <p:cmAuthor id="4833" name="罗亚文" initials="罗" lastIdx="0" clrIdx="4832"/>
  <p:cmAuthor id="4834" name="木景若" initials="木" lastIdx="0" clrIdx="4833"/>
  <p:cmAuthor id="4835" name="WPS_1640040125" initials="W" lastIdx="0" clrIdx="4834"/>
  <p:cmAuthor id="4836" name="zdy" initials="z" lastIdx="0" clrIdx="4835"/>
  <p:cmAuthor id="4837" name="燕子" initials="燕" lastIdx="0" clrIdx="4836"/>
  <p:cmAuthor id="4838" name="yusheng wang" initials="yw" lastIdx="0" clrIdx="4837"/>
  <p:cmAuthor id="4839" name="xyn" initials="x" lastIdx="0" clrIdx="4838"/>
  <p:cmAuthor id="4840" name="chengming" initials="c" lastIdx="0" clrIdx="4839"/>
  <p:cmAuthor id="4841" name="李继敏" initials="李" lastIdx="0" clrIdx="4840"/>
  <p:cmAuthor id="4842" name="王勇奇" initials="王" lastIdx="0" clrIdx="4841"/>
  <p:cmAuthor id="4843" name="Mio" initials="M" lastIdx="0" clrIdx="4842"/>
  <p:cmAuthor id="4844" name="阳岩" initials="阳" lastIdx="0" clrIdx="4843"/>
  <p:cmAuthor id="4845" name="翁淑美" initials="翁" lastIdx="0" clrIdx="4844"/>
  <p:cmAuthor id="4846" name="xuxiqiao" initials="x" lastIdx="0" clrIdx="4845"/>
  <p:cmAuthor id="4847" name="高鑫" initials="authorId_597704649" lastIdx="0" clrIdx="4846"/>
  <p:cmAuthor id="4848" name="安德列斯 侨纳" initials="安德列斯" lastIdx="0" clrIdx="4847"/>
  <p:cmAuthor id="4849" name="Shu Chu" initials="SC" lastIdx="0" clrIdx="4848"/>
  <p:cmAuthor id="4850" name="feng li" initials="fl" lastIdx="0" clrIdx="4849"/>
  <p:cmAuthor id="4851" name="blacktulip" initials="b" lastIdx="0" clrIdx="4850"/>
  <p:cmAuthor id="4852" name="方天" initials="方天" lastIdx="0" clrIdx="4851"/>
  <p:cmAuthor id="4853" name="7058705@qq.com" initials="7" lastIdx="0" clrIdx="4852"/>
  <p:cmAuthor id="4854" name="王贺" initials="王" lastIdx="0" clrIdx="4853"/>
  <p:cmAuthor id="4855" name="dtf" initials="d" lastIdx="0" clrIdx="4854"/>
  <p:cmAuthor id="4856" name="tiger" initials="t" lastIdx="0" clrIdx="4855"/>
  <p:cmAuthor id="4857" name="YangLanchun" initials="Y" lastIdx="0" clrIdx="4856"/>
  <p:cmAuthor id="4858" name="Montage" initials="M" lastIdx="0" clrIdx="4857"/>
  <p:cmAuthor id="4859" name="刘琦" initials="L" lastIdx="0" clrIdx="4858"/>
  <p:cmAuthor id="4860" name="Lee 13" initials="L1" lastIdx="0" clrIdx="4859"/>
  <p:cmAuthor id="4861" name="zdxlz" initials="z" lastIdx="0" clrIdx="4860"/>
  <p:cmAuthor id="4862" name="xudi" initials="x" lastIdx="0" clrIdx="4861"/>
  <p:cmAuthor id="4863" name="☀" initials="☀" lastIdx="0" clrIdx="4862"/>
  <p:cmAuthor id="4864" name="berg" initials="b" lastIdx="0" clrIdx="4863"/>
  <p:cmAuthor id="4865" name="eddyluo@189.cn" initials="e" lastIdx="0" clrIdx="4864"/>
  <p:cmAuthor id="4866" name="10333323" initials="1" lastIdx="0" clrIdx="4865"/>
  <p:cmAuthor id="4867" name="cheny" initials="c" lastIdx="0" clrIdx="4866"/>
  <p:cmAuthor id="4868" name="chenyy" initials="c" lastIdx="0" clrIdx="4867"/>
  <p:cmAuthor id="4869" name="Balabala" initials="B" lastIdx="0" clrIdx="4868"/>
  <p:cmAuthor id="4870" name="Jiang Jamin" initials="JJ" lastIdx="0" clrIdx="4869"/>
  <p:cmAuthor id="4871" name="傅 川" initials="傅" lastIdx="0" clrIdx="4870"/>
  <p:cmAuthor id="4872" name="雷树超" initials="雷" lastIdx="0" clrIdx="4871"/>
  <p:cmAuthor id="4873" name="cjc" initials="c" lastIdx="0" clrIdx="4872"/>
  <p:cmAuthor id="4874" name="zhao wei" initials="z" lastIdx="0" clrIdx="4873"/>
  <p:cmAuthor id="4875" name="核保" initials="核" lastIdx="0" clrIdx="4874"/>
  <p:cmAuthor id="4876" name="asuse" initials="a" lastIdx="0" clrIdx="4875"/>
  <p:cmAuthor id="4877" name="卫天一" initials="卫" lastIdx="0" clrIdx="4876"/>
  <p:cmAuthor id="4878" name="樊星" initials="樊" lastIdx="0" clrIdx="4877"/>
  <p:cmAuthor id="4879" name="季玉洁" initials="季" lastIdx="0" clrIdx="4878"/>
  <p:cmAuthor id="4880" name="陈依依" initials="陈" lastIdx="0" clrIdx="4879"/>
  <p:cmAuthor id="4881" name="ZhangYu" initials="Z" lastIdx="0" clrIdx="4880"/>
  <p:cmAuthor id="4882" name="jing.xue" initials="j" lastIdx="0" clrIdx="4881"/>
  <p:cmAuthor id="4883" name="jxgy15" initials="j" lastIdx="0" clrIdx="4882"/>
  <p:cmAuthor id="4884" name="唐丽华_YjE3imqQ" initials="authorId_5604" lastIdx="0" clrIdx="4883"/>
  <p:cmAuthor id="4885" name="吴晓梅" initials="吴" lastIdx="0" clrIdx="4884"/>
  <p:cmAuthor id="4886" name="QBOSSCHEN" initials="Q" lastIdx="0" clrIdx="4885"/>
  <p:cmAuthor id="4887" name="王楚宏" initials="王" lastIdx="0" clrIdx="4886"/>
  <p:cmAuthor id="4888" name="Han Bo" initials="HB" lastIdx="0" clrIdx="4887"/>
  <p:cmAuthor id="4889" name="张 珲" initials="张" lastIdx="0" clrIdx="4888"/>
  <p:cmAuthor id="4890" name="dtdream" initials="d" lastIdx="0" clrIdx="4889"/>
  <p:cmAuthor id="4891" name="15274" initials="1" lastIdx="0" clrIdx="4890"/>
  <p:cmAuthor id="4892" name="54548" initials="5" lastIdx="0" clrIdx="4891"/>
  <p:cmAuthor id="4893" name="baize" initials="b" lastIdx="0" clrIdx="4892"/>
  <p:cmAuthor id="4894" name="戴 清泺" initials="戴" lastIdx="0" clrIdx="4893"/>
  <p:cmAuthor id="4895" name="NN" initials="NN" lastIdx="0" clrIdx="4894"/>
  <p:cmAuthor id="4896" name="peng Terry" initials="pT" lastIdx="0" clrIdx="4895"/>
  <p:cmAuthor id="4897" name="田荟" initials="田荟" lastIdx="0" clrIdx="4896"/>
  <p:cmAuthor id="4898" name="cyfan(范昌勇)" initials="c" lastIdx="0" clrIdx="4897"/>
  <p:cmAuthor id="4899" name="王永贵10010557" initials="王" lastIdx="0" clrIdx="4898"/>
  <p:cmAuthor id="4900" name="张 小建" initials="张" lastIdx="0" clrIdx="4899"/>
  <p:cmAuthor id="4901" name="chenyiqu" initials="c" lastIdx="0" clrIdx="4900"/>
  <p:cmAuthor id="4902" name="张小建副总经理(zhangxj)" initials="张" lastIdx="0" clrIdx="4901"/>
  <p:cmAuthor id="4903" name="360" initials="3" lastIdx="0" clrIdx="4902"/>
  <p:cmAuthor id="4904" name="FFCS_E15" initials="F" lastIdx="0" clrIdx="4903"/>
  <p:cmAuthor id="4905" name="孙 磊" initials="孙" lastIdx="0" clrIdx="4904"/>
  <p:cmAuthor id="4906" name="zhang yan" initials="zy" lastIdx="0" clrIdx="4905"/>
  <p:cmAuthor id="4907" name="祁家榕" initials="祁" lastIdx="0" clrIdx="4906"/>
  <p:cmAuthor id="4908" name="文涛 于" initials="文于" lastIdx="0" clrIdx="4907"/>
  <p:cmAuthor id="4909" name="无双" initials="无双" lastIdx="0" clrIdx="4908"/>
  <p:cmAuthor id="4910" name="林子酉" initials="林" lastIdx="0" clrIdx="4909"/>
  <p:cmAuthor id="4911" name="lincyrao" initials="" lastIdx="0" clrIdx="4910"/>
  <p:cmAuthor id="4912" name="朱旗" initials="b" lastIdx="0" clrIdx="4911"/>
  <p:cmAuthor id="4913" name="Wenjing zhou" initials="Wz" lastIdx="0" clrIdx="4912"/>
  <p:cmAuthor id="4914" name="小陈" initials="小" lastIdx="0" clrIdx="4913"/>
  <p:cmAuthor id="4915" name="Kris的小宝贝" initials="K" lastIdx="0" clrIdx="4914"/>
  <p:cmAuthor id="4916" name="ligd62" initials="l" lastIdx="0" clrIdx="4915"/>
  <p:cmAuthor id="4917" name="小豆." initials="小" lastIdx="0" clrIdx="4916"/>
  <p:cmAuthor id="4918" name="陈赛龙" initials="陈" lastIdx="0" clrIdx="4917"/>
  <p:cmAuthor id="4919" name="李 工" initials="李" lastIdx="0" clrIdx="4918"/>
  <p:cmAuthor id="4920" name="levy" initials="l" lastIdx="0" clrIdx="4919"/>
  <p:cmAuthor id="4921" name="HaoshuaiWu" initials="H" lastIdx="0" clrIdx="4920"/>
  <p:cmAuthor id="4922" name="w00100437" initials="" lastIdx="0" clrIdx="4921"/>
  <p:cmAuthor id="4923" name="先生 叶" initials="先" lastIdx="0" clrIdx="4922"/>
  <p:cmAuthor id="4924" name="zhaoling23" initials="z" lastIdx="0" clrIdx="4923"/>
  <p:cmAuthor id="4925" name="江涛 李" initials="江" lastIdx="0" clrIdx="4924"/>
  <p:cmAuthor id="4926" name="袁 玥挺" initials="袁" lastIdx="0" clrIdx="4925"/>
  <p:cmAuthor id="4927" name="zhenwb" initials="z" lastIdx="0" clrIdx="4926"/>
  <p:cmAuthor id="4928" name="lenovo0" initials="l" lastIdx="0" clrIdx="4927"/>
  <p:cmAuthor id="4929" name="Tracy" initials="T" lastIdx="0" clrIdx="4928"/>
  <p:cmAuthor id="4930" name="sunxp002" initials="s" lastIdx="0" clrIdx="4929"/>
  <p:cmAuthor id="4931" name="pangxw01" initials="p" lastIdx="0" clrIdx="4930"/>
  <p:cmAuthor id="4932" name="cuizijin01" initials="c" lastIdx="0" clrIdx="4931"/>
  <p:cmAuthor id="4933" name="songchunhua" initials="s" lastIdx="0" clrIdx="4932"/>
  <p:cmAuthor id="4934" name="马妍" initials="马" lastIdx="0" clrIdx="4933"/>
  <p:cmAuthor id="4935" name="yanqiqi-lgd" initials="y" lastIdx="0" clrIdx="4934"/>
  <p:cmAuthor id="4936" name="方朝军/产品推动室/产品开发推广部/总公司" initials="方" lastIdx="0" clrIdx="4935"/>
  <p:cmAuthor id="4937" name="temp" initials="t" lastIdx="0" clrIdx="4936"/>
  <p:cmAuthor id="4938" name="Tracy Chen" initials="T" lastIdx="0" clrIdx="4937"/>
  <p:cmAuthor id="4939" name="dongwc0205" initials="d" lastIdx="0" clrIdx="4938"/>
  <p:cmAuthor id="4940" name="yuancc04" initials="y" lastIdx="0" clrIdx="4939"/>
  <p:cmAuthor id="4941" name="万户网络" initials="万" lastIdx="0" clrIdx="4940"/>
  <p:cmAuthor id="4942" name="YANGS-PC" initials="Y" lastIdx="0" clrIdx="4941"/>
  <p:cmAuthor id="4943" name="ydx2003new@163.com" initials="y" lastIdx="0" clrIdx="4942"/>
  <p:cmAuthor id="4944" name="庞宝国" initials="庞" lastIdx="0" clrIdx="4943"/>
  <p:cmAuthor id="4945" name="何慧丽" initials="何" lastIdx="0" clrIdx="4944"/>
  <p:cmAuthor id="4946" name="雷庭" initials="雷" lastIdx="0" clrIdx="4945"/>
  <p:cmAuthor id="4947" name="49254" initials="4" lastIdx="0" clrIdx="4946"/>
  <p:cmAuthor id="4948" name="lgp" initials="l" lastIdx="0" clrIdx="4947"/>
  <p:cmAuthor id="4949" name="沛斯 钟" initials="沛" lastIdx="0" clrIdx="4948"/>
  <p:cmAuthor id="4950" name="547716734@qq.com" initials="5" lastIdx="0" clrIdx="4949"/>
  <p:cmAuthor id="4951" name="岳文甲" initials="岳" lastIdx="0" clrIdx="4950"/>
  <p:cmAuthor id="4952" name="林 声洋" initials="林" lastIdx="0" clrIdx="4951"/>
  <p:cmAuthor id="4953" name="zhengzhong" initials="z" lastIdx="0" clrIdx="4952"/>
  <p:cmAuthor id="4954" name="ProMedican" initials="P" lastIdx="0" clrIdx="4953"/>
  <p:cmAuthor id="4955" name="侯清英" initials="侯" lastIdx="0" clrIdx="4954"/>
  <p:cmAuthor id="4956" name="Student" initials="S" lastIdx="0" clrIdx="4955"/>
  <p:cmAuthor id="4957" name="madan chen" initials="mc" lastIdx="0" clrIdx="4956"/>
  <p:cmAuthor id="4958" name="f n" initials="fn" lastIdx="0" clrIdx="4957"/>
  <p:cmAuthor id="4959" name="郭禹希" initials="郭" lastIdx="0" clrIdx="4958"/>
  <p:cmAuthor id="4960" name="YZB" initials="Y" lastIdx="0" clrIdx="4959"/>
  <p:cmAuthor id="4961" name="吕震" initials="吕" lastIdx="0" clrIdx="4960"/>
  <p:cmAuthor id="4962" name="吴岩" initials="吴" lastIdx="0" clrIdx="4961"/>
  <p:cmAuthor id="4963" name="Windows" initials="W" lastIdx="0" clrIdx="4962"/>
  <p:cmAuthor id="4964" name="郭书含" initials="郭" lastIdx="0" clrIdx="4963"/>
  <p:cmAuthor id="4965" name="Ahmet王" initials="A" lastIdx="0" clrIdx="4964"/>
  <p:cmAuthor id="4966" name="пользователь Microsoft Office" initials="п" lastIdx="0" clrIdx="4965"/>
  <p:cmAuthor id="4967" name="1716266060@qq.com" initials="1" lastIdx="0" clrIdx="4966"/>
  <p:cmAuthor id="4968" name="chenli8" initials="c" lastIdx="0" clrIdx="4967"/>
  <p:cmAuthor id="4969" name="448097321@qq.com" initials="4" lastIdx="0" clrIdx="4968"/>
  <p:cmAuthor id="4970" name="wcj" initials="w" lastIdx="0" clrIdx="4969"/>
  <p:cmAuthor id="4971" name="zhumin1" initials="z" lastIdx="0" clrIdx="4970"/>
  <p:cmAuthor id="4972" name="FS" initials="F" lastIdx="0" clrIdx="4971"/>
  <p:cmAuthor id="4973" name="Temp" initials="T" lastIdx="0" clrIdx="4972"/>
  <p:cmAuthor id="4974" name="刘岸亮" initials="刘" lastIdx="0" clrIdx="4973"/>
  <p:cmAuthor id="4975" name="雍中婧" initials="雍" lastIdx="0" clrIdx="4974"/>
  <p:cmAuthor id="4976" name="任斐" initials="任" lastIdx="0" clrIdx="4975"/>
  <p:cmAuthor id="4977" name="肖 雷" initials="肖" lastIdx="0" clrIdx="4976"/>
  <p:cmAuthor id="4978" name="lin lin" initials="l" lastIdx="0" clrIdx="4977"/>
  <p:cmAuthor id="4979" name="邓蓉榕" initials="邓" lastIdx="0" clrIdx="4978"/>
  <p:cmAuthor id="4980" name="Sky.Wang" initials="S" lastIdx="0" clrIdx="4979"/>
  <p:cmAuthor id="4981" name="时方赛" initials="时" lastIdx="0" clrIdx="4980"/>
  <p:cmAuthor id="4982" name="李明强" initials="李" lastIdx="0" clrIdx="4981"/>
  <p:cmAuthor id="4983" name="zhangbw18" initials="z" lastIdx="0" clrIdx="4982"/>
  <p:cmAuthor id="4984" name="wangll132" initials="w" lastIdx="0" clrIdx="4983"/>
  <p:cmAuthor id="4985" name="benbenonroad zhao" initials="b" lastIdx="0" clrIdx="4984"/>
  <p:cmAuthor id="4986" name="SHMILY" initials="S" lastIdx="0" clrIdx="4985"/>
  <p:cmAuthor id="4987" name="李 斌" initials="李" lastIdx="0" clrIdx="4986"/>
  <p:cmAuthor id="4988" name="孙现民" initials="孙" lastIdx="0" clrIdx="4987"/>
  <p:cmAuthor id="4989" name="田海兰" initials="田" lastIdx="0" clrIdx="4988"/>
  <p:cmAuthor id="4990" name="柯 少鹏" initials="柯" lastIdx="0" clrIdx="4989"/>
  <p:cmAuthor id="4991" name="刘承刚" initials="刘" lastIdx="0" clrIdx="4990"/>
  <p:cmAuthor id="4992" name="韩冰" initials="韩" lastIdx="0" clrIdx="4991"/>
  <p:cmAuthor id="4993" name="冯敏" initials="冯" lastIdx="0" clrIdx="4992"/>
  <p:cmAuthor id="4994" name="贾彬彬" initials="贾" lastIdx="0" clrIdx="4993"/>
  <p:cmAuthor id="4995" name="sun frank" initials="s" lastIdx="0" clrIdx="4994"/>
  <p:cmAuthor id="4996" name="徐 伟钦" initials="徐" lastIdx="0" clrIdx="4995"/>
  <p:cmAuthor id="4997" name="李昕玫" initials="李" lastIdx="0" clrIdx="4996"/>
  <p:cmAuthor id="4998" name="lianxing liao" initials="l" lastIdx="0" clrIdx="4997"/>
  <p:cmAuthor id="4999" name="yangysh" initials="y" lastIdx="0" clrIdx="4998"/>
  <p:cmAuthor id="5000" name="李晨曦" initials="李" lastIdx="0" clrIdx="4999"/>
  <p:cmAuthor id="5001" name="Bonan Qi" initials="B" lastIdx="0" clrIdx="5000"/>
  <p:cmAuthor id="5002" name="yaoxiaojun" initials="y" lastIdx="0" clrIdx="5001"/>
  <p:cmAuthor id="5003" name="tianan" initials="t" lastIdx="0" clrIdx="5002"/>
  <p:cmAuthor id="5004" name="朱雪松" initials="朱" lastIdx="0" clrIdx="5003"/>
  <p:cmAuthor id="5005" name="Vagun Vagun" initials="V" lastIdx="0" clrIdx="5004"/>
  <p:cmAuthor id="5006" name="李秋静" initials="李" lastIdx="0" clrIdx="5005"/>
  <p:cmAuthor id="5007" name="陈林" initials="陈" lastIdx="0" clrIdx="5006"/>
  <p:cmAuthor id="5008" name="张梦莞" initials="张" lastIdx="0" clrIdx="5007"/>
  <p:cmAuthor id="5009" name="严之" initials="严" lastIdx="0" clrIdx="5008"/>
  <p:cmAuthor id="5010" name="程诗媛" initials="程" lastIdx="0" clrIdx="5009"/>
  <p:cmAuthor id="5011" name="吕 阔" initials="吕" lastIdx="0" clrIdx="5010"/>
  <p:cmAuthor id="5012" name="lixun" initials="l" lastIdx="0" clrIdx="5011"/>
  <p:cmAuthor id="5013" name="Isabella" initials="I" lastIdx="0" clrIdx="5012"/>
  <p:cmAuthor id="5014" name="KK Yoda" initials="K" lastIdx="0" clrIdx="5013"/>
  <p:cmAuthor id="5015" name="feng wei" initials="f" lastIdx="0" clrIdx="5014"/>
  <p:cmAuthor id="5016" name="Meredith Kalish" initials="M" lastIdx="0" clrIdx="5015"/>
  <p:cmAuthor id="5017" name="Mary Beattie" initials="M" lastIdx="0" clrIdx="5016"/>
  <p:cmAuthor id="5018" name="Andrea Michels" initials="A" lastIdx="0" clrIdx="5017"/>
  <p:cmAuthor id="5019" name="张静_QZZvv2Aj" initials="authorId_625078060" lastIdx="0" clrIdx="5018"/>
  <p:cmAuthor id="5020" name="周 保旭" initials="周" lastIdx="0" clrIdx="5019"/>
  <p:cmAuthor id="5021" name="I_u6feq6Zr" initials="authorId_300885863" lastIdx="0" clrIdx="5020"/>
  <p:cmAuthor id="5022" name="蓝楠" initials="蓝" lastIdx="0" clrIdx="5021"/>
  <p:cmAuthor id="5023" name="张晔" initials="y" lastIdx="0" clrIdx="5022"/>
  <p:cmAuthor id="5024" name="吧唧吧唧" initials="吧" lastIdx="0" clrIdx="5023"/>
  <p:cmAuthor id="5025" name="李亚琦" initials="李" lastIdx="0" clrIdx="5024"/>
  <p:cmAuthor id="5026" name="安之若素" initials="安" lastIdx="0" clrIdx="5025"/>
  <p:cmAuthor id="5027" name="柠萌௰" initials="柠" lastIdx="0" clrIdx="5026"/>
  <p:cmAuthor id="5028" name="vsi_v" initials="v" lastIdx="0" clrIdx="5027"/>
  <p:cmAuthor id="5029" name="刘书辰" initials="s" lastIdx="0" clrIdx="5028"/>
  <p:cmAuthor id="5030" name="砚" initials="砚" lastIdx="0" clrIdx="5029"/>
  <p:cmAuthor id="5031" name="10040068" initials="hpy" lastIdx="0" clrIdx="5030"/>
  <p:cmAuthor id="5032" name="孙新国10011524" initials="孙新国10011524" lastIdx="0" clrIdx="5031"/>
  <p:cmAuthor id="5033" name="倪怡" initials="倪" lastIdx="0" clrIdx="5032"/>
  <p:cmAuthor id="5034" name="叶海纳" initials="叶" lastIdx="0" clrIdx="5033"/>
  <p:cmAuthor id="5035" name="古颜松" initials="古" lastIdx="0" clrIdx="5034"/>
  <p:cmAuthor id="5036" name="xieyy25" initials="x" lastIdx="0" clrIdx="5035"/>
  <p:cmAuthor id="5037" name="程佳琳" initials="程" lastIdx="0" clrIdx="5036"/>
  <p:cmAuthor id="5038" name="Frank De Waelle" initials="FDW" lastIdx="0" clrIdx="5037"/>
  <p:cmAuthor id="5039" name="崔冬亮" initials="u" lastIdx="0" clrIdx="5038"/>
  <p:cmAuthor id="5040" name="Ben Robinson (JF)" initials="B" lastIdx="0" clrIdx="5039"/>
  <p:cmAuthor id="5041" name="yuanle" initials="y" lastIdx="0" clrIdx="5040"/>
  <p:cmAuthor id="5042" name="史令晓|shilingxiao" initials="A" lastIdx="0" clrIdx="5041"/>
  <p:cmAuthor id="5043" name="Li Li Shan" initials="" lastIdx="0" clrIdx="5042"/>
  <p:cmAuthor id="5044" name="Peng Cheng Wang" initials="" lastIdx="0" clrIdx="5043"/>
  <p:cmAuthor id="5045" name="Chen, Chen (Rex) (Open) " initials="" lastIdx="0" clrIdx="5044"/>
  <p:cmAuthor id="5046" name="郑茂满" initials="Y" lastIdx="0" clrIdx="5045"/>
  <p:cmAuthor id="5047" name="许明" initials="许" lastIdx="0" clrIdx="5046"/>
  <p:cmAuthor id="5048" name="许相辉" initials="许" lastIdx="0" clrIdx="5047"/>
  <p:cmAuthor id="5049" name="may" initials="m" lastIdx="0" clrIdx="5048"/>
  <p:cmAuthor id="5050" name="李 建坤" initials="李" lastIdx="0" clrIdx="5049"/>
  <p:cmAuthor id="5051" name="15437" initials="1" lastIdx="0" clrIdx="5050"/>
  <p:cmAuthor id="5052" name="万 春羽" initials="万" lastIdx="0" clrIdx="5051"/>
  <p:cmAuthor id="5053" name="ting lin" initials="tl" lastIdx="0" clrIdx="5052"/>
  <p:cmAuthor id="5054" name="zxh" initials="z" lastIdx="0" clrIdx="5053"/>
  <p:cmAuthor id="5055" name="橙子…" initials="橙" lastIdx="0" clrIdx="5054"/>
  <p:cmAuthor id="5056" name="Evermind" initials="E" lastIdx="0" clrIdx="5055"/>
  <p:cmAuthor id="5057" name="ZhangMiao" initials="Z" lastIdx="0" clrIdx="5056"/>
  <p:cmAuthor id="5058" name="苍苍" initials="苍" lastIdx="0" clrIdx="5057"/>
  <p:cmAuthor id="5059" name="IrisH" initials="I" lastIdx="0" clrIdx="5058"/>
  <p:cmAuthor id="5060" name="Zhi_RfqiJrym" initials="authorId_422254981" lastIdx="0" clrIdx="5059"/>
  <p:cmAuthor id="5061" name="邵亮" initials="SL" lastIdx="0" clrIdx="5060"/>
  <p:cmAuthor id="5062" name="yang peter" initials="yp" lastIdx="0" clrIdx="5061"/>
  <p:cmAuthor id="5063" name="秋红 李" initials="秋李" lastIdx="0" clrIdx="5062"/>
  <p:cmAuthor id="5064" name="c ff" initials="fc" lastIdx="0" clrIdx="5063"/>
  <p:cmAuthor id="5065" name="盖珂" initials="GK" lastIdx="0" clrIdx="5064"/>
  <p:cmAuthor id="5066" name="Bo Wang" initials="BW" lastIdx="0" clrIdx="5065"/>
  <p:cmAuthor id="5067" name="龙 欣" initials="龙" lastIdx="0" clrIdx="5066"/>
  <p:cmAuthor id="5068" name="小华 李" initials="小华" lastIdx="0" clrIdx="5067"/>
  <p:cmAuthor id="5069" name="admin-pc" initials="a" lastIdx="0" clrIdx="5068"/>
  <p:cmAuthor id="5070" name="曾丽琼" initials="曾" lastIdx="0" clrIdx="5069"/>
  <p:cmAuthor id="5071" name="周舒鹏" initials="周" lastIdx="0" clrIdx="5070"/>
  <p:cmAuthor id="5072" name="L" initials="" lastIdx="0" clrIdx="5071"/>
  <p:cmAuthor id="5073" name="王梦妍" initials="" lastIdx="0" clrIdx="5072"/>
  <p:cmAuthor id="5074" name="朱幂" initials="zm" lastIdx="0" clrIdx="5073"/>
  <p:cmAuthor id="5075" name="zhouwenhao" initials="z" lastIdx="0" clrIdx="5074"/>
  <p:cmAuthor id="5076" name="TANG" initials="T" lastIdx="0" clrIdx="5075"/>
  <p:cmAuthor id="5077" name="yangdi" initials="y" lastIdx="0" clrIdx="5076"/>
  <p:cmAuthor id="5078" name="回校" initials="回" lastIdx="0" clrIdx="5077"/>
  <p:cmAuthor id="5079" name="landy1125@outlook.com" initials="l" lastIdx="0" clrIdx="5078"/>
  <p:cmAuthor id="5080" name="caoyq0624" initials="c" lastIdx="0" clrIdx="5079"/>
  <p:cmAuthor id="5081" name="Geffrey Pan" initials="G" lastIdx="0" clrIdx="5080"/>
  <p:cmAuthor id="5082" name="杨国" initials="杨" lastIdx="0" clrIdx="5081"/>
  <p:cmAuthor id="5083" name="tkuser" initials="t" lastIdx="0" clrIdx="5082"/>
  <p:cmAuthor id="5084" name="Ele" initials="E" lastIdx="0" clrIdx="5083"/>
  <p:cmAuthor id="5085" name="WL" initials="WL" lastIdx="0" clrIdx="5084"/>
  <p:cmAuthor id="5086" name="Yumin Li" initials="" lastIdx="0" clrIdx="5085"/>
  <p:cmAuthor id="5087" name="曾思祖" initials="" lastIdx="0" clrIdx="5086"/>
  <p:cmAuthor id="5088" name="李凌寒" initials="李凌寒" lastIdx="0" clrIdx="5087"/>
  <p:cmAuthor id="5089" name="姜龙玉" initials="姜" lastIdx="0" clrIdx="5088"/>
  <p:cmAuthor id="5090" name="l" initials="l" lastIdx="0" clrIdx="5089"/>
  <p:cmAuthor id="5091" name="Roy" initials="R" lastIdx="0" clrIdx="5090"/>
  <p:cmAuthor id="5092" name="HCP" initials="H" lastIdx="0" clrIdx="5091"/>
  <p:cmAuthor id="5093" name="1006352933@qq.com" initials="1" lastIdx="0" clrIdx="5092"/>
  <p:cmAuthor id="5094" name="何秋荣" initials="何" lastIdx="0" clrIdx="5093"/>
  <p:cmAuthor id="5095" name="王小林" initials="王" lastIdx="0" clrIdx="5094"/>
  <p:cmAuthor id="5096" name="88620" initials="8" lastIdx="0" clrIdx="5095"/>
  <p:cmAuthor id="5097" name="林颖" initials="林" lastIdx="0" clrIdx="5096"/>
  <p:cmAuthor id="5098" name="杜云馨" initials="杜" lastIdx="0" clrIdx="5097"/>
  <p:cmAuthor id="5099" name="何慧" initials="何" lastIdx="0" clrIdx="5098"/>
  <p:cmAuthor id="5100" name="刘尚萍" initials="刘" lastIdx="0" clrIdx="5099"/>
  <p:cmAuthor id="5101" name="霍志文" initials="霍" lastIdx="0" clrIdx="5100"/>
  <p:cmAuthor id="5102" name="康孟海" initials="kangmh6" lastIdx="0" clrIdx="5101"/>
  <p:cmAuthor id="5103" name="Hilary Hong Hui Chen" initials="hilchen" lastIdx="0" clrIdx="5102"/>
  <p:cmAuthor id="5104" name="何伟" initials="何" lastIdx="0" clrIdx="5103"/>
  <p:cmAuthor id="5105" name="kiwi" initials="k" lastIdx="0" clrIdx="5104"/>
  <p:cmAuthor id="5106" name="贺龙" initials="贺" lastIdx="0" clrIdx="5105"/>
  <p:cmAuthor id="5107" name="ROSIEANNA" initials="" lastIdx="0" clrIdx="5106"/>
  <p:cmAuthor id="5108" name="崔艳鹏" initials="崔" lastIdx="0" clrIdx="5107"/>
  <p:cmAuthor id="5109" name="You Zhou" initials="Y" lastIdx="0" clrIdx="5108"/>
  <p:cmAuthor id="5110" name="CPIC" initials="C" lastIdx="0" clrIdx="5109"/>
  <p:cmAuthor id="5111" name="lijy116" initials="l" lastIdx="0" clrIdx="5110"/>
  <p:cmAuthor id="5112" name="wtt" initials="w" lastIdx="0" clrIdx="5111"/>
  <p:cmAuthor id="5113" name="huangxm31" initials="h" lastIdx="0" clrIdx="5112"/>
  <p:cmAuthor id="5114" name="白 家松" initials="白" lastIdx="0" clrIdx="5113"/>
  <p:cmAuthor id="5115" name="10048575" initials="1" lastIdx="0" clrIdx="5114"/>
  <p:cmAuthor id="5116" name="xu" initials="x" lastIdx="0" clrIdx="5115"/>
  <p:cmAuthor id="5117" name="懒萝卜" initials="懒" lastIdx="0" clrIdx="5116"/>
  <p:cmAuthor id="5118" name="double6" initials="d" lastIdx="0" clrIdx="5117"/>
  <p:cmAuthor id="5119" name="CK" initials="C" lastIdx="0" clrIdx="5118"/>
  <p:cmAuthor id="5120" name="Rita" initials="R" lastIdx="0" clrIdx="5119"/>
  <p:cmAuthor id="5121" name="忠林 许" initials="忠" lastIdx="0" clrIdx="5120"/>
  <p:cmAuthor id="5122" name="刘婷婷" initials="刘" lastIdx="0" clrIdx="5121"/>
  <p:cmAuthor id="5123" name="y" initials="y" lastIdx="0" clrIdx="5122"/>
  <p:cmAuthor id="5124" name="15652" initials="1" lastIdx="0" clrIdx="5123"/>
  <p:cmAuthor id="5125" name="Lostime" initials="L" lastIdx="0" clrIdx="5124"/>
  <p:cmAuthor id="5126" name="鹏 安" initials="鹏安" lastIdx="0" clrIdx="5125"/>
  <p:cmAuthor id="5127" name="潘翰祺" initials="潘" lastIdx="0" clrIdx="5126"/>
  <p:cmAuthor id="5128" name="giraffe_eva@126.com" initials="" lastIdx="0" clrIdx="5127"/>
  <p:cmAuthor id="5129" name="黄勇" initials="G" lastIdx="0" clrIdx="5128"/>
  <p:cmAuthor id="5130" name="wangk66" initials="w" lastIdx="0" clrIdx="5129"/>
  <p:cmAuthor id="5131" name="李 培星" initials="李" lastIdx="0" clrIdx="5130"/>
  <p:cmAuthor id="5132" name="Lockon" initials="L" lastIdx="0" clrIdx="5131"/>
  <p:cmAuthor id="5133" name="zhangwusheng" initials="z" lastIdx="0" clrIdx="5132"/>
  <p:cmAuthor id="5134" name="李汝轩" initials="W用" lastIdx="0" clrIdx="5133"/>
  <p:cmAuthor id="5135" name="tal" initials="t" lastIdx="0" clrIdx="5134"/>
  <p:cmAuthor id="5136" name="雷建国" initials="gs" lastIdx="0" clrIdx="5135"/>
  <p:cmAuthor id="5137" name="Ryan" initials="R" lastIdx="0" clrIdx="5136"/>
  <p:cmAuthor id="5138" name="laoke1984@outlook.com" initials="l" lastIdx="0" clrIdx="5137"/>
  <p:cmAuthor id="5139" name="baiy" initials="b" lastIdx="0" clrIdx="5138"/>
  <p:cmAuthor id="5140" name="wulifang" initials="wlf" lastIdx="0" clrIdx="5139"/>
  <p:cmAuthor id="5141" name="彭润" initials="彭" lastIdx="0" clrIdx="5140"/>
  <p:cmAuthor id="5142" name="gt" initials="g" lastIdx="0" clrIdx="5141"/>
  <p:cmAuthor id="5143" name="person" initials="p" lastIdx="0" clrIdx="5142"/>
  <p:cmAuthor id="5144" name="Jarod" initials="J" lastIdx="0" clrIdx="5143"/>
  <p:cmAuthor id="5145" name="xiaoxin" initials="x" lastIdx="0" clrIdx="5144"/>
  <p:cmAuthor id="5146" name="李能文" initials="李能文" lastIdx="0" clrIdx="5145"/>
  <p:cmAuthor id="5147" name="lixiaguang" initials="l" lastIdx="0" clrIdx="5146"/>
  <p:cmAuthor id="5148" name="FF" initials="F" lastIdx="0" clrIdx="5147"/>
  <p:cmAuthor id="5149" name="XUWEI" initials="X" lastIdx="0" clrIdx="5148"/>
  <p:cmAuthor id="5150" name="邢 术锋" initials="邢" lastIdx="0" clrIdx="5149"/>
  <p:cmAuthor id="5151" name="12506" initials="1" lastIdx="0" clrIdx="5150"/>
  <p:cmAuthor id="5152" name="ZJK" initials="Z" lastIdx="0" clrIdx="5151"/>
  <p:cmAuthor id="5153" name="86178" initials="8" lastIdx="0" clrIdx="5152"/>
  <p:cmAuthor id="5154" name="武丽芳" initials="wlf" lastIdx="0" clrIdx="5153"/>
  <p:cmAuthor id="5155" name="17855" initials="1" lastIdx="0" clrIdx="5154"/>
  <p:cmAuthor id="5156" name="ZhouYang" initials="Z" lastIdx="0" clrIdx="5155"/>
  <p:cmAuthor id="5157" name="PANDA" initials="P" lastIdx="0" clrIdx="5156"/>
  <p:cmAuthor id="5158" name="Xiang" initials="X" lastIdx="0" clrIdx="5157"/>
  <p:cmAuthor id="5159" name="张黎明" initials="张" lastIdx="0" clrIdx="5158"/>
  <p:cmAuthor id="5160" name="DLT" initials="D" lastIdx="0" clrIdx="5159"/>
  <p:cmAuthor id="5161" name="王文岭01" initials="u" lastIdx="0" clrIdx="5160"/>
  <p:cmAuthor id="5162" name="程震01" initials="程" lastIdx="0" clrIdx="5161"/>
  <p:cmAuthor id="5163" name="chenf" initials="c" lastIdx="0" clrIdx="5162"/>
  <p:cmAuthor id="5164" name="1134" initials="1" lastIdx="0" clrIdx="5163"/>
  <p:cmAuthor id="5165" name="shenziqi" initials="s" lastIdx="0" clrIdx="5164"/>
  <p:cmAuthor id="5166" name="jig" initials="j" lastIdx="0" clrIdx="5165"/>
  <p:cmAuthor id="5167" name="Wang, Cherry-J" initials="W" lastIdx="0" clrIdx="5166"/>
  <p:cmAuthor id="5168" name="宋 歌" initials="宋" lastIdx="0" clrIdx="5167"/>
  <p:cmAuthor id="5169" name="449030419@qq.com" initials="4" lastIdx="0" clrIdx="5168"/>
  <p:cmAuthor id="5170" name="吕永朋" initials="吕" lastIdx="0" clrIdx="5169"/>
  <p:cmAuthor id="5171" name="张学永" initials="zxy" lastIdx="0" clrIdx="5170"/>
  <p:cmAuthor id="5172" name="史其淼" initials="史" lastIdx="0" clrIdx="5171"/>
  <p:cmAuthor id="5173" name="焱恺 彭" initials="焱" lastIdx="0" clrIdx="5172"/>
  <p:cmAuthor id="5174" name="deeplm" initials="d" lastIdx="0" clrIdx="5173"/>
  <p:cmAuthor id="5175" name="LiWei" initials="L" lastIdx="0" clrIdx="5174"/>
  <p:cmAuthor id="5176" name="Kaiyuan" initials="K" lastIdx="0" clrIdx="5175"/>
  <p:cmAuthor id="5177" name="jiangjunrz" initials="jiangjunrz" lastIdx="0" clrIdx="5176"/>
  <p:cmAuthor id="5178" name="李娜" initials="李" lastIdx="0" clrIdx="5177"/>
  <p:cmAuthor id="5179" name="laichenxi" initials="u" lastIdx="0" clrIdx="5178"/>
  <p:cmAuthor id="5180" name="ghostcat" initials="g" lastIdx="0" clrIdx="5179"/>
  <p:cmAuthor id="5181" name="行 朱" initials="行朱" lastIdx="0" clrIdx="5180"/>
  <p:cmAuthor id="5182" name="anni" initials="a" lastIdx="0" clrIdx="5181"/>
  <p:cmAuthor id="5183" name="Daisy-宋小花-" initials="D" lastIdx="0" clrIdx="5182"/>
  <p:cmAuthor id="5184" name="15402" initials="1" lastIdx="0" clrIdx="5183"/>
  <p:cmAuthor id="5185" name="任祺" initials="任祺" lastIdx="0" clrIdx="5184"/>
  <p:cmAuthor id="5186" name="hx" initials="h" lastIdx="0" clrIdx="5185"/>
  <p:cmAuthor id="5187" name="Mi Jing" initials="MJ" lastIdx="0" clrIdx="5186"/>
  <p:cmAuthor id="5188" name="liuqian" initials="l" lastIdx="0" clrIdx="5187"/>
  <p:cmAuthor id="5189" name="common user" initials="c" lastIdx="0" clrIdx="5188"/>
  <p:cmAuthor id="5190" name="张晓阳" initials="张" lastIdx="0" clrIdx="5189"/>
  <p:cmAuthor id="5191" name="chen rui" initials="c" lastIdx="0" clrIdx="5190"/>
  <p:cmAuthor id="5192" name="13162" initials="1" lastIdx="0" clrIdx="5191"/>
  <p:cmAuthor id="5193" name="jax.guo" initials="j" lastIdx="0" clrIdx="5192"/>
  <p:cmAuthor id="5194" name="gxy" initials="g" lastIdx="0" clrIdx="5193"/>
  <p:cmAuthor id="5195" name="fy" initials="f" lastIdx="0" clrIdx="5194"/>
  <p:cmAuthor id="5196" name="dongyn" initials="d" lastIdx="0" clrIdx="5195"/>
  <p:cmAuthor id="5197" name="谭国华" initials="谭" lastIdx="0" clrIdx="5196"/>
  <p:cmAuthor id="5198" name="binbo" initials="b" lastIdx="0" clrIdx="5197"/>
  <p:cmAuthor id="5199" name=" ShaoLi_zInyzuQR" initials="authorId_861257766" lastIdx="0" clrIdx="5198"/>
  <p:cmAuthor id="5200" name="fan liang" initials="fl" lastIdx="0" clrIdx="5199"/>
  <p:cmAuthor id="5201" name="张哲扬" initials="张" lastIdx="0" clrIdx="5200"/>
  <p:cmAuthor id="5202" name="李哲(ZheLi)-顺丰科技" initials="a" lastIdx="0" clrIdx="5201"/>
  <p:cmAuthor id="5203" name="chichi" initials="c" lastIdx="0" clrIdx="5202"/>
  <p:cmAuthor id="5204" name="duxj" initials="d" lastIdx="0" clrIdx="5203"/>
  <p:cmAuthor id="5205" name="呆。" initials="呆" lastIdx="0" clrIdx="5204"/>
  <p:cmAuthor id="5206" name="杨仔" initials="杨" lastIdx="0" clrIdx="5205"/>
  <p:cmAuthor id="5207" name="中御壹号" initials="中" lastIdx="0" clrIdx="5206"/>
  <p:cmAuthor id="5208" name="yuqiang.qyq" initials="y" lastIdx="0" clrIdx="5207"/>
  <p:cmAuthor id="5209" name="shixingru" initials="s" lastIdx="0" clrIdx="5208"/>
  <p:cmAuthor id="5210" name="晴天" initials="晴" lastIdx="0" clrIdx="5209"/>
  <p:cmAuthor id="5211" name="12078" initials="1" lastIdx="0" clrIdx="5210"/>
  <p:cmAuthor id="5212" name="陈嘉杰" initials="陈" lastIdx="0" clrIdx="5211"/>
  <p:cmAuthor id="5213" name="冯 长杰" initials="冯" lastIdx="0" clrIdx="5212"/>
  <p:cmAuthor id="5214" name="a" initials="a" lastIdx="0" clrIdx="5213"/>
  <p:cmAuthor id="5215" name="杨 士韶" initials="杨" lastIdx="0" clrIdx="5214"/>
  <p:cmAuthor id="5216" name="宇 张" initials="宇" lastIdx="0" clrIdx="5215"/>
  <p:cmAuthor id="5217" name="顾时泰" initials="N" lastIdx="0" clrIdx="5216"/>
  <p:cmAuthor id="5218" name="杨 硕" initials="杨" lastIdx="0" clrIdx="5217"/>
  <p:cmAuthor id="5219" name="CC" initials="C" lastIdx="0" clrIdx="5218"/>
  <p:cmAuthor id="5220" name="zhangchenghua" initials="z" lastIdx="0" clrIdx="5219"/>
  <p:cmAuthor id="5221" name="罗强" initials="罗" lastIdx="0" clrIdx="5220"/>
  <p:cmAuthor id="5222" name="祁小懒" initials="祁" lastIdx="0" clrIdx="5221"/>
  <p:cmAuthor id="5223" name="剑碧 颜" initials="剑颜" lastIdx="0" clrIdx="5222"/>
  <p:cmAuthor id="5224" name="LONG CHEN" initials="LC" lastIdx="0" clrIdx="5223"/>
  <p:cmAuthor id="5225" name="京鹏 孙" initials="京孙" lastIdx="0" clrIdx="5224"/>
  <p:cmAuthor id="5226" name="my zhang" initials="mz" lastIdx="0" clrIdx="5225"/>
  <p:cmAuthor id="5227" name="同柱 刘" initials="" lastIdx="0" clrIdx="5226"/>
  <p:cmAuthor id="5228" name="qiuzhuo" initials="q" lastIdx="0" clrIdx="5227"/>
  <p:cmAuthor id="5229" name="董 熙伟" initials="董" lastIdx="0" clrIdx="5228"/>
  <p:cmAuthor id="5230" name="25826" initials="2" lastIdx="0" clrIdx="5229"/>
  <p:cmAuthor id="5231" name="吴洁英Sissi佳霏_YJ7vAZFz" initials="authorId_389447683" lastIdx="0" clrIdx="5230"/>
  <p:cmAuthor id="5232" name="高军" initials="高军" lastIdx="0" clrIdx="5231"/>
  <p:cmAuthor id="5233" name="Lennox" initials="L" lastIdx="0" clrIdx="5232"/>
  <p:cmAuthor id="5234" name="hscli" initials="h" lastIdx="0" clrIdx="5233"/>
  <p:cmAuthor id="5235" name="徐津津" initials="徐" lastIdx="0" clrIdx="5234"/>
  <p:cmAuthor id="5236" name="wb_zhangjing173" initials="w" lastIdx="0" clrIdx="5235"/>
  <p:cmAuthor id="5237" name="89709" initials="8" lastIdx="0" clrIdx="5236"/>
  <p:cmAuthor id="5238" name="tangjp@mvtech.com.cn" initials="t" lastIdx="0" clrIdx="5237"/>
  <p:cmAuthor id="5239" name="周宇骋" initials="周" lastIdx="0" clrIdx="5238"/>
  <p:cmAuthor id="5240" name="熊 帅" initials="" lastIdx="0" clrIdx="5239"/>
  <p:cmAuthor id="5241" name="徐圣语" initials="" lastIdx="0" clrIdx="5240"/>
  <p:cmAuthor id="5242" name="XBT" initials="X" lastIdx="0" clrIdx="5241"/>
  <p:cmAuthor id="5243" name="吕昕" initials="" lastIdx="0" clrIdx="5242"/>
  <p:cmAuthor id="5244" name="刘新国" initials="" lastIdx="0" clrIdx="5243"/>
  <p:cmAuthor id="5245" name="ali maher" initials="am" lastIdx="0" clrIdx="5244"/>
  <p:cmAuthor id="5246" name="王梓" initials="" lastIdx="0" clrIdx="5245"/>
  <p:cmAuthor id="5247" name="Echo" initials="E" lastIdx="0" clrIdx="5246"/>
  <p:cmAuthor id="5248" name="滕希成" initials="滕" lastIdx="0" clrIdx="5247"/>
  <p:cmAuthor id="5249" name="郑州果妈" initials="郑" lastIdx="0" clrIdx="5248"/>
  <p:cmAuthor id="5250" name="shinin" initials="s" lastIdx="0" clrIdx="5249"/>
  <p:cmAuthor id="5251" name="yejingwen" initials="y" lastIdx="0" clrIdx="5250"/>
  <p:cmAuthor id="5252" name="   " initials=" " lastIdx="0" clrIdx="5251"/>
  <p:cmAuthor id="5253" name="duweiwei1" initials="d" lastIdx="0" clrIdx="5252"/>
  <p:cmAuthor id="5254" name="fengyi23" initials="f" lastIdx="0" clrIdx="5253"/>
  <p:cmAuthor id="5255" name="luoll11" initials="l" lastIdx="0" clrIdx="5254"/>
  <p:cmAuthor id="5256" name="wuxiaoqi1" initials="w" lastIdx="0" clrIdx="5255"/>
  <p:cmAuthor id="5257" name="00030386" initials="0" lastIdx="0" clrIdx="5256"/>
  <p:cmAuthor id="5258" name="jinbq" initials="j" lastIdx="0" clrIdx="5257"/>
  <p:cmAuthor id="5259" name="guqin" initials="g" lastIdx="0" clrIdx="5258"/>
  <p:cmAuthor id="5260" name="yangf82" initials="y" lastIdx="0" clrIdx="5259"/>
  <p:cmAuthor id="5261" name="jiaxizhou1" initials="j" lastIdx="0" clrIdx="5260"/>
  <p:cmAuthor id="5262" name="wangms42" initials="w" lastIdx="0" clrIdx="5261"/>
  <p:cmAuthor id="5263" name="wangml110" initials="w" lastIdx="0" clrIdx="5262"/>
  <p:cmAuthor id="5264" name="施晗" initials="施" lastIdx="0" clrIdx="5263"/>
  <p:cmAuthor id="5265" name="guy16" initials="g" lastIdx="0" clrIdx="5264"/>
  <p:cmAuthor id="5266" name="chenhua32" initials="c" lastIdx="0" clrIdx="5265"/>
  <p:cmAuthor id="5267" name="常oo" initials="常" lastIdx="0" clrIdx="5266"/>
  <p:cmAuthor id="5268" name="qiuyn" initials="q" lastIdx="0" clrIdx="5267"/>
  <p:cmAuthor id="5269" name="18911600215" initials="1" lastIdx="0" clrIdx="5268"/>
  <p:cmAuthor id="5270" name="zhuy261" initials="z" lastIdx="0" clrIdx="5269"/>
  <p:cmAuthor id="5271" name="李想" initials="李" lastIdx="0" clrIdx="5270"/>
  <p:cmAuthor id="5272" name="Tom" initials="T" lastIdx="0" clrIdx="5271"/>
  <p:cmAuthor id="5273" name="weixy67" initials="w" lastIdx="0" clrIdx="5272"/>
  <p:cmAuthor id="5274" name="程健一" initials="程" lastIdx="0" clrIdx="5273"/>
  <p:cmAuthor id="5275" name="洁 杨" initials="洁杨" lastIdx="0" clrIdx="5274"/>
  <p:cmAuthor id="5276" name="星 牟" initials="星" lastIdx="0" clrIdx="5275"/>
  <p:cmAuthor id="5277" name="梳子" initials="梳" lastIdx="0" clrIdx="5276"/>
  <p:cmAuthor id="5278" name="郭凯" initials="郭" lastIdx="0" clrIdx="5277"/>
  <p:cmAuthor id="5279" name="张心叶" initials="张心叶" lastIdx="0" clrIdx="5278"/>
  <p:cmAuthor id="5280" name="若尘 黄" initials="若黄" lastIdx="0" clrIdx="5279"/>
  <p:cmAuthor id="5281" name="LILI" initials="L" lastIdx="0" clrIdx="5280"/>
  <p:cmAuthor id="5282" name="郑立" initials="郑立" lastIdx="0" clrIdx="5281"/>
  <p:cmAuthor id="5283" name="zhout" initials="z" lastIdx="0" clrIdx="5282"/>
  <p:cmAuthor id="5284" name="高 源" initials="高" lastIdx="0" clrIdx="5283"/>
  <p:cmAuthor id="5285" name="无双 慕容" initials="无慕" lastIdx="0" clrIdx="5284"/>
  <p:cmAuthor id="5286" name="bj" initials="b" lastIdx="0" clrIdx="5285"/>
  <p:cmAuthor id="5287" name="明夏若水" initials="明" lastIdx="0" clrIdx="5286"/>
  <p:cmAuthor id="5288" name="new" initials="n" lastIdx="0" clrIdx="5287"/>
  <p:cmAuthor id="5289" name="1353" initials="1" lastIdx="0" clrIdx="5288"/>
  <p:cmAuthor id="5290" name="王静芸(人力资源部)" initials="王" lastIdx="0" clrIdx="5289"/>
  <p:cmAuthor id="5291" name="huhailiang123456@outlook.com" initials="h" lastIdx="0" clrIdx="5290"/>
  <p:cmAuthor id="5292" name="滨湖科学城 规划战略部" initials="滨湖科学城" lastIdx="0" clrIdx="5291"/>
  <p:cmAuthor id="5293" name="田洪宇" initials="田" lastIdx="0" clrIdx="5292"/>
  <p:cmAuthor id="5294" name="li xiang" initials="lx" lastIdx="0" clrIdx="5293"/>
  <p:cmAuthor id="5295" name="hanxu" initials="h" lastIdx="0" clrIdx="5294"/>
  <p:cmAuthor id="5296" name="10255708" initials="1" lastIdx="0" clrIdx="5295"/>
  <p:cmAuthor id="5297" name="李东民" initials="李" lastIdx="0" clrIdx="5296"/>
  <p:cmAuthor id="5298" name="鲁思煜" initials="LUSIYU" lastIdx="0" clrIdx="5297"/>
  <p:cmAuthor id="5299" name="liujq" initials="l" lastIdx="0" clrIdx="5298"/>
  <p:cmAuthor id="5300" name="Zoe Lv" initials="ZL" lastIdx="0" clrIdx="5299"/>
  <p:cmAuthor id="5301" name="BIG NICKY" initials="BN" lastIdx="0" clrIdx="5300"/>
  <p:cmAuthor id="5302" name="luoluo&amp;cong" initials="l" lastIdx="0" clrIdx="5301"/>
  <p:cmAuthor id="5303" name="leon" initials="l" lastIdx="0" clrIdx="5302"/>
  <p:cmAuthor id="5304" name="zhang wenxuan" initials="zw" lastIdx="0" clrIdx="5303"/>
  <p:cmAuthor id="5305" name="袁文龙" initials="ywl" lastIdx="0" clrIdx="5304"/>
  <p:cmAuthor id="5306" name="夏政远" initials="u" lastIdx="0" clrIdx="5305"/>
  <p:cmAuthor id="5307" name="Liang, WenBo Rambo" initials="LWR" lastIdx="0" clrIdx="5306"/>
  <p:cmAuthor id="5308" name="Ye, Wenbo Terry" initials="YWT" lastIdx="0" clrIdx="5307"/>
  <p:cmAuthor id="5309" name="lishi" initials="l" lastIdx="0" clrIdx="5308"/>
  <p:cmAuthor id="5310" name="LH SHI" initials="LS" lastIdx="0" clrIdx="5309"/>
  <p:cmAuthor id="5311" name="田博" initials="田" lastIdx="0" clrIdx="5310"/>
  <p:cmAuthor id="5312" name="王霄雨" initials="A" lastIdx="0" clrIdx="5311"/>
  <p:cmAuthor id="5313" name="钟家豪" initials="zjh" lastIdx="0" clrIdx="5312"/>
  <p:cmAuthor id="5314" name="Vikki" initials="V" lastIdx="0" clrIdx="5313"/>
  <p:cmAuthor id="5315" name="nan li" initials="nl" lastIdx="0" clrIdx="5314"/>
  <p:cmAuthor id="5316" name="bssm" initials="b" lastIdx="0" clrIdx="5315"/>
  <p:cmAuthor id="5317" name="鹿心悸" initials="鹿" lastIdx="0" clrIdx="5316"/>
  <p:cmAuthor id="5318" name="liu" initials="l" lastIdx="0" clrIdx="5317"/>
  <p:cmAuthor id="5319" name="zhanghao" initials="z" lastIdx="0" clrIdx="5318"/>
  <p:cmAuthor id="5320" name="泪 目" initials="泪" lastIdx="0" clrIdx="5319"/>
  <p:cmAuthor id="5321" name="王维" initials="8" lastIdx="0" clrIdx="5320"/>
  <p:cmAuthor id="5322" name="张之林" initials="张" lastIdx="0" clrIdx="5321"/>
  <p:cmAuthor id="5323" name="dali" initials="d" lastIdx="0" clrIdx="5322"/>
  <p:cmAuthor id="5324" name="AHDX" initials="A" lastIdx="0" clrIdx="5323"/>
  <p:cmAuthor id="5325" name="zhao chun" initials="zc" lastIdx="0" clrIdx="5324"/>
  <p:cmAuthor id="5326" name="songbiying@163.com" initials="s" lastIdx="0" clrIdx="5325"/>
  <p:cmAuthor id="5327" name="chen sissi" initials="cs" lastIdx="0" clrIdx="5326"/>
  <p:cmAuthor id="5328" name="杨舟" initials="Y" lastIdx="0" clrIdx="5327"/>
  <p:cmAuthor id="5329" name="灰灰" initials="灰" lastIdx="0" clrIdx="5328"/>
  <p:cmAuthor id="5330" name="武侠" initials="武" lastIdx="0" clrIdx="5329"/>
  <p:cmAuthor id="5331" name="孙滨_RJjifqYb" initials="authorId_716583" lastIdx="0" clrIdx="5330"/>
  <p:cmAuthor id="5332" name="齐兵_6Jb2ieQF" initials="authorId_491749963" lastIdx="0" clrIdx="5331"/>
  <p:cmAuthor id="5333" name="Unknown User66" initials="U" lastIdx="0" clrIdx="5332"/>
  <p:cmAuthor id="5334" name="潘孙翔" initials="p" lastIdx="0" clrIdx="5333"/>
  <p:cmAuthor id="5335" name="胡杨" initials="胡" lastIdx="0" clrIdx="5334"/>
  <p:cmAuthor id="5336" name="魏海辉" initials="魏" lastIdx="0" clrIdx="5335"/>
  <p:cmAuthor id="5337" name="fly凡" initials="f" lastIdx="0" clrIdx="5336"/>
  <p:cmAuthor id="5338" name="xu_zhong@sina.com" initials="x" lastIdx="0" clrIdx="5337"/>
  <p:cmAuthor id="5339" name="qmz" initials="q" lastIdx="0" clrIdx="5338"/>
  <p:cmAuthor id="5340" name="李雯雯" initials="c" lastIdx="0" clrIdx="5339"/>
  <p:cmAuthor id="5341" name="瑞平 孙" initials="瑞孙" lastIdx="0" clrIdx="5340"/>
  <p:cmAuthor id="5342" name="夏剑芳" initials="夏" lastIdx="0" clrIdx="5341"/>
  <p:cmAuthor id="5343" name="98254" initials="9" lastIdx="0" clrIdx="5342"/>
  <p:cmAuthor id="5344" name="喵了个咪" initials="喵" lastIdx="0" clrIdx="5343"/>
  <p:cmAuthor id="5345" name="安广翔" initials="安" lastIdx="0" clrIdx="5344"/>
  <p:cmAuthor id="5346" name="何文通" initials="何" lastIdx="0" clrIdx="5345"/>
  <p:cmAuthor id="5347" name="铁西营业部" initials="铁" lastIdx="0" clrIdx="5346"/>
  <p:cmAuthor id="5348" name="8615305711863" initials="chenh.zj" lastIdx="0" clrIdx="5347"/>
  <p:cmAuthor id="5349" name="王天永" initials="王" lastIdx="0" clrIdx="5348"/>
  <p:cmAuthor id="5350" name="詹台子墨" initials="詹" lastIdx="0" clrIdx="5349"/>
  <p:cmAuthor id="5351" name="杨淑婷" initials="杨淑婷" lastIdx="0" clrIdx="5350"/>
  <p:cmAuthor id="5352" name="٩(๑òωó๑)۶" initials="٩" lastIdx="0" clrIdx="5351"/>
  <p:cmAuthor id="5353" name="haiyan guo" initials="hg" lastIdx="0" clrIdx="5352"/>
  <p:cmAuthor id="5354" name="10145459" initials="1" lastIdx="0" clrIdx="5353"/>
  <p:cmAuthor id="5355" name="肖 钦峰" initials="肖" lastIdx="0" clrIdx="5354"/>
  <p:cmAuthor id="5356" name="张 冰雷" initials="张" lastIdx="0" clrIdx="5355"/>
  <p:cmAuthor id="5357" name="MACBOOK" initials="M" lastIdx="0" clrIdx="5356"/>
  <p:cmAuthor id="5358" name="ctyun" initials="c" lastIdx="0" clrIdx="5357"/>
  <p:cmAuthor id="5359" name="赵珊珊_7VneVbi6" initials="authorId_441980255" lastIdx="0" clrIdx="5358"/>
  <p:cmAuthor id="5360" name="Zhu Yutong" initials="ZY" lastIdx="0" clrIdx="5359"/>
  <p:cmAuthor id="5361" name="Chen Jian-Xin" initials="cjx" lastIdx="0" clrIdx="5360"/>
  <p:cmAuthor id="5362" name="苏越" initials="苏越" lastIdx="0" clrIdx="5361"/>
  <p:cmAuthor id="5363" name="T165984" initials="T" lastIdx="0" clrIdx="5362"/>
  <p:cmAuthor id="5364" name="sangliu" initials="s" lastIdx="0" clrIdx="5363"/>
  <p:cmAuthor id="5365" name="王长有" initials="王长有" lastIdx="0" clrIdx="5364"/>
  <p:cmAuthor id="5366" name="王旭明" initials="王旭明" lastIdx="0" clrIdx="5365"/>
  <p:cmAuthor id="5367" name="齐天雄" initials="齐天雄" lastIdx="0" clrIdx="5366"/>
  <p:cmAuthor id="5368" name="石国辉" initials="SHI" lastIdx="0" clrIdx="5367"/>
  <p:cmAuthor id="5369" name="YangTing" initials="Y" lastIdx="0" clrIdx="5368"/>
  <p:cmAuthor id="5370" name="陈屹力" initials="陈" lastIdx="0" clrIdx="5369"/>
  <p:cmAuthor id="5371" name="许洁" initials="许" lastIdx="0" clrIdx="5370"/>
  <p:cmAuthor id="5372" name="sunny盛" initials="s" lastIdx="0" clrIdx="5371"/>
  <p:cmAuthor id="5373" name="xueyan" initials="x" lastIdx="0" clrIdx="5372"/>
  <p:cmAuthor id="5374" name="ZF" initials="ZF" lastIdx="0" clrIdx="5373"/>
  <p:cmAuthor id="5375" name="杨艳冉" initials="g" lastIdx="0" clrIdx="5374"/>
  <p:cmAuthor id="5376" name="SKYYYU.C钰儿" initials="S" lastIdx="0" clrIdx="5375"/>
  <p:cmAuthor id="5377" name="王思源" initials="M.C" lastIdx="0" clrIdx="5376"/>
  <p:cmAuthor id="5378" name="zhoubaihui@hq.cmcc" initials="zhoubaihui@hq.cmcc" lastIdx="0" clrIdx="5377"/>
  <p:cmAuthor id="5379" name="nanzi" initials="n" lastIdx="0" clrIdx="5378"/>
  <p:cmAuthor id="5380" name="clj" initials="c" lastIdx="0" clrIdx="5379"/>
  <p:cmAuthor id="5381" name="尹瑶瑶" initials="YYY" lastIdx="0" clrIdx="5380"/>
  <p:cmAuthor id="5382" name="da lin" initials="dl" lastIdx="0" clrIdx="5381"/>
  <p:cmAuthor id="5383" name="kevin.huang" initials="k" lastIdx="0" clrIdx="5382"/>
  <p:cmAuthor id="5384" name="施旻" initials="施" lastIdx="0" clrIdx="5383"/>
  <p:cmAuthor id="5385" name="zhangyuexin@hq.cmcc" initials="zhangyuexin@hq.cmcc" lastIdx="0" clrIdx="5384"/>
  <p:cmAuthor id="5386" name="黎丹" initials="黎" lastIdx="0" clrIdx="5385"/>
  <p:cmAuthor id="5387" name="Chengli" initials="C" lastIdx="0" clrIdx="5386"/>
  <p:cmAuthor id="5388" name="孙遒_UnMrQ36N" initials="authorId_1008746-10054700" lastIdx="0" clrIdx="5387"/>
  <p:cmAuthor id="5389" name="DaiZhengYuan" initials="D" lastIdx="0" clrIdx="5388"/>
  <p:cmAuthor id="5390" name="22720" initials="2" lastIdx="0" clrIdx="5389"/>
  <p:cmAuthor id="5391" name="王渝斐" initials="王" lastIdx="0" clrIdx="5390"/>
  <p:cmAuthor id="5392" name="xinping liu" initials="xl" lastIdx="0" clrIdx="5391"/>
  <p:cmAuthor id="5393" name="taoyu@hq.cmcc" initials="taoyu@hq." lastIdx="0" clrIdx="5392"/>
  <p:cmAuthor id="5394" name="liyite" initials="l" lastIdx="0" clrIdx="5393"/>
  <p:cmAuthor id="5395" name="zxc" initials="z" lastIdx="0" clrIdx="5394"/>
  <p:cmAuthor id="5396" name="B DJ" initials="BD" lastIdx="0" clrIdx="5395"/>
  <p:cmAuthor id="5397" name="yixiaozhen@hq.cmcc" initials="g" lastIdx="0" clrIdx="5396"/>
  <p:cmAuthor id="5398" name="梦娜" initials="梦娜" lastIdx="0" clrIdx="5397"/>
  <p:cmAuthor id="5399" name="lmj lmj" initials="ll" lastIdx="0" clrIdx="5398"/>
  <p:cmAuthor id="5400" name="Tianchi Yao" initials="TY" lastIdx="0" clrIdx="5399"/>
  <p:cmAuthor id="5401" name="renyina" initials="r" lastIdx="0" clrIdx="5400"/>
  <p:cmAuthor id="5402" name="gedawei@hq.cmcc" initials="A" lastIdx="0" clrIdx="5401"/>
  <p:cmAuthor id="5403" name="suxin" initials="s" lastIdx="0" clrIdx="5402"/>
  <p:cmAuthor id="5404" name="crespo lee" initials="cl" lastIdx="0" clrIdx="5403"/>
  <p:cmAuthor id="5405" name="zhoux" initials="z" lastIdx="0" clrIdx="5404"/>
  <p:cmAuthor id="5406" name="hxy" initials="h" lastIdx="0" clrIdx="5405"/>
  <p:cmAuthor id="5407" name="zhang renzhuo" initials="zr" lastIdx="0" clrIdx="5406"/>
  <p:cmAuthor id="5408" name="Zhao qianying" initials="Zq" lastIdx="0" clrIdx="5407"/>
  <p:cmAuthor id="5409" name="Allison, Gregory J" initials="AGJ" lastIdx="0" clrIdx="5408"/>
  <p:cmAuthor id="5410" name="刘 兴隆" initials="刘" lastIdx="0" clrIdx="5409"/>
  <p:cmAuthor id="5411" name="Jiangzhijun (Tim)" initials="J(" lastIdx="0" clrIdx="5410"/>
  <p:cmAuthor id="5412" name="songxianfei" initials="s" lastIdx="0" clrIdx="5411"/>
  <p:cmAuthor id="5413" name="dzy" initials="DZY" lastIdx="0" clrIdx="5412"/>
  <p:cmAuthor id="5414" name="胡慧瑶" initials="胡" lastIdx="0" clrIdx="5413"/>
  <p:cmAuthor id="5415" name="赵依飞" initials="赵" lastIdx="0" clrIdx="5414"/>
  <p:cmAuthor id="5416" name="庞亮亮10166231" initials="庞亮亮10166231" lastIdx="0" clrIdx="5415"/>
  <p:cmAuthor id="5417" name="范日怀" initials="范" lastIdx="0" clrIdx="5416"/>
  <p:cmAuthor id="5418" name="15051" initials="1" lastIdx="0" clrIdx="5417"/>
  <p:cmAuthor id="5419" name="文雯" initials="文" lastIdx="0" clrIdx="5418"/>
  <p:cmAuthor id="5420" name="Chen Lin" initials="CL" lastIdx="0" clrIdx="5419"/>
  <p:cmAuthor id="5421" name="岳峻 吴" initials="岳吴" lastIdx="0" clrIdx="5420"/>
  <p:cmAuthor id="5422" name="weiyue" initials="weiyue" lastIdx="0" clrIdx="5421"/>
  <p:cmAuthor id="5423" name="wang ling" initials="wl" lastIdx="0" clrIdx="5422"/>
  <p:cmAuthor id="5424" name="刘 睿" initials="刘" lastIdx="0" clrIdx="5423"/>
  <p:cmAuthor id="5425" name="loe" initials="l" lastIdx="0" clrIdx="5424"/>
  <p:cmAuthor id="5426" name="Yao Yu" initials="YY" lastIdx="0" clrIdx="5425"/>
  <p:cmAuthor id="5427" name="wang yan" initials="w" lastIdx="0" clrIdx="5426"/>
  <p:cmAuthor id="5428" name="wang yuting" initials="wy" lastIdx="0" clrIdx="5427"/>
  <p:cmAuthor id="5429" name="Yin sunshine" initials="Ys" lastIdx="0" clrIdx="5428"/>
  <p:cmAuthor id="5430" name="TROY HE" initials="TH" lastIdx="0" clrIdx="5429"/>
  <p:cmAuthor id="5431" name="lyn" initials="lyn" lastIdx="0" clrIdx="5430"/>
  <p:cmAuthor id="5432" name="赵 勇" initials="赵" lastIdx="0" clrIdx="5431"/>
  <p:cmAuthor id="5433" name="1 2" initials="12" lastIdx="0" clrIdx="5432"/>
  <p:cmAuthor id="5434" name="翔 张" initials="翔" lastIdx="0" clrIdx="5433"/>
  <p:cmAuthor id="5435" name="Acuzio Dai" initials="AD" lastIdx="0" clrIdx="5434"/>
  <p:cmAuthor id="5436" name="Jie Chen" initials="JC" lastIdx="0" clrIdx="5435"/>
  <p:cmAuthor id="5437" name="张 雷" initials="张" lastIdx="0" clrIdx="5436"/>
  <p:cmAuthor id="5438" name="Laizhiwei" initials="L" lastIdx="0" clrIdx="5437"/>
  <p:cmAuthor id="5439" name="Duzengchao" initials="D" lastIdx="0" clrIdx="5438"/>
  <p:cmAuthor id="5440" name="Zhuyongqing" initials="Z" lastIdx="0" clrIdx="543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DD74F"/>
    <a:srgbClr val="30AD80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8"/>
    <p:restoredTop sz="94704"/>
  </p:normalViewPr>
  <p:slideViewPr>
    <p:cSldViewPr snapToGrid="0" showGuides="1">
      <p:cViewPr varScale="1">
        <p:scale>
          <a:sx n="115" d="100"/>
          <a:sy n="115" d="100"/>
        </p:scale>
        <p:origin x="840" y="200"/>
      </p:cViewPr>
      <p:guideLst>
        <p:guide orient="horz" pos="2201"/>
        <p:guide pos="37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228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4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endParaRPr lang="en-US" altLang="zh-CN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基于前期的理论研究，我们分别在上海和广东开展现网环境下的</a:t>
            </a:r>
            <a:r>
              <a:rPr lang="en-US" altLang="zh-CN" dirty="0"/>
              <a:t>PD</a:t>
            </a:r>
            <a:r>
              <a:rPr lang="zh-CN" altLang="en-US" dirty="0"/>
              <a:t>分离拉远推理试验。</a:t>
            </a:r>
            <a:endParaRPr lang="zh-CN" altLang="en-US" dirty="0"/>
          </a:p>
          <a:p>
            <a:r>
              <a:rPr lang="zh-CN" altLang="en-US" dirty="0"/>
              <a:t>在上海，基于</a:t>
            </a:r>
            <a:r>
              <a:rPr lang="en-US" altLang="zh-CN" dirty="0"/>
              <a:t>400G</a:t>
            </a:r>
            <a:r>
              <a:rPr lang="zh-CN" altLang="en-US" dirty="0"/>
              <a:t>智算实验网，</a:t>
            </a:r>
            <a:r>
              <a:rPr 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开展DeepSeek蒸馏70B模型在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不同</a:t>
            </a:r>
            <a:r>
              <a:rPr lang="en-US" dirty="0" err="1">
                <a:latin typeface="微软雅黑" panose="020B0502040204020203" charset="-122"/>
                <a:ea typeface="微软雅黑" panose="020B0502040204020203" charset="-122"/>
                <a:sym typeface="+mn-ea"/>
              </a:rPr>
              <a:t>带宽收敛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比</a:t>
            </a:r>
            <a:r>
              <a:rPr lang="en-US" dirty="0" err="1">
                <a:latin typeface="微软雅黑" panose="020B0502040204020203" charset="-122"/>
                <a:ea typeface="微软雅黑" panose="020B0502040204020203" charset="-122"/>
                <a:sym typeface="+mn-ea"/>
              </a:rPr>
              <a:t>下的PD分离推理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拉远试验</a:t>
            </a:r>
            <a:r>
              <a:rPr 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试验</a:t>
            </a:r>
            <a:r>
              <a:rPr 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结果：</a:t>
            </a:r>
            <a:r>
              <a:rPr 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百公里PD分离拉远后的TTFT满足率99%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。其中满足率是指比如说</a:t>
            </a:r>
            <a:r>
              <a:rPr lang="en-US" altLang="zh-CN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100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个请求中，有</a:t>
            </a:r>
            <a:r>
              <a:rPr lang="en-US" altLang="zh-CN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99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个请求的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首</a:t>
            </a:r>
            <a:r>
              <a:rPr lang="en-US" altLang="zh-CN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和第二个</a:t>
            </a:r>
            <a:r>
              <a:rPr lang="en-US" altLang="zh-CN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时延小于</a:t>
            </a:r>
            <a:r>
              <a:rPr lang="en-US" altLang="zh-CN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2s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lang="zh-CN" altLang="en-US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在这次实验中，中间互联带宽最大收敛到了</a:t>
            </a:r>
            <a:r>
              <a:rPr lang="en-US" altLang="zh-CN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50G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lang="zh-CN" altLang="en-US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  <a:p>
            <a:endParaRPr lang="zh-CN" altLang="en-US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基于前期的理论研究，我们分别在上海和广东开展现网环境下的</a:t>
            </a:r>
            <a:r>
              <a:rPr lang="en-US" altLang="zh-CN" dirty="0"/>
              <a:t>PD</a:t>
            </a:r>
            <a:r>
              <a:rPr lang="zh-CN" altLang="en-US" dirty="0"/>
              <a:t>分离拉远推理试验。</a:t>
            </a:r>
            <a:endParaRPr lang="zh-CN" altLang="en-US" dirty="0"/>
          </a:p>
          <a:p>
            <a:r>
              <a:rPr lang="zh-CN" altLang="en-US" dirty="0"/>
              <a:t>在上海，基于</a:t>
            </a:r>
            <a:r>
              <a:rPr lang="en-US" altLang="zh-CN" dirty="0"/>
              <a:t>400G</a:t>
            </a:r>
            <a:r>
              <a:rPr lang="zh-CN" altLang="en-US" dirty="0"/>
              <a:t>智算实验网，</a:t>
            </a:r>
            <a:r>
              <a:rPr 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开展DeepSeek蒸馏70B模型在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不同</a:t>
            </a:r>
            <a:r>
              <a:rPr lang="en-US" dirty="0" err="1">
                <a:latin typeface="微软雅黑" panose="020B0502040204020203" charset="-122"/>
                <a:ea typeface="微软雅黑" panose="020B0502040204020203" charset="-122"/>
                <a:sym typeface="+mn-ea"/>
              </a:rPr>
              <a:t>带宽收敛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比</a:t>
            </a:r>
            <a:r>
              <a:rPr lang="en-US" dirty="0" err="1">
                <a:latin typeface="微软雅黑" panose="020B0502040204020203" charset="-122"/>
                <a:ea typeface="微软雅黑" panose="020B0502040204020203" charset="-122"/>
                <a:sym typeface="+mn-ea"/>
              </a:rPr>
              <a:t>下的PD分离推理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拉远试验</a:t>
            </a:r>
            <a:r>
              <a:rPr 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试验</a:t>
            </a:r>
            <a:r>
              <a:rPr 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结果：</a:t>
            </a:r>
            <a:r>
              <a:rPr 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百公里PD分离拉远后的TTFT满足率99%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。其中满足率是指比如说</a:t>
            </a:r>
            <a:r>
              <a:rPr lang="en-US" altLang="zh-CN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100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个请求中，有</a:t>
            </a:r>
            <a:r>
              <a:rPr lang="en-US" altLang="zh-CN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99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个请求的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首</a:t>
            </a:r>
            <a:r>
              <a:rPr lang="en-US" altLang="zh-CN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和第二个</a:t>
            </a:r>
            <a:r>
              <a:rPr lang="en-US" altLang="zh-CN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时延小于</a:t>
            </a:r>
            <a:r>
              <a:rPr lang="en-US" altLang="zh-CN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2s</a:t>
            </a:r>
            <a:r>
              <a:rPr lang="zh-CN" altLang="en-US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lang="zh-CN" altLang="en-US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在这次实验中，中间互联带宽最大收敛到了</a:t>
            </a:r>
            <a:r>
              <a:rPr lang="en-US" altLang="zh-CN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50G</a:t>
            </a:r>
            <a:r>
              <a:rPr lang="zh-CN" altLang="en-US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lang="zh-CN" altLang="en-US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  <a:p>
            <a:endParaRPr lang="zh-CN" altLang="en-US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kern="100" dirty="0">
              <a:solidFill>
                <a:prstClr val="black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统一可信接入：</a:t>
            </a:r>
            <a:r>
              <a:rPr lang="zh-CN" altLang="en-US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承载</a:t>
            </a:r>
            <a:r>
              <a:rPr lang="en-US" altLang="zh-CN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Agent</a:t>
            </a:r>
            <a:r>
              <a:rPr lang="zh-CN" altLang="en-US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注册、任务提交、状态查询等入口，多协议适配接入，对接管控平台可信入网、可信调用。</a:t>
            </a:r>
            <a:endParaRPr lang="zh-CN" altLang="en-US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支持多协议转译：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采用智能体-智能体通信网关-智能体通信网关-智能体的中转通信模式，由网关完成协议转换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意图路由&amp;动态转发：</a:t>
            </a:r>
            <a:r>
              <a:rPr lang="zh-CN" altLang="en-US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提取任务上下文，联动意图解析组件，支持跨网关任务投递回传，保障跨域、跨网关协同。</a:t>
            </a:r>
            <a:endParaRPr lang="zh-CN" altLang="en-US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避免用户面暴露：</a:t>
            </a:r>
            <a:r>
              <a:rPr lang="zh-CN" altLang="en-US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网关作为智能体任务请求入口，不直接暴露管控面和用户面细节</a:t>
            </a: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身份与接入治理：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管理</a:t>
            </a:r>
            <a:r>
              <a:rPr lang="en-US" altLang="zh-CN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Agent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身份、入网凭证、运行凭证、接入域和</a:t>
            </a:r>
            <a:r>
              <a:rPr lang="en-US" altLang="zh-CN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AGW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目录，支撑可信接入。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能力与路由治理：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维护</a:t>
            </a:r>
            <a:r>
              <a:rPr lang="en-US" altLang="zh-CN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IID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目录、能力画像、智能体路由和路由策略，决定任务可路由范围。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任务编排与调度：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生成任务执行</a:t>
            </a:r>
            <a:r>
              <a:rPr lang="en-US" altLang="zh-CN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ID，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完成候选筛选、目标选择、执行路径绑定和异常重选。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监控审计与运维：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汇聚</a:t>
            </a:r>
            <a:r>
              <a:rPr lang="en-US" altLang="zh-CN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AGW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心跳、</a:t>
            </a:r>
            <a:r>
              <a:rPr lang="en-US" altLang="zh-CN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Agent</a:t>
            </a:r>
            <a:r>
              <a:rPr lang="zh-CN" altLang="en-US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健康、任务轨迹、审计事件和配置漂移，支撑闭环管控。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2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.</a:t>
            </a:r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5.1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 发布首个智能体跨域互联协同重大试验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2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.</a:t>
            </a:r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5.1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 推进异构多智能体协同方案试商用落地</a:t>
            </a:r>
            <a:endParaRPr kumimoji="0" lang="zh-CN" altLang="en-US" b="1" i="0" u="none" strike="noStrike" kern="1200" cap="none" spc="0" normalizeH="0" baseline="0" noProof="0" dirty="0">
              <a:ln w="6350"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defRPr/>
            </a:pPr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2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.</a:t>
            </a:r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5.2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 基于</a:t>
            </a:r>
            <a:r>
              <a:rPr lang="en-US" altLang="zh-CN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Agent</a:t>
            </a:r>
            <a:r>
              <a:rPr lang="zh-CN" altLang="en-US" b="1" noProof="0" dirty="0">
                <a:ln w="6350"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网关构建智能体互联广域网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4.png"/><Relationship Id="rId6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tags" Target="../tags/tag9.xml"/><Relationship Id="rId3" Type="http://schemas.openxmlformats.org/officeDocument/2006/relationships/image" Target="../media/image5.jpeg"/><Relationship Id="rId2" Type="http://schemas.openxmlformats.org/officeDocument/2006/relationships/tags" Target="../tags/tag8.xml"/><Relationship Id="rId12" Type="http://schemas.openxmlformats.org/officeDocument/2006/relationships/image" Target="../media/image8.png"/><Relationship Id="rId11" Type="http://schemas.openxmlformats.org/officeDocument/2006/relationships/tags" Target="../tags/tag13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image" Target="../media/image3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4.xml"/><Relationship Id="rId7" Type="http://schemas.openxmlformats.org/officeDocument/2006/relationships/image" Target="../media/image4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image" Target="../media/image2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32.xml"/><Relationship Id="rId7" Type="http://schemas.openxmlformats.org/officeDocument/2006/relationships/image" Target="../media/image4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image" Target="../media/image2.png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image" Target="../media/image2.png"/><Relationship Id="rId12" Type="http://schemas.openxmlformats.org/officeDocument/2006/relationships/tags" Target="../tags/tag42.xml"/><Relationship Id="rId11" Type="http://schemas.openxmlformats.org/officeDocument/2006/relationships/image" Target="../media/image8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7" Type="http://schemas.openxmlformats.org/officeDocument/2006/relationships/image" Target="../media/image4.png"/><Relationship Id="rId6" Type="http://schemas.openxmlformats.org/officeDocument/2006/relationships/tags" Target="../tags/tag45.xml"/><Relationship Id="rId5" Type="http://schemas.openxmlformats.org/officeDocument/2006/relationships/image" Target="../media/image2.png"/><Relationship Id="rId4" Type="http://schemas.openxmlformats.org/officeDocument/2006/relationships/tags" Target="../tags/tag44.xml"/><Relationship Id="rId3" Type="http://schemas.openxmlformats.org/officeDocument/2006/relationships/image" Target="../media/image1.jpe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6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  <a:endParaRPr kumimoji="1" dirty="0" err="1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CONTENTS_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8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8" name="图片 7" descr="/Users/enson/Downloads/组 2.png组 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7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6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7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8" name="图片 12" descr="/Users/enson/Downloads/组 3.png组 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8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11769043" y="6567715"/>
            <a:ext cx="320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5B5931A-C677-47E1-8352-D717ED7A2349}" type="slidenum">
              <a:rPr lang="zh-CN" altLang="en-US" sz="800" smtClean="0">
                <a:solidFill>
                  <a:schemeClr val="bg2">
                    <a:lumMod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</a:rPr>
            </a:fld>
            <a:endParaRPr lang="zh-CN" altLang="en-US" sz="800" dirty="0">
              <a:solidFill>
                <a:schemeClr val="bg2">
                  <a:lumMod val="75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7" name="图片 6" descr="卡通人物&#10;&#10;中度可信度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40674" y="442554"/>
            <a:ext cx="1796563" cy="2790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67" y="6600175"/>
            <a:ext cx="1557207" cy="208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400" b="1" kern="1200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/>
          <a:srcRect l="63250" t="18361" r="13246"/>
          <a:stretch>
            <a:fillRect/>
          </a:stretch>
        </p:blipFill>
        <p:spPr>
          <a:xfrm>
            <a:off x="10991169" y="74844"/>
            <a:ext cx="995680" cy="9003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卡通人物&#10;&#10;中度可信度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40674" y="442554"/>
            <a:ext cx="1796563" cy="2790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1769043" y="6567715"/>
            <a:ext cx="320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5B5931A-C677-47E1-8352-D717ED7A2349}" type="slidenum">
              <a:rPr lang="zh-CN" altLang="en-US" sz="800" smtClean="0">
                <a:solidFill>
                  <a:schemeClr val="bg2">
                    <a:lumMod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</a:rPr>
            </a:fld>
            <a:endParaRPr lang="zh-CN" altLang="en-US" sz="800" dirty="0">
              <a:solidFill>
                <a:schemeClr val="bg2">
                  <a:lumMod val="75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67" y="6600175"/>
            <a:ext cx="1557207" cy="2086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9" Type="http://schemas.openxmlformats.org/officeDocument/2006/relationships/notesSlide" Target="../notesSlides/notesSlide1.xml"/><Relationship Id="rId38" Type="http://schemas.openxmlformats.org/officeDocument/2006/relationships/slideLayout" Target="../slideLayouts/slideLayout5.xml"/><Relationship Id="rId37" Type="http://schemas.openxmlformats.org/officeDocument/2006/relationships/image" Target="../media/image35.png"/><Relationship Id="rId36" Type="http://schemas.openxmlformats.org/officeDocument/2006/relationships/tags" Target="../tags/tag78.xml"/><Relationship Id="rId35" Type="http://schemas.openxmlformats.org/officeDocument/2006/relationships/tags" Target="../tags/tag77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image" Target="../media/image14.png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image" Target="../media/image34.png"/><Relationship Id="rId24" Type="http://schemas.openxmlformats.org/officeDocument/2006/relationships/image" Target="../media/image33.png"/><Relationship Id="rId23" Type="http://schemas.openxmlformats.org/officeDocument/2006/relationships/image" Target="../media/image32.jpeg"/><Relationship Id="rId22" Type="http://schemas.openxmlformats.org/officeDocument/2006/relationships/image" Target="../media/image31.png"/><Relationship Id="rId21" Type="http://schemas.openxmlformats.org/officeDocument/2006/relationships/tags" Target="../tags/tag67.xml"/><Relationship Id="rId20" Type="http://schemas.openxmlformats.org/officeDocument/2006/relationships/image" Target="../media/image30.png"/><Relationship Id="rId2" Type="http://schemas.openxmlformats.org/officeDocument/2006/relationships/image" Target="../media/image13.png"/><Relationship Id="rId19" Type="http://schemas.openxmlformats.org/officeDocument/2006/relationships/tags" Target="../tags/tag66.xml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image" Target="../media/image36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87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image" Target="../media/image40.png"/><Relationship Id="rId5" Type="http://schemas.openxmlformats.org/officeDocument/2006/relationships/tags" Target="../tags/tag89.xml"/><Relationship Id="rId4" Type="http://schemas.openxmlformats.org/officeDocument/2006/relationships/image" Target="../media/image39.emf"/><Relationship Id="rId3" Type="http://schemas.openxmlformats.org/officeDocument/2006/relationships/image" Target="../media/image38.svg"/><Relationship Id="rId26" Type="http://schemas.openxmlformats.org/officeDocument/2006/relationships/slideLayout" Target="../slideLayouts/slideLayout5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image" Target="../media/image51.png"/><Relationship Id="rId2" Type="http://schemas.openxmlformats.org/officeDocument/2006/relationships/image" Target="../media/image37.png"/><Relationship Id="rId19" Type="http://schemas.openxmlformats.org/officeDocument/2006/relationships/image" Target="../media/image50.svg"/><Relationship Id="rId18" Type="http://schemas.openxmlformats.org/officeDocument/2006/relationships/image" Target="../media/image49.png"/><Relationship Id="rId17" Type="http://schemas.openxmlformats.org/officeDocument/2006/relationships/image" Target="../media/image48.svg"/><Relationship Id="rId16" Type="http://schemas.openxmlformats.org/officeDocument/2006/relationships/image" Target="../media/image47.png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tags" Target="../tags/tag92.xml"/><Relationship Id="rId10" Type="http://schemas.openxmlformats.org/officeDocument/2006/relationships/image" Target="../media/image42.svg"/><Relationship Id="rId1" Type="http://schemas.openxmlformats.org/officeDocument/2006/relationships/tags" Target="../tags/tag8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1" Type="http://schemas.openxmlformats.org/officeDocument/2006/relationships/image" Target="../media/image5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tags" Target="../tags/tag1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63.jpeg"/><Relationship Id="rId7" Type="http://schemas.microsoft.com/office/2007/relationships/hdphoto" Target="../media/image62.wdp"/><Relationship Id="rId6" Type="http://schemas.openxmlformats.org/officeDocument/2006/relationships/image" Target="../media/image61.png"/><Relationship Id="rId5" Type="http://schemas.openxmlformats.org/officeDocument/2006/relationships/image" Target="../media/image60.jpeg"/><Relationship Id="rId4" Type="http://schemas.openxmlformats.org/officeDocument/2006/relationships/image" Target="../media/image59.jpeg"/><Relationship Id="rId3" Type="http://schemas.openxmlformats.org/officeDocument/2006/relationships/image" Target="../media/image58.png"/><Relationship Id="rId2" Type="http://schemas.openxmlformats.org/officeDocument/2006/relationships/tags" Target="../tags/tag114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tags" Target="../tags/tag117.xml"/><Relationship Id="rId3" Type="http://schemas.openxmlformats.org/officeDocument/2006/relationships/image" Target="../media/image64.jpeg"/><Relationship Id="rId2" Type="http://schemas.openxmlformats.org/officeDocument/2006/relationships/tags" Target="../tags/tag116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70.png"/><Relationship Id="rId12" Type="http://schemas.openxmlformats.org/officeDocument/2006/relationships/image" Target="../media/image69.png"/><Relationship Id="rId11" Type="http://schemas.openxmlformats.org/officeDocument/2006/relationships/image" Target="../media/image68.png"/><Relationship Id="rId10" Type="http://schemas.openxmlformats.org/officeDocument/2006/relationships/image" Target="../media/image67.png"/><Relationship Id="rId1" Type="http://schemas.openxmlformats.org/officeDocument/2006/relationships/tags" Target="../tags/tag1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126.xml"/><Relationship Id="rId7" Type="http://schemas.openxmlformats.org/officeDocument/2006/relationships/image" Target="../media/image72.png"/><Relationship Id="rId6" Type="http://schemas.openxmlformats.org/officeDocument/2006/relationships/tags" Target="../tags/tag125.xml"/><Relationship Id="rId5" Type="http://schemas.openxmlformats.org/officeDocument/2006/relationships/image" Target="../media/image71.png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9" Type="http://schemas.microsoft.com/office/2007/relationships/hdphoto" Target="../media/image78.wdp"/><Relationship Id="rId8" Type="http://schemas.openxmlformats.org/officeDocument/2006/relationships/image" Target="../media/image77.png"/><Relationship Id="rId7" Type="http://schemas.openxmlformats.org/officeDocument/2006/relationships/image" Target="../media/image76.emf"/><Relationship Id="rId6" Type="http://schemas.openxmlformats.org/officeDocument/2006/relationships/image" Target="../media/image75.emf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8" Type="http://schemas.openxmlformats.org/officeDocument/2006/relationships/notesSlide" Target="../notesSlides/notesSlide8.xml"/><Relationship Id="rId37" Type="http://schemas.openxmlformats.org/officeDocument/2006/relationships/slideLayout" Target="../slideLayouts/slideLayout5.xml"/><Relationship Id="rId36" Type="http://schemas.openxmlformats.org/officeDocument/2006/relationships/image" Target="../media/image105.svg"/><Relationship Id="rId35" Type="http://schemas.openxmlformats.org/officeDocument/2006/relationships/image" Target="../media/image104.png"/><Relationship Id="rId34" Type="http://schemas.openxmlformats.org/officeDocument/2006/relationships/image" Target="../media/image103.svg"/><Relationship Id="rId33" Type="http://schemas.openxmlformats.org/officeDocument/2006/relationships/image" Target="../media/image102.svg"/><Relationship Id="rId32" Type="http://schemas.openxmlformats.org/officeDocument/2006/relationships/image" Target="../media/image101.png"/><Relationship Id="rId31" Type="http://schemas.openxmlformats.org/officeDocument/2006/relationships/image" Target="../media/image100.svg"/><Relationship Id="rId30" Type="http://schemas.openxmlformats.org/officeDocument/2006/relationships/image" Target="../media/image99.png"/><Relationship Id="rId3" Type="http://schemas.openxmlformats.org/officeDocument/2006/relationships/tags" Target="../tags/tag129.xml"/><Relationship Id="rId29" Type="http://schemas.openxmlformats.org/officeDocument/2006/relationships/image" Target="../media/image98.svg"/><Relationship Id="rId28" Type="http://schemas.openxmlformats.org/officeDocument/2006/relationships/image" Target="../media/image97.png"/><Relationship Id="rId27" Type="http://schemas.openxmlformats.org/officeDocument/2006/relationships/image" Target="../media/image96.svg"/><Relationship Id="rId26" Type="http://schemas.openxmlformats.org/officeDocument/2006/relationships/image" Target="../media/image95.png"/><Relationship Id="rId25" Type="http://schemas.openxmlformats.org/officeDocument/2006/relationships/image" Target="../media/image94.svg"/><Relationship Id="rId24" Type="http://schemas.openxmlformats.org/officeDocument/2006/relationships/image" Target="../media/image93.png"/><Relationship Id="rId23" Type="http://schemas.openxmlformats.org/officeDocument/2006/relationships/image" Target="../media/image92.svg"/><Relationship Id="rId22" Type="http://schemas.openxmlformats.org/officeDocument/2006/relationships/image" Target="../media/image91.png"/><Relationship Id="rId21" Type="http://schemas.openxmlformats.org/officeDocument/2006/relationships/image" Target="../media/image90.png"/><Relationship Id="rId20" Type="http://schemas.openxmlformats.org/officeDocument/2006/relationships/image" Target="../media/image89.png"/><Relationship Id="rId2" Type="http://schemas.openxmlformats.org/officeDocument/2006/relationships/tags" Target="../tags/tag128.xml"/><Relationship Id="rId19" Type="http://schemas.openxmlformats.org/officeDocument/2006/relationships/image" Target="../media/image88.png"/><Relationship Id="rId18" Type="http://schemas.openxmlformats.org/officeDocument/2006/relationships/image" Target="../media/image87.png"/><Relationship Id="rId17" Type="http://schemas.microsoft.com/office/2007/relationships/hdphoto" Target="../media/image86.wdp"/><Relationship Id="rId16" Type="http://schemas.openxmlformats.org/officeDocument/2006/relationships/image" Target="../media/image85.png"/><Relationship Id="rId15" Type="http://schemas.microsoft.com/office/2007/relationships/hdphoto" Target="../media/image84.wdp"/><Relationship Id="rId14" Type="http://schemas.openxmlformats.org/officeDocument/2006/relationships/image" Target="../media/image83.png"/><Relationship Id="rId13" Type="http://schemas.openxmlformats.org/officeDocument/2006/relationships/image" Target="../media/image82.png"/><Relationship Id="rId12" Type="http://schemas.openxmlformats.org/officeDocument/2006/relationships/image" Target="../media/image81.png"/><Relationship Id="rId11" Type="http://schemas.openxmlformats.org/officeDocument/2006/relationships/image" Target="../media/image80.png"/><Relationship Id="rId10" Type="http://schemas.openxmlformats.org/officeDocument/2006/relationships/image" Target="../media/image79.png"/><Relationship Id="rId1" Type="http://schemas.openxmlformats.org/officeDocument/2006/relationships/tags" Target="../tags/tag12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14.png"/><Relationship Id="rId1" Type="http://schemas.openxmlformats.org/officeDocument/2006/relationships/tags" Target="../tags/tag13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image" Target="../media/image117.svg"/><Relationship Id="rId7" Type="http://schemas.openxmlformats.org/officeDocument/2006/relationships/image" Target="../media/image116.png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image" Target="../media/image115.png"/><Relationship Id="rId3" Type="http://schemas.openxmlformats.org/officeDocument/2006/relationships/tags" Target="../tags/tag133.xml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5.xml"/><Relationship Id="rId20" Type="http://schemas.openxmlformats.org/officeDocument/2006/relationships/tags" Target="../tags/tag147.xml"/><Relationship Id="rId2" Type="http://schemas.openxmlformats.org/officeDocument/2006/relationships/tags" Target="../tags/tag132.xml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3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jpe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29.png"/><Relationship Id="rId4" Type="http://schemas.openxmlformats.org/officeDocument/2006/relationships/image" Target="../media/image119.png"/><Relationship Id="rId3" Type="http://schemas.openxmlformats.org/officeDocument/2006/relationships/tags" Target="../tags/tag149.xml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118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75.emf"/><Relationship Id="rId17" Type="http://schemas.openxmlformats.org/officeDocument/2006/relationships/tags" Target="../tags/tag152.xml"/><Relationship Id="rId16" Type="http://schemas.openxmlformats.org/officeDocument/2006/relationships/image" Target="../media/image128.png"/><Relationship Id="rId15" Type="http://schemas.openxmlformats.org/officeDocument/2006/relationships/tags" Target="../tags/tag151.xml"/><Relationship Id="rId14" Type="http://schemas.openxmlformats.org/officeDocument/2006/relationships/image" Target="../media/image127.GIF"/><Relationship Id="rId13" Type="http://schemas.openxmlformats.org/officeDocument/2006/relationships/tags" Target="../tags/tag150.xml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microsoft.com/office/2007/relationships/hdphoto" Target="../media/image124.wdp"/><Relationship Id="rId1" Type="http://schemas.openxmlformats.org/officeDocument/2006/relationships/tags" Target="../tags/tag14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emf"/><Relationship Id="rId8" Type="http://schemas.openxmlformats.org/officeDocument/2006/relationships/image" Target="../media/image74.png"/><Relationship Id="rId7" Type="http://schemas.openxmlformats.org/officeDocument/2006/relationships/image" Target="../media/image75.emf"/><Relationship Id="rId6" Type="http://schemas.openxmlformats.org/officeDocument/2006/relationships/image" Target="../media/image29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tags" Target="../tags/tag154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5.xml"/><Relationship Id="rId16" Type="http://schemas.openxmlformats.org/officeDocument/2006/relationships/image" Target="../media/image76.emf"/><Relationship Id="rId15" Type="http://schemas.openxmlformats.org/officeDocument/2006/relationships/image" Target="../media/image135.png"/><Relationship Id="rId14" Type="http://schemas.openxmlformats.org/officeDocument/2006/relationships/tags" Target="../tags/tag155.xml"/><Relationship Id="rId13" Type="http://schemas.microsoft.com/office/2007/relationships/hdphoto" Target="../media/image134.wdp"/><Relationship Id="rId12" Type="http://schemas.openxmlformats.org/officeDocument/2006/relationships/image" Target="../media/image133.png"/><Relationship Id="rId11" Type="http://schemas.openxmlformats.org/officeDocument/2006/relationships/image" Target="../media/image132.png"/><Relationship Id="rId10" Type="http://schemas.openxmlformats.org/officeDocument/2006/relationships/image" Target="../media/image73.png"/><Relationship Id="rId1" Type="http://schemas.openxmlformats.org/officeDocument/2006/relationships/tags" Target="../tags/tag15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png"/><Relationship Id="rId8" Type="http://schemas.microsoft.com/office/2007/relationships/hdphoto" Target="../media/image142.wdp"/><Relationship Id="rId7" Type="http://schemas.openxmlformats.org/officeDocument/2006/relationships/image" Target="../media/image141.png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microsoft.com/office/2007/relationships/hdphoto" Target="../media/image138.wdp"/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5.xml"/><Relationship Id="rId13" Type="http://schemas.microsoft.com/office/2007/relationships/hdphoto" Target="../media/image147.wdp"/><Relationship Id="rId12" Type="http://schemas.openxmlformats.org/officeDocument/2006/relationships/image" Target="../media/image146.png"/><Relationship Id="rId11" Type="http://schemas.openxmlformats.org/officeDocument/2006/relationships/image" Target="../media/image145.png"/><Relationship Id="rId10" Type="http://schemas.openxmlformats.org/officeDocument/2006/relationships/image" Target="../media/image144.png"/><Relationship Id="rId1" Type="http://schemas.openxmlformats.org/officeDocument/2006/relationships/tags" Target="../tags/tag16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51.png"/><Relationship Id="rId7" Type="http://schemas.openxmlformats.org/officeDocument/2006/relationships/tags" Target="../tags/tag172.xml"/><Relationship Id="rId6" Type="http://schemas.openxmlformats.org/officeDocument/2006/relationships/image" Target="../media/image150.png"/><Relationship Id="rId5" Type="http://schemas.openxmlformats.org/officeDocument/2006/relationships/tags" Target="../tags/tag171.xml"/><Relationship Id="rId4" Type="http://schemas.openxmlformats.org/officeDocument/2006/relationships/image" Target="../media/image149.png"/><Relationship Id="rId3" Type="http://schemas.openxmlformats.org/officeDocument/2006/relationships/tags" Target="../tags/tag170.xml"/><Relationship Id="rId2" Type="http://schemas.openxmlformats.org/officeDocument/2006/relationships/image" Target="../media/image148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16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image" Target="../media/image153.png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image" Target="../media/image152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17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image" Target="../media/image154.png"/><Relationship Id="rId21" Type="http://schemas.openxmlformats.org/officeDocument/2006/relationships/notesSlide" Target="../notesSlides/notesSlide16.xml"/><Relationship Id="rId20" Type="http://schemas.openxmlformats.org/officeDocument/2006/relationships/slideLayout" Target="../slideLayouts/slideLayout5.xml"/><Relationship Id="rId2" Type="http://schemas.openxmlformats.org/officeDocument/2006/relationships/tags" Target="../tags/tag182.xml"/><Relationship Id="rId19" Type="http://schemas.openxmlformats.org/officeDocument/2006/relationships/tags" Target="../tags/tag198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image" Target="../media/image156.png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image" Target="../media/image155.png"/><Relationship Id="rId3" Type="http://schemas.openxmlformats.org/officeDocument/2006/relationships/tags" Target="../tags/tag201.xml"/><Relationship Id="rId22" Type="http://schemas.openxmlformats.org/officeDocument/2006/relationships/notesSlide" Target="../notesSlides/notesSlide17.xml"/><Relationship Id="rId21" Type="http://schemas.openxmlformats.org/officeDocument/2006/relationships/slideLayout" Target="../slideLayouts/slideLayout5.xml"/><Relationship Id="rId20" Type="http://schemas.openxmlformats.org/officeDocument/2006/relationships/tags" Target="../tags/tag214.xml"/><Relationship Id="rId2" Type="http://schemas.openxmlformats.org/officeDocument/2006/relationships/tags" Target="../tags/tag200.xml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image" Target="../media/image158.png"/><Relationship Id="rId16" Type="http://schemas.openxmlformats.org/officeDocument/2006/relationships/tags" Target="../tags/tag211.xml"/><Relationship Id="rId15" Type="http://schemas.openxmlformats.org/officeDocument/2006/relationships/tags" Target="../tags/tag210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image" Target="../media/image157.png"/><Relationship Id="rId1" Type="http://schemas.openxmlformats.org/officeDocument/2006/relationships/tags" Target="../tags/tag19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3.png"/><Relationship Id="rId8" Type="http://schemas.openxmlformats.org/officeDocument/2006/relationships/image" Target="../media/image162.svg"/><Relationship Id="rId7" Type="http://schemas.openxmlformats.org/officeDocument/2006/relationships/image" Target="../media/image161.png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9" Type="http://schemas.openxmlformats.org/officeDocument/2006/relationships/notesSlide" Target="../notesSlides/notesSlide18.xml"/><Relationship Id="rId28" Type="http://schemas.openxmlformats.org/officeDocument/2006/relationships/slideLayout" Target="../slideLayouts/slideLayout5.xml"/><Relationship Id="rId27" Type="http://schemas.openxmlformats.org/officeDocument/2006/relationships/tags" Target="../tags/tag219.xml"/><Relationship Id="rId26" Type="http://schemas.openxmlformats.org/officeDocument/2006/relationships/image" Target="../media/image180.png"/><Relationship Id="rId25" Type="http://schemas.openxmlformats.org/officeDocument/2006/relationships/image" Target="../media/image179.svg"/><Relationship Id="rId24" Type="http://schemas.openxmlformats.org/officeDocument/2006/relationships/image" Target="../media/image178.png"/><Relationship Id="rId23" Type="http://schemas.openxmlformats.org/officeDocument/2006/relationships/image" Target="../media/image177.jpeg"/><Relationship Id="rId22" Type="http://schemas.openxmlformats.org/officeDocument/2006/relationships/image" Target="../media/image176.png"/><Relationship Id="rId21" Type="http://schemas.openxmlformats.org/officeDocument/2006/relationships/image" Target="../media/image175.png"/><Relationship Id="rId20" Type="http://schemas.openxmlformats.org/officeDocument/2006/relationships/image" Target="../media/image174.svg"/><Relationship Id="rId2" Type="http://schemas.openxmlformats.org/officeDocument/2006/relationships/tags" Target="../tags/tag216.xml"/><Relationship Id="rId19" Type="http://schemas.openxmlformats.org/officeDocument/2006/relationships/image" Target="../media/image173.png"/><Relationship Id="rId18" Type="http://schemas.openxmlformats.org/officeDocument/2006/relationships/image" Target="../media/image172.svg"/><Relationship Id="rId17" Type="http://schemas.openxmlformats.org/officeDocument/2006/relationships/image" Target="../media/image171.png"/><Relationship Id="rId16" Type="http://schemas.microsoft.com/office/2007/relationships/hdphoto" Target="../media/image170.wdp"/><Relationship Id="rId15" Type="http://schemas.openxmlformats.org/officeDocument/2006/relationships/image" Target="../media/image169.png"/><Relationship Id="rId14" Type="http://schemas.openxmlformats.org/officeDocument/2006/relationships/image" Target="../media/image168.svg"/><Relationship Id="rId13" Type="http://schemas.openxmlformats.org/officeDocument/2006/relationships/image" Target="../media/image167.png"/><Relationship Id="rId12" Type="http://schemas.openxmlformats.org/officeDocument/2006/relationships/image" Target="../media/image166.svg"/><Relationship Id="rId11" Type="http://schemas.openxmlformats.org/officeDocument/2006/relationships/image" Target="../media/image165.png"/><Relationship Id="rId10" Type="http://schemas.openxmlformats.org/officeDocument/2006/relationships/image" Target="../media/image164.svg"/><Relationship Id="rId1" Type="http://schemas.openxmlformats.org/officeDocument/2006/relationships/tags" Target="../tags/tag21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227.xml"/><Relationship Id="rId6" Type="http://schemas.openxmlformats.org/officeDocument/2006/relationships/image" Target="../media/image183.jpeg"/><Relationship Id="rId5" Type="http://schemas.openxmlformats.org/officeDocument/2006/relationships/image" Target="../media/image182.png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image" Target="../media/image181.png"/><Relationship Id="rId1" Type="http://schemas.openxmlformats.org/officeDocument/2006/relationships/tags" Target="../tags/tag2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algn="ctr"/>
            <a:r>
              <a:rPr>
                <a:sym typeface="+mn-ea"/>
              </a:rPr>
              <a:t>智能体组网的研究与实践</a:t>
            </a:r>
            <a:endParaRPr lang="zh-CN" altLang="en-US"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zh-CN" altLang="en-US">
                <a:latin typeface="Source Han Sans CN Bold" panose="020B0800000000000000" charset="-122"/>
                <a:ea typeface="Source Han Sans CN Bold" panose="020B0800000000000000" charset="-122"/>
              </a:rPr>
              <a:t>李聪</a:t>
            </a:r>
            <a:endParaRPr lang="en-US" altLang="zh-CN"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2" name="文本占位符 6"/>
          <p:cNvSpPr>
            <a:spLocks noGrp="1"/>
          </p:cNvSpPr>
          <p:nvPr/>
        </p:nvSpPr>
        <p:spPr>
          <a:xfrm>
            <a:off x="405130" y="462978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2800" b="1" i="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Source Han Sans CN Bold" panose="020B0800000000000000" charset="-122"/>
                <a:ea typeface="Source Han Sans CN Bold" panose="020B0800000000000000" charset="-122"/>
              </a:rPr>
              <a:t>2026</a:t>
            </a:r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年</a:t>
            </a:r>
            <a:r>
              <a:rPr lang="en-US" altLang="zh-CN">
                <a:latin typeface="Source Han Sans CN Bold" panose="020B0800000000000000" charset="-122"/>
                <a:ea typeface="Source Han Sans CN Bold" panose="020B0800000000000000" charset="-122"/>
              </a:rPr>
              <a:t>10</a:t>
            </a:r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月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>
            <p:custDataLst>
              <p:tags r:id="rId1"/>
            </p:custDataLst>
          </p:nvPr>
        </p:nvGrpSpPr>
        <p:grpSpPr>
          <a:xfrm>
            <a:off x="417195" y="27158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417195" y="34626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17195" y="42094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9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94280" y="27381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zh-CN" altLang="en-US" dirty="0" err="1">
                <a:solidFill>
                  <a:schemeClr val="accent4"/>
                </a:solidFill>
              </a:rPr>
              <a:t>智能体业务背景与网络需求</a:t>
            </a:r>
            <a:endParaRPr kumimoji="1" lang="zh-CN" altLang="en-US" dirty="0" err="1">
              <a:solidFill>
                <a:schemeClr val="accent4"/>
              </a:solidFill>
            </a:endParaRPr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94280" y="42379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sym typeface="+mn-ea"/>
              </a:rPr>
              <a:t>智能体互联网络实践</a:t>
            </a:r>
            <a:endParaRPr kumimoji="1" lang="en-US" dirty="0" err="1"/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4280" y="34880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sym typeface="+mn-ea"/>
              </a:rPr>
              <a:t>云边协同推理网络实践</a:t>
            </a:r>
            <a:endParaRPr kumimoji="1" lang="en-US" dirty="0" err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1.</a:t>
            </a:r>
            <a:r>
              <a:rPr lang="en-US" altLang="zh-CN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1</a:t>
            </a:r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 AI推动新一轮科技革命和产业变革</a:t>
            </a:r>
            <a:endParaRPr lang="zh-CN" altLang="en-US" noProof="0" dirty="0">
              <a:ln w="6350"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38415" y="4167505"/>
            <a:ext cx="3145155" cy="1814195"/>
          </a:xfrm>
          <a:prstGeom prst="rect">
            <a:avLst/>
          </a:prstGeom>
          <a:gradFill>
            <a:gsLst>
              <a:gs pos="0">
                <a:srgbClr val="8BAFEC">
                  <a:alpha val="84000"/>
                </a:srgbClr>
              </a:gs>
              <a:gs pos="73000">
                <a:srgbClr val="89AEEB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471930" y="5187315"/>
            <a:ext cx="3004185" cy="844550"/>
          </a:xfrm>
          <a:prstGeom prst="rect">
            <a:avLst/>
          </a:prstGeom>
          <a:gradFill>
            <a:gsLst>
              <a:gs pos="0">
                <a:srgbClr val="8BAFEC">
                  <a:alpha val="84000"/>
                </a:srgbClr>
              </a:gs>
              <a:gs pos="73000">
                <a:srgbClr val="89AEEB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4516755" y="4579620"/>
            <a:ext cx="3145155" cy="1402715"/>
          </a:xfrm>
          <a:prstGeom prst="rect">
            <a:avLst/>
          </a:prstGeom>
          <a:gradFill>
            <a:gsLst>
              <a:gs pos="0">
                <a:srgbClr val="8BAFEC">
                  <a:alpha val="84000"/>
                </a:srgbClr>
              </a:gs>
              <a:gs pos="73000">
                <a:srgbClr val="89AEEB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75640" y="779400"/>
            <a:ext cx="1072705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思源黑体 CN" panose="020B0800000000000000" charset="-122"/>
              </a:rPr>
              <a:t>每一轮科技革命都由基础科学、技术创新、规模推广驱动，每一次代际跃升，都会推进新的建网模式和服务能力，推动产业价值持续跃升</a:t>
            </a:r>
            <a:endParaRPr kumimoji="0" lang="zh-CN" altLang="en-US" sz="18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思源黑体 CN" panose="020B0800000000000000" charset="-122"/>
            </a:endParaRPr>
          </a:p>
        </p:txBody>
      </p:sp>
      <p:sp>
        <p:nvSpPr>
          <p:cNvPr id="22" name="箭头: 五边形 328"/>
          <p:cNvSpPr/>
          <p:nvPr/>
        </p:nvSpPr>
        <p:spPr>
          <a:xfrm>
            <a:off x="1858645" y="3964305"/>
            <a:ext cx="2283460" cy="352425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66215" y="2075815"/>
            <a:ext cx="9316720" cy="3905885"/>
          </a:xfrm>
          <a:prstGeom prst="rect">
            <a:avLst/>
          </a:prstGeom>
          <a:gradFill flip="none" rotWithShape="1">
            <a:gsLst>
              <a:gs pos="38000">
                <a:srgbClr val="89AEEB">
                  <a:alpha val="0"/>
                </a:srgbClr>
              </a:gs>
              <a:gs pos="100000">
                <a:srgbClr val="89AEEB">
                  <a:alpha val="9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287AFA">
                    <a:alpha val="90000"/>
                  </a:srgbClr>
                </a:gs>
                <a:gs pos="100000">
                  <a:srgbClr val="287AFA"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0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cxnSp>
        <p:nvCxnSpPr>
          <p:cNvPr id="5" name="直接箭头连接符 330"/>
          <p:cNvCxnSpPr/>
          <p:nvPr/>
        </p:nvCxnSpPr>
        <p:spPr>
          <a:xfrm>
            <a:off x="1468120" y="5963285"/>
            <a:ext cx="9359900" cy="0"/>
          </a:xfrm>
          <a:prstGeom prst="straightConnector1">
            <a:avLst/>
          </a:prstGeom>
          <a:gradFill>
            <a:gsLst>
              <a:gs pos="35000">
                <a:schemeClr val="accent1">
                  <a:lumMod val="75000"/>
                  <a:alpha val="50000"/>
                </a:schemeClr>
              </a:gs>
              <a:gs pos="100000">
                <a:schemeClr val="accent5">
                  <a:lumMod val="75000"/>
                  <a:alpha val="20000"/>
                </a:schemeClr>
              </a:gs>
            </a:gsLst>
            <a:lin ang="5400000" scaled="1"/>
          </a:gradFill>
          <a:ln w="6350" cap="flat" cmpd="sng" algn="ctr">
            <a:solidFill>
              <a:srgbClr val="89AEEB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任意多边形: 形状 334"/>
          <p:cNvSpPr/>
          <p:nvPr/>
        </p:nvSpPr>
        <p:spPr>
          <a:xfrm>
            <a:off x="1466215" y="5169535"/>
            <a:ext cx="3050540" cy="414655"/>
          </a:xfrm>
          <a:custGeom>
            <a:avLst/>
            <a:gdLst>
              <a:gd name="connsiteX0" fmla="*/ 0 w 2698496"/>
              <a:gd name="connsiteY0" fmla="*/ 432996 h 432996"/>
              <a:gd name="connsiteX1" fmla="*/ 694944 w 2698496"/>
              <a:gd name="connsiteY1" fmla="*/ 225732 h 432996"/>
              <a:gd name="connsiteX2" fmla="*/ 1463040 w 2698496"/>
              <a:gd name="connsiteY2" fmla="*/ 83492 h 432996"/>
              <a:gd name="connsiteX3" fmla="*/ 2479040 w 2698496"/>
              <a:gd name="connsiteY3" fmla="*/ 10340 h 432996"/>
              <a:gd name="connsiteX4" fmla="*/ 2698496 w 2698496"/>
              <a:gd name="connsiteY4" fmla="*/ 2212 h 43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8496" h="432996">
                <a:moveTo>
                  <a:pt x="0" y="432996"/>
                </a:moveTo>
                <a:cubicBezTo>
                  <a:pt x="225552" y="358489"/>
                  <a:pt x="451104" y="283983"/>
                  <a:pt x="694944" y="225732"/>
                </a:cubicBezTo>
                <a:cubicBezTo>
                  <a:pt x="938784" y="167481"/>
                  <a:pt x="1165691" y="119391"/>
                  <a:pt x="1463040" y="83492"/>
                </a:cubicBezTo>
                <a:cubicBezTo>
                  <a:pt x="1760389" y="47593"/>
                  <a:pt x="2273131" y="23887"/>
                  <a:pt x="2479040" y="10340"/>
                </a:cubicBezTo>
                <a:cubicBezTo>
                  <a:pt x="2684949" y="-3207"/>
                  <a:pt x="2691722" y="-498"/>
                  <a:pt x="2698496" y="2212"/>
                </a:cubicBezTo>
              </a:path>
            </a:pathLst>
          </a:custGeom>
          <a:noFill/>
          <a:ln w="12700" cap="flat" cmpd="sng" algn="ctr">
            <a:solidFill>
              <a:srgbClr val="0070C0"/>
            </a:solidFill>
            <a:prstDash val="solid"/>
            <a:miter lim="800000"/>
            <a:headEnd type="none"/>
            <a:tailEnd type="none"/>
          </a:ln>
          <a:effectLst/>
        </p:spPr>
        <p:txBody>
          <a:bodyPr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1" name="任意多边形: 形状 335"/>
          <p:cNvSpPr/>
          <p:nvPr/>
        </p:nvSpPr>
        <p:spPr>
          <a:xfrm>
            <a:off x="4496435" y="4766945"/>
            <a:ext cx="3125470" cy="401955"/>
          </a:xfrm>
          <a:custGeom>
            <a:avLst/>
            <a:gdLst>
              <a:gd name="connsiteX0" fmla="*/ 0 w 2763520"/>
              <a:gd name="connsiteY0" fmla="*/ 808736 h 808736"/>
              <a:gd name="connsiteX1" fmla="*/ 573024 w 2763520"/>
              <a:gd name="connsiteY1" fmla="*/ 516128 h 808736"/>
              <a:gd name="connsiteX2" fmla="*/ 1263904 w 2763520"/>
              <a:gd name="connsiteY2" fmla="*/ 268224 h 808736"/>
              <a:gd name="connsiteX3" fmla="*/ 1946656 w 2763520"/>
              <a:gd name="connsiteY3" fmla="*/ 117856 h 808736"/>
              <a:gd name="connsiteX4" fmla="*/ 2763520 w 2763520"/>
              <a:gd name="connsiteY4" fmla="*/ 0 h 80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3520" h="808736">
                <a:moveTo>
                  <a:pt x="0" y="808736"/>
                </a:moveTo>
                <a:cubicBezTo>
                  <a:pt x="181186" y="707474"/>
                  <a:pt x="362373" y="606213"/>
                  <a:pt x="573024" y="516128"/>
                </a:cubicBezTo>
                <a:cubicBezTo>
                  <a:pt x="783675" y="426043"/>
                  <a:pt x="1034965" y="334603"/>
                  <a:pt x="1263904" y="268224"/>
                </a:cubicBezTo>
                <a:cubicBezTo>
                  <a:pt x="1492843" y="201845"/>
                  <a:pt x="1696720" y="162560"/>
                  <a:pt x="1946656" y="117856"/>
                </a:cubicBezTo>
                <a:cubicBezTo>
                  <a:pt x="2196592" y="73152"/>
                  <a:pt x="2480056" y="36576"/>
                  <a:pt x="2763520" y="0"/>
                </a:cubicBezTo>
              </a:path>
            </a:pathLst>
          </a:custGeom>
          <a:noFill/>
          <a:ln w="12700" cap="flat" cmpd="sng" algn="ctr">
            <a:solidFill>
              <a:srgbClr val="0070C0"/>
            </a:solidFill>
            <a:prstDash val="solid"/>
            <a:miter lim="800000"/>
            <a:headEnd type="none"/>
            <a:tailEnd type="none"/>
          </a:ln>
          <a:effectLst/>
        </p:spPr>
        <p:txBody>
          <a:bodyPr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2" name="任意多边形: 形状 336"/>
          <p:cNvSpPr/>
          <p:nvPr/>
        </p:nvSpPr>
        <p:spPr>
          <a:xfrm>
            <a:off x="7619365" y="4149090"/>
            <a:ext cx="3164205" cy="619760"/>
          </a:xfrm>
          <a:custGeom>
            <a:avLst/>
            <a:gdLst>
              <a:gd name="connsiteX0" fmla="*/ 0 w 2799080"/>
              <a:gd name="connsiteY0" fmla="*/ 1427480 h 1427480"/>
              <a:gd name="connsiteX1" fmla="*/ 543560 w 2799080"/>
              <a:gd name="connsiteY1" fmla="*/ 939800 h 1427480"/>
              <a:gd name="connsiteX2" fmla="*/ 1198880 w 2799080"/>
              <a:gd name="connsiteY2" fmla="*/ 515620 h 1427480"/>
              <a:gd name="connsiteX3" fmla="*/ 1960880 w 2799080"/>
              <a:gd name="connsiteY3" fmla="*/ 223520 h 1427480"/>
              <a:gd name="connsiteX4" fmla="*/ 2799080 w 2799080"/>
              <a:gd name="connsiteY4" fmla="*/ 0 h 142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9080" h="1427480">
                <a:moveTo>
                  <a:pt x="0" y="1427480"/>
                </a:moveTo>
                <a:cubicBezTo>
                  <a:pt x="171873" y="1259628"/>
                  <a:pt x="343747" y="1091777"/>
                  <a:pt x="543560" y="939800"/>
                </a:cubicBezTo>
                <a:cubicBezTo>
                  <a:pt x="743373" y="787823"/>
                  <a:pt x="962660" y="635000"/>
                  <a:pt x="1198880" y="515620"/>
                </a:cubicBezTo>
                <a:cubicBezTo>
                  <a:pt x="1435100" y="396240"/>
                  <a:pt x="1694180" y="309457"/>
                  <a:pt x="1960880" y="223520"/>
                </a:cubicBezTo>
                <a:cubicBezTo>
                  <a:pt x="2227580" y="137583"/>
                  <a:pt x="2668270" y="38100"/>
                  <a:pt x="2799080" y="0"/>
                </a:cubicBezTo>
              </a:path>
            </a:pathLst>
          </a:custGeom>
          <a:noFill/>
          <a:ln w="12700" cap="flat" cmpd="sng" algn="ctr">
            <a:solidFill>
              <a:srgbClr val="2484CA"/>
            </a:solidFill>
            <a:prstDash val="solid"/>
            <a:miter lim="800000"/>
            <a:headEnd type="none"/>
            <a:tailEnd type="none"/>
          </a:ln>
          <a:effectLst/>
        </p:spPr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070340" y="6045835"/>
            <a:ext cx="1384300" cy="26860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219202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ICT</a:t>
            </a:r>
            <a:r>
              <a:rPr kumimoji="0" lang="zh-CN" altLang="en-US" sz="1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产业发展曲线</a:t>
            </a:r>
            <a:endParaRPr kumimoji="0" lang="zh-CN" altLang="en-US" sz="12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cxnSp>
        <p:nvCxnSpPr>
          <p:cNvPr id="15" name="直接连接符 303"/>
          <p:cNvCxnSpPr/>
          <p:nvPr/>
        </p:nvCxnSpPr>
        <p:spPr>
          <a:xfrm>
            <a:off x="4516755" y="2273300"/>
            <a:ext cx="0" cy="3709035"/>
          </a:xfrm>
          <a:prstGeom prst="line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</p:cxnSp>
      <p:cxnSp>
        <p:nvCxnSpPr>
          <p:cNvPr id="16" name="直接连接符 304"/>
          <p:cNvCxnSpPr/>
          <p:nvPr/>
        </p:nvCxnSpPr>
        <p:spPr>
          <a:xfrm>
            <a:off x="7608570" y="2273300"/>
            <a:ext cx="0" cy="3709035"/>
          </a:xfrm>
          <a:prstGeom prst="line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/>
        </p:nvSpPr>
        <p:spPr>
          <a:xfrm>
            <a:off x="2111375" y="2199640"/>
            <a:ext cx="1778000" cy="42735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第一波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IP-to-X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41595" y="2199640"/>
            <a:ext cx="1778000" cy="42735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第二波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Cloud-to-X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05495" y="2199640"/>
            <a:ext cx="1778000" cy="42735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第三波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AI-to-X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29790" y="3992245"/>
            <a:ext cx="1740535" cy="32448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" panose="020B0800000000000000" charset="-122"/>
                <a:ea typeface="思源黑体 CN" panose="020B0800000000000000" charset="-122"/>
                <a:cs typeface="+mn-cs"/>
                <a:sym typeface="Arial" panose="020B0604020202090204" pitchFamily="34" charset="0"/>
              </a:rPr>
              <a:t>互联网时代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思源黑体 CN" panose="020B0800000000000000" charset="-122"/>
              <a:ea typeface="思源黑体 CN" panose="020B0800000000000000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071745" y="3448685"/>
            <a:ext cx="1917065" cy="32448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25650" y="4473575"/>
            <a:ext cx="1949450" cy="12890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尽力而为的服务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4" name="箭头: 五边形 326"/>
          <p:cNvSpPr/>
          <p:nvPr/>
        </p:nvSpPr>
        <p:spPr>
          <a:xfrm>
            <a:off x="4888865" y="3270132"/>
            <a:ext cx="2283460" cy="386080"/>
          </a:xfrm>
          <a:prstGeom prst="homePlate">
            <a:avLst/>
          </a:prstGeom>
          <a:solidFill>
            <a:srgbClr val="E7E8E8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88865" y="3822582"/>
            <a:ext cx="2283460" cy="1644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云服务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6" name="箭头: 五边形 324"/>
          <p:cNvSpPr/>
          <p:nvPr/>
        </p:nvSpPr>
        <p:spPr>
          <a:xfrm>
            <a:off x="8171815" y="2914015"/>
            <a:ext cx="2352675" cy="375285"/>
          </a:xfrm>
          <a:prstGeom prst="homePlate">
            <a:avLst/>
          </a:prstGeom>
          <a:solidFill>
            <a:srgbClr val="E7E8E8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13725" y="3468370"/>
            <a:ext cx="2411730" cy="1689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算网服务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858645" y="4743450"/>
            <a:ext cx="2283460" cy="2832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IPv4</a:t>
            </a:r>
            <a:r>
              <a: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、</a:t>
            </a:r>
            <a:r>
              <a:rPr kumimoji="0" lang="en-US" altLang="zh-CN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mpls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23130" y="4153417"/>
            <a:ext cx="2614295" cy="41529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IPv6</a:t>
            </a:r>
            <a:r>
              <a: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、</a:t>
            </a:r>
            <a:r>
              <a:rPr kumimoji="0" lang="en-US" altLang="zh-CN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SRv6</a:t>
            </a:r>
            <a:endParaRPr kumimoji="0" lang="en-US" altLang="zh-CN" sz="1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13725" y="3795395"/>
            <a:ext cx="2160905" cy="37528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AI for Network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Network  for AI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226310" y="5401945"/>
            <a:ext cx="1548130" cy="5492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ToC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2G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→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3G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4G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ToH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：上网→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IPTV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ToB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SDH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→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MSTP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256530" y="5191760"/>
            <a:ext cx="1548130" cy="58991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ToC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5G 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→  云手机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ToH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：游戏  →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 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云游戏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ToB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：专线 → 云专线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00455" y="1920875"/>
            <a:ext cx="405130" cy="1143635"/>
          </a:xfrm>
          <a:prstGeom prst="rect">
            <a:avLst/>
          </a:prstGeom>
          <a:noFill/>
        </p:spPr>
        <p:txBody>
          <a:bodyPr vert="vert270" wrap="square" anchor="ctr" anchorCtr="0">
            <a:noAutofit/>
          </a:bodyPr>
          <a:lstStyle/>
          <a:p>
            <a:pPr marL="0" marR="0" lvl="0" indent="0" algn="ctr" defTabSz="219202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价值跃升波次</a:t>
            </a:r>
            <a:endParaRPr kumimoji="0" lang="zh-CN" altLang="en-US" sz="12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991100" y="3289182"/>
            <a:ext cx="2078990" cy="3524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" panose="020B0800000000000000" charset="-122"/>
                <a:ea typeface="思源黑体 CN" panose="020B0800000000000000" charset="-122"/>
                <a:cs typeface="+mn-cs"/>
                <a:sym typeface="Arial" panose="020B0604020202090204" pitchFamily="34" charset="0"/>
              </a:rPr>
              <a:t>云计算时代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思源黑体 CN" panose="020B0800000000000000" charset="-122"/>
              <a:ea typeface="思源黑体 CN" panose="020B0800000000000000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140065" y="2971165"/>
            <a:ext cx="2308860" cy="29400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" panose="020B0800000000000000" charset="-122"/>
                <a:ea typeface="思源黑体 CN" panose="020B0800000000000000" charset="-122"/>
                <a:cs typeface="+mn-cs"/>
                <a:sym typeface="Arial" panose="020B0604020202090204" pitchFamily="34" charset="0"/>
              </a:rPr>
              <a:t>智算时代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思源黑体 CN" panose="020B0800000000000000" charset="-122"/>
              <a:ea typeface="思源黑体 CN" panose="020B0800000000000000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36" name="文本框 289"/>
          <p:cNvSpPr txBox="1"/>
          <p:nvPr/>
        </p:nvSpPr>
        <p:spPr>
          <a:xfrm>
            <a:off x="2082165" y="2691130"/>
            <a:ext cx="1836420" cy="1612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网络协议创新，优化</a:t>
            </a: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连接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效率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37" name="文本框 244"/>
          <p:cNvSpPr txBox="1"/>
          <p:nvPr/>
        </p:nvSpPr>
        <p:spPr>
          <a:xfrm>
            <a:off x="5053330" y="2691130"/>
            <a:ext cx="1953895" cy="1612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网络架构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创新</a:t>
            </a: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，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优化</a:t>
            </a:r>
            <a:r>
              <a:rPr kumimoji="1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资源效率</a:t>
            </a:r>
            <a:endParaRPr kumimoji="1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38" name="文本框 42"/>
          <p:cNvSpPr txBox="1"/>
          <p:nvPr/>
        </p:nvSpPr>
        <p:spPr>
          <a:xfrm>
            <a:off x="8422005" y="2691130"/>
            <a:ext cx="1827528" cy="1612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900" b="1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智能云</a:t>
            </a:r>
            <a:r>
              <a:rPr kumimoji="1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+AI</a:t>
            </a:r>
            <a:r>
              <a:rPr kumimoji="1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大模型</a:t>
            </a:r>
            <a:r>
              <a:rPr kumimoji="1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+</a:t>
            </a:r>
            <a:r>
              <a:rPr kumimoji="1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智能体平台</a:t>
            </a:r>
            <a:endParaRPr kumimoji="1" lang="zh-CN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345565" y="6031865"/>
            <a:ext cx="513080" cy="245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2003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260215" y="6043295"/>
            <a:ext cx="513080" cy="245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2013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95210" y="6059805"/>
            <a:ext cx="513080" cy="245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2023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445750" y="6043295"/>
            <a:ext cx="513080" cy="245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未来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339455" y="4901565"/>
            <a:ext cx="1910080" cy="58991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ToC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：云手机   →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 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个人智能体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ToH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：云应用  → 家庭智能体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ToB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：云专线   →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 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Arial" panose="020B0604020202090204" pitchFamily="34" charset="0"/>
              </a:rPr>
              <a:t>算力专线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Arial" panose="020B060402020209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>
          <a:xfrm>
            <a:off x="221615" y="267335"/>
            <a:ext cx="9187815" cy="399415"/>
          </a:xfrm>
        </p:spPr>
        <p:txBody>
          <a:bodyPr/>
          <a:p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1.2 智能体应用全面爆发，Token经营成为AI时代必选项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46075" y="203518"/>
            <a:ext cx="10502265" cy="499110"/>
          </a:xfrm>
          <a:prstGeom prst="rect">
            <a:avLst/>
          </a:prstGeom>
          <a:noFill/>
        </p:spPr>
        <p:txBody>
          <a:bodyPr vert="horz" wrap="square" lIns="68584" tIns="34291" rIns="68584" bIns="34291" rtlCol="0" anchor="ctr" anchorCtr="0">
            <a:noAutofit/>
          </a:bodyPr>
          <a:lstStyle/>
          <a:p>
            <a:pPr lvl="0" algn="l">
              <a:spcBef>
                <a:spcPts val="1000"/>
              </a:spcBef>
              <a:buClrTx/>
              <a:buSzTx/>
              <a:buFont typeface="Arial" panose="020B0604020202090204" pitchFamily="34" charset="0"/>
            </a:pPr>
            <a:endParaRPr lang="zh-CN" altLang="en-US" sz="2800" b="1" noProof="0" dirty="0">
              <a:ln w="6350"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</p:txBody>
      </p:sp>
      <p:sp>
        <p:nvSpPr>
          <p:cNvPr id="45" name="矩形: 圆角 16"/>
          <p:cNvSpPr/>
          <p:nvPr>
            <p:custDataLst>
              <p:tags r:id="rId2"/>
            </p:custDataLst>
          </p:nvPr>
        </p:nvSpPr>
        <p:spPr>
          <a:xfrm>
            <a:off x="605155" y="2639209"/>
            <a:ext cx="5346065" cy="3572510"/>
          </a:xfrm>
          <a:prstGeom prst="roundRect">
            <a:avLst>
              <a:gd name="adj" fmla="val 5283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68816" y="1775204"/>
            <a:ext cx="4818743" cy="8102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能力与效率边界不断突破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从“一个对话框”到“一支AI协作团队"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47" name="任意多边形: 形状 9"/>
          <p:cNvSpPr/>
          <p:nvPr/>
        </p:nvSpPr>
        <p:spPr>
          <a:xfrm>
            <a:off x="711200" y="3490225"/>
            <a:ext cx="5173763" cy="925539"/>
          </a:xfrm>
          <a:custGeom>
            <a:avLst/>
            <a:gdLst>
              <a:gd name="connsiteX0" fmla="*/ 0 w 7484534"/>
              <a:gd name="connsiteY0" fmla="*/ 1274794 h 1274794"/>
              <a:gd name="connsiteX1" fmla="*/ 1032934 w 7484534"/>
              <a:gd name="connsiteY1" fmla="*/ 1029260 h 1274794"/>
              <a:gd name="connsiteX2" fmla="*/ 1964267 w 7484534"/>
              <a:gd name="connsiteY2" fmla="*/ 1240927 h 1274794"/>
              <a:gd name="connsiteX3" fmla="*/ 3158067 w 7484534"/>
              <a:gd name="connsiteY3" fmla="*/ 580527 h 1274794"/>
              <a:gd name="connsiteX4" fmla="*/ 4292600 w 7484534"/>
              <a:gd name="connsiteY4" fmla="*/ 885327 h 1274794"/>
              <a:gd name="connsiteX5" fmla="*/ 5833534 w 7484534"/>
              <a:gd name="connsiteY5" fmla="*/ 4794 h 1274794"/>
              <a:gd name="connsiteX6" fmla="*/ 7484534 w 7484534"/>
              <a:gd name="connsiteY6" fmla="*/ 597460 h 127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84534" h="1274794">
                <a:moveTo>
                  <a:pt x="0" y="1274794"/>
                </a:moveTo>
                <a:cubicBezTo>
                  <a:pt x="352778" y="1154849"/>
                  <a:pt x="705556" y="1034904"/>
                  <a:pt x="1032934" y="1029260"/>
                </a:cubicBezTo>
                <a:cubicBezTo>
                  <a:pt x="1360312" y="1023616"/>
                  <a:pt x="1610078" y="1315716"/>
                  <a:pt x="1964267" y="1240927"/>
                </a:cubicBezTo>
                <a:cubicBezTo>
                  <a:pt x="2318456" y="1166138"/>
                  <a:pt x="2770012" y="639794"/>
                  <a:pt x="3158067" y="580527"/>
                </a:cubicBezTo>
                <a:cubicBezTo>
                  <a:pt x="3546123" y="521260"/>
                  <a:pt x="3846689" y="981282"/>
                  <a:pt x="4292600" y="885327"/>
                </a:cubicBezTo>
                <a:cubicBezTo>
                  <a:pt x="4738511" y="789371"/>
                  <a:pt x="5301545" y="52772"/>
                  <a:pt x="5833534" y="4794"/>
                </a:cubicBezTo>
                <a:cubicBezTo>
                  <a:pt x="6365523" y="-43184"/>
                  <a:pt x="6925028" y="277138"/>
                  <a:pt x="7484534" y="597460"/>
                </a:cubicBezTo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50800" sx="75000" sy="75000" algn="tl" rotWithShape="0">
              <a:schemeClr val="accent1">
                <a:alpha val="0"/>
              </a:schemeClr>
            </a:outerShdw>
          </a:effectLst>
        </p:spPr>
        <p:txBody>
          <a:bodyPr wrap="square" lIns="45726" tIns="45726" rIns="45726" bIns="45726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8" name="矩形: 圆角 18"/>
          <p:cNvSpPr/>
          <p:nvPr/>
        </p:nvSpPr>
        <p:spPr>
          <a:xfrm>
            <a:off x="868816" y="3665987"/>
            <a:ext cx="1120693" cy="4556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path path="circle">
              <a:fillToRect l="37721" t="-19636" r="62278" b="119636"/>
            </a:path>
          </a:gradFill>
          <a:ln w="3175" cap="flat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wrap="square" lIns="45726" tIns="45726" rIns="45726" bIns="45726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EFEFEF">
                    <a:lumMod val="1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LLM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FEFEF">
                    <a:lumMod val="1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的能力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EFEFEF">
                  <a:lumMod val="10000"/>
                </a:srgb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FEFEF">
                    <a:lumMod val="1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进化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EFEFEF">
                  <a:lumMod val="10000"/>
                </a:srgb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</p:txBody>
      </p:sp>
      <p:sp>
        <p:nvSpPr>
          <p:cNvPr id="49" name="矩形: 圆角 18"/>
          <p:cNvSpPr/>
          <p:nvPr/>
        </p:nvSpPr>
        <p:spPr>
          <a:xfrm>
            <a:off x="2455191" y="3354854"/>
            <a:ext cx="1120693" cy="4556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path path="circle">
              <a:fillToRect l="37721" t="-19636" r="62278" b="119636"/>
            </a:path>
          </a:gradFill>
          <a:ln w="3175" cap="flat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wrap="square" lIns="45726" tIns="45726" rIns="45726" bIns="45726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EFEFEF">
                    <a:lumMod val="1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MCP/A2A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EFEFEF">
                  <a:lumMod val="10000"/>
                </a:srgb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</p:txBody>
      </p:sp>
      <p:sp>
        <p:nvSpPr>
          <p:cNvPr id="50" name="矩形: 圆角 18"/>
          <p:cNvSpPr/>
          <p:nvPr/>
        </p:nvSpPr>
        <p:spPr>
          <a:xfrm>
            <a:off x="4368124" y="2935747"/>
            <a:ext cx="1120693" cy="4556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path path="circle">
              <a:fillToRect l="37721" t="-19636" r="62278" b="119636"/>
            </a:path>
          </a:gradFill>
          <a:ln w="3175" cap="flat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wrap="square" lIns="45726" tIns="45726" rIns="45726" bIns="45726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EFEFEF">
                    <a:lumMod val="1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Agent Skills新范式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EFEFEF">
                  <a:lumMod val="10000"/>
                </a:srgb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11200" y="4470060"/>
            <a:ext cx="14736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Agent</a:t>
            </a: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掌握自然语言理解与生成能力，具备简单理解上下文并做出应答的能力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353897" y="4242217"/>
            <a:ext cx="1473650" cy="136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Agent</a:t>
            </a: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进一步增强外部工具调用能力，通过标准化接口规范发现外部服务，实现工具的即插即用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163646" y="3919825"/>
            <a:ext cx="1473650" cy="136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面向复杂的多阶段协同处理任务，演化出</a:t>
            </a: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Skills</a:t>
            </a: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框架，赋予</a:t>
            </a: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Agent</a:t>
            </a: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自行决定调用方式的灵活性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54396" y="5672584"/>
            <a:ext cx="987257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自主决策与任务执行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540247" y="5764917"/>
            <a:ext cx="1182075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联接的标准化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350430" y="5764917"/>
            <a:ext cx="1286866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结构化执行能力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3" name="矩形: 圆角 16"/>
          <p:cNvSpPr/>
          <p:nvPr>
            <p:custDataLst>
              <p:tags r:id="rId3"/>
            </p:custDataLst>
          </p:nvPr>
        </p:nvSpPr>
        <p:spPr>
          <a:xfrm>
            <a:off x="6240780" y="2639209"/>
            <a:ext cx="5346065" cy="3572510"/>
          </a:xfrm>
          <a:prstGeom prst="roundRect">
            <a:avLst>
              <a:gd name="adj" fmla="val 5283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536496" y="1775205"/>
            <a:ext cx="4754638" cy="8102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打造面向Token的经营体系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实现可感知的高质量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服务供给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65" name="圆角矩形 67"/>
          <p:cNvSpPr/>
          <p:nvPr/>
        </p:nvSpPr>
        <p:spPr>
          <a:xfrm>
            <a:off x="7380400" y="2778733"/>
            <a:ext cx="3886154" cy="1023742"/>
          </a:xfrm>
          <a:prstGeom prst="roundRect">
            <a:avLst>
              <a:gd name="adj" fmla="val 3171"/>
            </a:avLst>
          </a:prstGeom>
          <a:gradFill flip="none" rotWithShape="1">
            <a:gsLst>
              <a:gs pos="40000">
                <a:srgbClr val="287AFA">
                  <a:alpha val="0"/>
                </a:srgbClr>
              </a:gs>
              <a:gs pos="95000">
                <a:srgbClr val="287AFA">
                  <a:alpha val="17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rgbClr val="287AFA">
                    <a:alpha val="0"/>
                  </a:srgbClr>
                </a:gs>
                <a:gs pos="10000">
                  <a:srgbClr val="287AFA">
                    <a:alpha val="0"/>
                  </a:srgbClr>
                </a:gs>
                <a:gs pos="0">
                  <a:srgbClr val="287AFA">
                    <a:alpha val="80000"/>
                  </a:srgbClr>
                </a:gs>
                <a:gs pos="100000">
                  <a:srgbClr val="287AFA">
                    <a:alpha val="8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anchor="ctr" anchorCtr="1">
            <a:noAutofit/>
          </a:bodyPr>
          <a:lstStyle/>
          <a:p>
            <a:pPr marL="0" marR="0" lvl="0" indent="0" algn="l" defTabSz="912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66" name="professional-presenting-a-report_31632"/>
          <p:cNvSpPr>
            <a:spLocks noChangeAspect="1"/>
          </p:cNvSpPr>
          <p:nvPr/>
        </p:nvSpPr>
        <p:spPr>
          <a:xfrm>
            <a:off x="6536989" y="3002528"/>
            <a:ext cx="609685" cy="576152"/>
          </a:xfrm>
          <a:custGeom>
            <a:avLst/>
            <a:gdLst>
              <a:gd name="connsiteX0" fmla="*/ 60731 w 601262"/>
              <a:gd name="connsiteY0" fmla="*/ 323331 h 568193"/>
              <a:gd name="connsiteX1" fmla="*/ 60731 w 601262"/>
              <a:gd name="connsiteY1" fmla="*/ 378099 h 568193"/>
              <a:gd name="connsiteX2" fmla="*/ 55619 w 601262"/>
              <a:gd name="connsiteY2" fmla="*/ 441458 h 568193"/>
              <a:gd name="connsiteX3" fmla="*/ 34904 w 601262"/>
              <a:gd name="connsiteY3" fmla="*/ 406020 h 568193"/>
              <a:gd name="connsiteX4" fmla="*/ 34904 w 601262"/>
              <a:gd name="connsiteY4" fmla="*/ 355816 h 568193"/>
              <a:gd name="connsiteX5" fmla="*/ 59924 w 601262"/>
              <a:gd name="connsiteY5" fmla="*/ 327895 h 568193"/>
              <a:gd name="connsiteX6" fmla="*/ 296871 w 601262"/>
              <a:gd name="connsiteY6" fmla="*/ 317968 h 568193"/>
              <a:gd name="connsiteX7" fmla="*/ 436676 w 601262"/>
              <a:gd name="connsiteY7" fmla="*/ 317968 h 568193"/>
              <a:gd name="connsiteX8" fmla="*/ 447430 w 601262"/>
              <a:gd name="connsiteY8" fmla="*/ 328969 h 568193"/>
              <a:gd name="connsiteX9" fmla="*/ 436676 w 601262"/>
              <a:gd name="connsiteY9" fmla="*/ 339702 h 568193"/>
              <a:gd name="connsiteX10" fmla="*/ 296871 w 601262"/>
              <a:gd name="connsiteY10" fmla="*/ 339702 h 568193"/>
              <a:gd name="connsiteX11" fmla="*/ 286117 w 601262"/>
              <a:gd name="connsiteY11" fmla="*/ 328969 h 568193"/>
              <a:gd name="connsiteX12" fmla="*/ 296871 w 601262"/>
              <a:gd name="connsiteY12" fmla="*/ 317968 h 568193"/>
              <a:gd name="connsiteX13" fmla="*/ 296872 w 601262"/>
              <a:gd name="connsiteY13" fmla="*/ 268784 h 568193"/>
              <a:gd name="connsiteX14" fmla="*/ 535622 w 601262"/>
              <a:gd name="connsiteY14" fmla="*/ 268784 h 568193"/>
              <a:gd name="connsiteX15" fmla="*/ 546645 w 601262"/>
              <a:gd name="connsiteY15" fmla="*/ 279545 h 568193"/>
              <a:gd name="connsiteX16" fmla="*/ 535622 w 601262"/>
              <a:gd name="connsiteY16" fmla="*/ 290306 h 568193"/>
              <a:gd name="connsiteX17" fmla="*/ 296872 w 601262"/>
              <a:gd name="connsiteY17" fmla="*/ 290306 h 568193"/>
              <a:gd name="connsiteX18" fmla="*/ 286117 w 601262"/>
              <a:gd name="connsiteY18" fmla="*/ 279545 h 568193"/>
              <a:gd name="connsiteX19" fmla="*/ 296872 w 601262"/>
              <a:gd name="connsiteY19" fmla="*/ 268784 h 568193"/>
              <a:gd name="connsiteX20" fmla="*/ 296872 w 601262"/>
              <a:gd name="connsiteY20" fmla="*/ 219388 h 568193"/>
              <a:gd name="connsiteX21" fmla="*/ 535622 w 601262"/>
              <a:gd name="connsiteY21" fmla="*/ 219388 h 568193"/>
              <a:gd name="connsiteX22" fmla="*/ 546645 w 601262"/>
              <a:gd name="connsiteY22" fmla="*/ 230389 h 568193"/>
              <a:gd name="connsiteX23" fmla="*/ 535622 w 601262"/>
              <a:gd name="connsiteY23" fmla="*/ 241122 h 568193"/>
              <a:gd name="connsiteX24" fmla="*/ 296872 w 601262"/>
              <a:gd name="connsiteY24" fmla="*/ 241122 h 568193"/>
              <a:gd name="connsiteX25" fmla="*/ 286117 w 601262"/>
              <a:gd name="connsiteY25" fmla="*/ 230389 h 568193"/>
              <a:gd name="connsiteX26" fmla="*/ 296872 w 601262"/>
              <a:gd name="connsiteY26" fmla="*/ 219388 h 568193"/>
              <a:gd name="connsiteX27" fmla="*/ 135266 w 601262"/>
              <a:gd name="connsiteY27" fmla="*/ 124619 h 568193"/>
              <a:gd name="connsiteX28" fmla="*/ 140375 w 601262"/>
              <a:gd name="connsiteY28" fmla="*/ 135091 h 568193"/>
              <a:gd name="connsiteX29" fmla="*/ 125854 w 601262"/>
              <a:gd name="connsiteY29" fmla="*/ 248669 h 568193"/>
              <a:gd name="connsiteX30" fmla="*/ 143333 w 601262"/>
              <a:gd name="connsiteY30" fmla="*/ 278742 h 568193"/>
              <a:gd name="connsiteX31" fmla="*/ 160542 w 601262"/>
              <a:gd name="connsiteY31" fmla="*/ 248669 h 568193"/>
              <a:gd name="connsiteX32" fmla="*/ 146022 w 601262"/>
              <a:gd name="connsiteY32" fmla="*/ 135091 h 568193"/>
              <a:gd name="connsiteX33" fmla="*/ 151131 w 601262"/>
              <a:gd name="connsiteY33" fmla="*/ 124888 h 568193"/>
              <a:gd name="connsiteX34" fmla="*/ 233684 w 601262"/>
              <a:gd name="connsiteY34" fmla="*/ 141804 h 568193"/>
              <a:gd name="connsiteX35" fmla="*/ 334253 w 601262"/>
              <a:gd name="connsiteY35" fmla="*/ 141804 h 568193"/>
              <a:gd name="connsiteX36" fmla="*/ 355765 w 601262"/>
              <a:gd name="connsiteY36" fmla="*/ 163553 h 568193"/>
              <a:gd name="connsiteX37" fmla="*/ 334253 w 601262"/>
              <a:gd name="connsiteY37" fmla="*/ 185033 h 568193"/>
              <a:gd name="connsiteX38" fmla="*/ 229919 w 601262"/>
              <a:gd name="connsiteY38" fmla="*/ 185033 h 568193"/>
              <a:gd name="connsiteX39" fmla="*/ 222659 w 601262"/>
              <a:gd name="connsiteY39" fmla="*/ 183691 h 568193"/>
              <a:gd name="connsiteX40" fmla="*/ 203836 w 601262"/>
              <a:gd name="connsiteY40" fmla="*/ 178052 h 568193"/>
              <a:gd name="connsiteX41" fmla="*/ 203836 w 601262"/>
              <a:gd name="connsiteY41" fmla="*/ 325731 h 568193"/>
              <a:gd name="connsiteX42" fmla="*/ 221045 w 601262"/>
              <a:gd name="connsiteY42" fmla="*/ 540268 h 568193"/>
              <a:gd name="connsiteX43" fmla="*/ 197382 w 601262"/>
              <a:gd name="connsiteY43" fmla="*/ 568193 h 568193"/>
              <a:gd name="connsiteX44" fmla="*/ 195231 w 601262"/>
              <a:gd name="connsiteY44" fmla="*/ 568193 h 568193"/>
              <a:gd name="connsiteX45" fmla="*/ 169416 w 601262"/>
              <a:gd name="connsiteY45" fmla="*/ 544296 h 568193"/>
              <a:gd name="connsiteX46" fmla="*/ 153820 w 601262"/>
              <a:gd name="connsiteY46" fmla="*/ 350702 h 568193"/>
              <a:gd name="connsiteX47" fmla="*/ 143064 w 601262"/>
              <a:gd name="connsiteY47" fmla="*/ 352850 h 568193"/>
              <a:gd name="connsiteX48" fmla="*/ 132577 w 601262"/>
              <a:gd name="connsiteY48" fmla="*/ 350702 h 568193"/>
              <a:gd name="connsiteX49" fmla="*/ 116980 w 601262"/>
              <a:gd name="connsiteY49" fmla="*/ 544296 h 568193"/>
              <a:gd name="connsiteX50" fmla="*/ 91166 w 601262"/>
              <a:gd name="connsiteY50" fmla="*/ 568193 h 568193"/>
              <a:gd name="connsiteX51" fmla="*/ 89015 w 601262"/>
              <a:gd name="connsiteY51" fmla="*/ 568193 h 568193"/>
              <a:gd name="connsiteX52" fmla="*/ 65082 w 601262"/>
              <a:gd name="connsiteY52" fmla="*/ 540268 h 568193"/>
              <a:gd name="connsiteX53" fmla="*/ 82561 w 601262"/>
              <a:gd name="connsiteY53" fmla="*/ 325731 h 568193"/>
              <a:gd name="connsiteX54" fmla="*/ 82561 w 601262"/>
              <a:gd name="connsiteY54" fmla="*/ 178052 h 568193"/>
              <a:gd name="connsiteX55" fmla="*/ 75032 w 601262"/>
              <a:gd name="connsiteY55" fmla="*/ 180200 h 568193"/>
              <a:gd name="connsiteX56" fmla="*/ 43032 w 601262"/>
              <a:gd name="connsiteY56" fmla="*/ 324120 h 568193"/>
              <a:gd name="connsiteX57" fmla="*/ 21789 w 601262"/>
              <a:gd name="connsiteY57" fmla="*/ 341036 h 568193"/>
              <a:gd name="connsiteX58" fmla="*/ 16949 w 601262"/>
              <a:gd name="connsiteY58" fmla="*/ 340499 h 568193"/>
              <a:gd name="connsiteX59" fmla="*/ 546 w 601262"/>
              <a:gd name="connsiteY59" fmla="*/ 314722 h 568193"/>
              <a:gd name="connsiteX60" fmla="*/ 35234 w 601262"/>
              <a:gd name="connsiteY60" fmla="*/ 158720 h 568193"/>
              <a:gd name="connsiteX61" fmla="*/ 36310 w 601262"/>
              <a:gd name="connsiteY61" fmla="*/ 156571 h 568193"/>
              <a:gd name="connsiteX62" fmla="*/ 37923 w 601262"/>
              <a:gd name="connsiteY62" fmla="*/ 152544 h 568193"/>
              <a:gd name="connsiteX63" fmla="*/ 40343 w 601262"/>
              <a:gd name="connsiteY63" fmla="*/ 149322 h 568193"/>
              <a:gd name="connsiteX64" fmla="*/ 43301 w 601262"/>
              <a:gd name="connsiteY64" fmla="*/ 146637 h 568193"/>
              <a:gd name="connsiteX65" fmla="*/ 47066 w 601262"/>
              <a:gd name="connsiteY65" fmla="*/ 144220 h 568193"/>
              <a:gd name="connsiteX66" fmla="*/ 48948 w 601262"/>
              <a:gd name="connsiteY66" fmla="*/ 143146 h 568193"/>
              <a:gd name="connsiteX67" fmla="*/ 135266 w 601262"/>
              <a:gd name="connsiteY67" fmla="*/ 124619 h 568193"/>
              <a:gd name="connsiteX68" fmla="*/ 212154 w 601262"/>
              <a:gd name="connsiteY68" fmla="*/ 76281 h 568193"/>
              <a:gd name="connsiteX69" fmla="*/ 560657 w 601262"/>
              <a:gd name="connsiteY69" fmla="*/ 76281 h 568193"/>
              <a:gd name="connsiteX70" fmla="*/ 601262 w 601262"/>
              <a:gd name="connsiteY70" fmla="*/ 116824 h 568193"/>
              <a:gd name="connsiteX71" fmla="*/ 601262 w 601262"/>
              <a:gd name="connsiteY71" fmla="*/ 405995 h 568193"/>
              <a:gd name="connsiteX72" fmla="*/ 560657 w 601262"/>
              <a:gd name="connsiteY72" fmla="*/ 446538 h 568193"/>
              <a:gd name="connsiteX73" fmla="*/ 230977 w 601262"/>
              <a:gd name="connsiteY73" fmla="*/ 446538 h 568193"/>
              <a:gd name="connsiteX74" fmla="*/ 229095 w 601262"/>
              <a:gd name="connsiteY74" fmla="*/ 420762 h 568193"/>
              <a:gd name="connsiteX75" fmla="*/ 560657 w 601262"/>
              <a:gd name="connsiteY75" fmla="*/ 420762 h 568193"/>
              <a:gd name="connsiteX76" fmla="*/ 575178 w 601262"/>
              <a:gd name="connsiteY76" fmla="*/ 405995 h 568193"/>
              <a:gd name="connsiteX77" fmla="*/ 575178 w 601262"/>
              <a:gd name="connsiteY77" fmla="*/ 116824 h 568193"/>
              <a:gd name="connsiteX78" fmla="*/ 560657 w 601262"/>
              <a:gd name="connsiteY78" fmla="*/ 102325 h 568193"/>
              <a:gd name="connsiteX79" fmla="*/ 200591 w 601262"/>
              <a:gd name="connsiteY79" fmla="*/ 102325 h 568193"/>
              <a:gd name="connsiteX80" fmla="*/ 212154 w 601262"/>
              <a:gd name="connsiteY80" fmla="*/ 76281 h 568193"/>
              <a:gd name="connsiteX81" fmla="*/ 74476 w 601262"/>
              <a:gd name="connsiteY81" fmla="*/ 76281 h 568193"/>
              <a:gd name="connsiteX82" fmla="*/ 85782 w 601262"/>
              <a:gd name="connsiteY82" fmla="*/ 102331 h 568193"/>
              <a:gd name="connsiteX83" fmla="*/ 75553 w 601262"/>
              <a:gd name="connsiteY83" fmla="*/ 102331 h 568193"/>
              <a:gd name="connsiteX84" fmla="*/ 60747 w 601262"/>
              <a:gd name="connsiteY84" fmla="*/ 116833 h 568193"/>
              <a:gd name="connsiteX85" fmla="*/ 60747 w 601262"/>
              <a:gd name="connsiteY85" fmla="*/ 121130 h 568193"/>
              <a:gd name="connsiteX86" fmla="*/ 42980 w 601262"/>
              <a:gd name="connsiteY86" fmla="*/ 126770 h 568193"/>
              <a:gd name="connsiteX87" fmla="*/ 38404 w 601262"/>
              <a:gd name="connsiteY87" fmla="*/ 129187 h 568193"/>
              <a:gd name="connsiteX88" fmla="*/ 34904 w 601262"/>
              <a:gd name="connsiteY88" fmla="*/ 131604 h 568193"/>
              <a:gd name="connsiteX89" fmla="*/ 34904 w 601262"/>
              <a:gd name="connsiteY89" fmla="*/ 116833 h 568193"/>
              <a:gd name="connsiteX90" fmla="*/ 74476 w 601262"/>
              <a:gd name="connsiteY90" fmla="*/ 76281 h 568193"/>
              <a:gd name="connsiteX91" fmla="*/ 143293 w 601262"/>
              <a:gd name="connsiteY91" fmla="*/ 0 h 568193"/>
              <a:gd name="connsiteX92" fmla="*/ 198123 w 601262"/>
              <a:gd name="connsiteY92" fmla="*/ 60016 h 568193"/>
              <a:gd name="connsiteX93" fmla="*/ 143293 w 601262"/>
              <a:gd name="connsiteY93" fmla="*/ 120032 h 568193"/>
              <a:gd name="connsiteX94" fmla="*/ 88463 w 601262"/>
              <a:gd name="connsiteY94" fmla="*/ 60016 h 568193"/>
              <a:gd name="connsiteX95" fmla="*/ 143293 w 601262"/>
              <a:gd name="connsiteY95" fmla="*/ 0 h 568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601262" h="568193">
                <a:moveTo>
                  <a:pt x="60731" y="323331"/>
                </a:moveTo>
                <a:lnTo>
                  <a:pt x="60731" y="378099"/>
                </a:lnTo>
                <a:lnTo>
                  <a:pt x="55619" y="441458"/>
                </a:lnTo>
                <a:cubicBezTo>
                  <a:pt x="43244" y="434478"/>
                  <a:pt x="34904" y="421323"/>
                  <a:pt x="34904" y="406020"/>
                </a:cubicBezTo>
                <a:lnTo>
                  <a:pt x="34904" y="355816"/>
                </a:lnTo>
                <a:cubicBezTo>
                  <a:pt x="47010" y="351252"/>
                  <a:pt x="56965" y="341050"/>
                  <a:pt x="59924" y="327895"/>
                </a:cubicBezTo>
                <a:close/>
                <a:moveTo>
                  <a:pt x="296871" y="317968"/>
                </a:moveTo>
                <a:lnTo>
                  <a:pt x="436676" y="317968"/>
                </a:lnTo>
                <a:cubicBezTo>
                  <a:pt x="442591" y="317968"/>
                  <a:pt x="447430" y="322798"/>
                  <a:pt x="447430" y="328969"/>
                </a:cubicBezTo>
                <a:cubicBezTo>
                  <a:pt x="447430" y="334872"/>
                  <a:pt x="442591" y="339702"/>
                  <a:pt x="436676" y="339702"/>
                </a:cubicBezTo>
                <a:lnTo>
                  <a:pt x="296871" y="339702"/>
                </a:lnTo>
                <a:cubicBezTo>
                  <a:pt x="290956" y="339702"/>
                  <a:pt x="286117" y="334872"/>
                  <a:pt x="286117" y="328969"/>
                </a:cubicBezTo>
                <a:cubicBezTo>
                  <a:pt x="286117" y="322798"/>
                  <a:pt x="290956" y="317968"/>
                  <a:pt x="296871" y="317968"/>
                </a:cubicBezTo>
                <a:close/>
                <a:moveTo>
                  <a:pt x="296872" y="268784"/>
                </a:moveTo>
                <a:lnTo>
                  <a:pt x="535622" y="268784"/>
                </a:lnTo>
                <a:cubicBezTo>
                  <a:pt x="541805" y="268784"/>
                  <a:pt x="546645" y="273627"/>
                  <a:pt x="546645" y="279545"/>
                </a:cubicBezTo>
                <a:cubicBezTo>
                  <a:pt x="546645" y="285464"/>
                  <a:pt x="541805" y="290306"/>
                  <a:pt x="535622" y="290306"/>
                </a:cubicBezTo>
                <a:lnTo>
                  <a:pt x="296872" y="290306"/>
                </a:lnTo>
                <a:cubicBezTo>
                  <a:pt x="290957" y="290306"/>
                  <a:pt x="286117" y="285464"/>
                  <a:pt x="286117" y="279545"/>
                </a:cubicBezTo>
                <a:cubicBezTo>
                  <a:pt x="286117" y="273627"/>
                  <a:pt x="290957" y="268784"/>
                  <a:pt x="296872" y="268784"/>
                </a:cubicBezTo>
                <a:close/>
                <a:moveTo>
                  <a:pt x="296872" y="219388"/>
                </a:moveTo>
                <a:lnTo>
                  <a:pt x="535622" y="219388"/>
                </a:lnTo>
                <a:cubicBezTo>
                  <a:pt x="541805" y="219388"/>
                  <a:pt x="546645" y="224218"/>
                  <a:pt x="546645" y="230389"/>
                </a:cubicBezTo>
                <a:cubicBezTo>
                  <a:pt x="546645" y="236292"/>
                  <a:pt x="541805" y="241122"/>
                  <a:pt x="535622" y="241122"/>
                </a:cubicBezTo>
                <a:lnTo>
                  <a:pt x="296872" y="241122"/>
                </a:lnTo>
                <a:cubicBezTo>
                  <a:pt x="290957" y="241122"/>
                  <a:pt x="286117" y="236292"/>
                  <a:pt x="286117" y="230389"/>
                </a:cubicBezTo>
                <a:cubicBezTo>
                  <a:pt x="286117" y="224218"/>
                  <a:pt x="290957" y="219388"/>
                  <a:pt x="296872" y="219388"/>
                </a:cubicBezTo>
                <a:close/>
                <a:moveTo>
                  <a:pt x="135266" y="124619"/>
                </a:moveTo>
                <a:lnTo>
                  <a:pt x="140375" y="135091"/>
                </a:lnTo>
                <a:lnTo>
                  <a:pt x="125854" y="248669"/>
                </a:lnTo>
                <a:lnTo>
                  <a:pt x="143333" y="278742"/>
                </a:lnTo>
                <a:lnTo>
                  <a:pt x="160542" y="248669"/>
                </a:lnTo>
                <a:lnTo>
                  <a:pt x="146022" y="135091"/>
                </a:lnTo>
                <a:lnTo>
                  <a:pt x="151131" y="124888"/>
                </a:lnTo>
                <a:cubicBezTo>
                  <a:pt x="185281" y="126499"/>
                  <a:pt x="222121" y="137776"/>
                  <a:pt x="233684" y="141804"/>
                </a:cubicBezTo>
                <a:lnTo>
                  <a:pt x="334253" y="141804"/>
                </a:lnTo>
                <a:cubicBezTo>
                  <a:pt x="346085" y="141804"/>
                  <a:pt x="355765" y="151470"/>
                  <a:pt x="355765" y="163553"/>
                </a:cubicBezTo>
                <a:cubicBezTo>
                  <a:pt x="355765" y="175367"/>
                  <a:pt x="346085" y="185033"/>
                  <a:pt x="334253" y="185033"/>
                </a:cubicBezTo>
                <a:lnTo>
                  <a:pt x="229919" y="185033"/>
                </a:lnTo>
                <a:cubicBezTo>
                  <a:pt x="227499" y="185033"/>
                  <a:pt x="225079" y="184765"/>
                  <a:pt x="222659" y="183691"/>
                </a:cubicBezTo>
                <a:cubicBezTo>
                  <a:pt x="222390" y="183691"/>
                  <a:pt x="214861" y="181006"/>
                  <a:pt x="203836" y="178052"/>
                </a:cubicBezTo>
                <a:lnTo>
                  <a:pt x="203836" y="325731"/>
                </a:lnTo>
                <a:lnTo>
                  <a:pt x="221045" y="540268"/>
                </a:lnTo>
                <a:cubicBezTo>
                  <a:pt x="222390" y="554499"/>
                  <a:pt x="211634" y="567119"/>
                  <a:pt x="197382" y="568193"/>
                </a:cubicBezTo>
                <a:cubicBezTo>
                  <a:pt x="196575" y="568193"/>
                  <a:pt x="195769" y="568193"/>
                  <a:pt x="195231" y="568193"/>
                </a:cubicBezTo>
                <a:cubicBezTo>
                  <a:pt x="181786" y="568193"/>
                  <a:pt x="170492" y="557990"/>
                  <a:pt x="169416" y="544296"/>
                </a:cubicBezTo>
                <a:lnTo>
                  <a:pt x="153820" y="350702"/>
                </a:lnTo>
                <a:cubicBezTo>
                  <a:pt x="150593" y="352045"/>
                  <a:pt x="146828" y="352850"/>
                  <a:pt x="143064" y="352850"/>
                </a:cubicBezTo>
                <a:cubicBezTo>
                  <a:pt x="139568" y="352850"/>
                  <a:pt x="135804" y="352045"/>
                  <a:pt x="132577" y="350702"/>
                </a:cubicBezTo>
                <a:lnTo>
                  <a:pt x="116980" y="544296"/>
                </a:lnTo>
                <a:cubicBezTo>
                  <a:pt x="115905" y="557990"/>
                  <a:pt x="104611" y="568193"/>
                  <a:pt x="91166" y="568193"/>
                </a:cubicBezTo>
                <a:cubicBezTo>
                  <a:pt x="90359" y="568193"/>
                  <a:pt x="89821" y="568193"/>
                  <a:pt x="89015" y="568193"/>
                </a:cubicBezTo>
                <a:cubicBezTo>
                  <a:pt x="74763" y="567119"/>
                  <a:pt x="64007" y="554499"/>
                  <a:pt x="65082" y="540268"/>
                </a:cubicBezTo>
                <a:lnTo>
                  <a:pt x="82561" y="325731"/>
                </a:lnTo>
                <a:lnTo>
                  <a:pt x="82561" y="178052"/>
                </a:lnTo>
                <a:cubicBezTo>
                  <a:pt x="79603" y="178589"/>
                  <a:pt x="77183" y="179395"/>
                  <a:pt x="75032" y="180200"/>
                </a:cubicBezTo>
                <a:lnTo>
                  <a:pt x="43032" y="324120"/>
                </a:lnTo>
                <a:cubicBezTo>
                  <a:pt x="40612" y="334055"/>
                  <a:pt x="31739" y="341036"/>
                  <a:pt x="21789" y="341036"/>
                </a:cubicBezTo>
                <a:cubicBezTo>
                  <a:pt x="20176" y="341036"/>
                  <a:pt x="18562" y="340767"/>
                  <a:pt x="16949" y="340499"/>
                </a:cubicBezTo>
                <a:cubicBezTo>
                  <a:pt x="5386" y="337814"/>
                  <a:pt x="-2143" y="326268"/>
                  <a:pt x="546" y="314722"/>
                </a:cubicBezTo>
                <a:lnTo>
                  <a:pt x="35234" y="158720"/>
                </a:lnTo>
                <a:cubicBezTo>
                  <a:pt x="35503" y="157914"/>
                  <a:pt x="36041" y="157377"/>
                  <a:pt x="36310" y="156571"/>
                </a:cubicBezTo>
                <a:cubicBezTo>
                  <a:pt x="36579" y="155229"/>
                  <a:pt x="37386" y="153886"/>
                  <a:pt x="37923" y="152544"/>
                </a:cubicBezTo>
                <a:cubicBezTo>
                  <a:pt x="38730" y="151470"/>
                  <a:pt x="39537" y="150396"/>
                  <a:pt x="40343" y="149322"/>
                </a:cubicBezTo>
                <a:cubicBezTo>
                  <a:pt x="41419" y="148248"/>
                  <a:pt x="42226" y="147442"/>
                  <a:pt x="43301" y="146637"/>
                </a:cubicBezTo>
                <a:cubicBezTo>
                  <a:pt x="44377" y="145563"/>
                  <a:pt x="45721" y="144757"/>
                  <a:pt x="47066" y="144220"/>
                </a:cubicBezTo>
                <a:cubicBezTo>
                  <a:pt x="47873" y="143952"/>
                  <a:pt x="48410" y="143415"/>
                  <a:pt x="48948" y="143146"/>
                </a:cubicBezTo>
                <a:cubicBezTo>
                  <a:pt x="51100" y="142341"/>
                  <a:pt x="94930" y="126499"/>
                  <a:pt x="135266" y="124619"/>
                </a:cubicBezTo>
                <a:close/>
                <a:moveTo>
                  <a:pt x="212154" y="76281"/>
                </a:moveTo>
                <a:lnTo>
                  <a:pt x="560657" y="76281"/>
                </a:lnTo>
                <a:cubicBezTo>
                  <a:pt x="582976" y="76281"/>
                  <a:pt x="601262" y="94270"/>
                  <a:pt x="601262" y="116824"/>
                </a:cubicBezTo>
                <a:lnTo>
                  <a:pt x="601262" y="405995"/>
                </a:lnTo>
                <a:cubicBezTo>
                  <a:pt x="601262" y="428549"/>
                  <a:pt x="582976" y="446538"/>
                  <a:pt x="560657" y="446538"/>
                </a:cubicBezTo>
                <a:lnTo>
                  <a:pt x="230977" y="446538"/>
                </a:lnTo>
                <a:lnTo>
                  <a:pt x="229095" y="420762"/>
                </a:lnTo>
                <a:lnTo>
                  <a:pt x="560657" y="420762"/>
                </a:lnTo>
                <a:cubicBezTo>
                  <a:pt x="568724" y="420762"/>
                  <a:pt x="575178" y="414050"/>
                  <a:pt x="575178" y="405995"/>
                </a:cubicBezTo>
                <a:lnTo>
                  <a:pt x="575178" y="116824"/>
                </a:lnTo>
                <a:cubicBezTo>
                  <a:pt x="575178" y="108769"/>
                  <a:pt x="568724" y="102325"/>
                  <a:pt x="560657" y="102325"/>
                </a:cubicBezTo>
                <a:lnTo>
                  <a:pt x="200591" y="102325"/>
                </a:lnTo>
                <a:cubicBezTo>
                  <a:pt x="205700" y="94270"/>
                  <a:pt x="209734" y="85410"/>
                  <a:pt x="212154" y="76281"/>
                </a:cubicBezTo>
                <a:close/>
                <a:moveTo>
                  <a:pt x="74476" y="76281"/>
                </a:moveTo>
                <a:cubicBezTo>
                  <a:pt x="76899" y="85412"/>
                  <a:pt x="80667" y="94274"/>
                  <a:pt x="85782" y="102331"/>
                </a:cubicBezTo>
                <a:lnTo>
                  <a:pt x="75553" y="102331"/>
                </a:lnTo>
                <a:cubicBezTo>
                  <a:pt x="67477" y="102331"/>
                  <a:pt x="60747" y="108776"/>
                  <a:pt x="60747" y="116833"/>
                </a:cubicBezTo>
                <a:lnTo>
                  <a:pt x="60747" y="121130"/>
                </a:lnTo>
                <a:cubicBezTo>
                  <a:pt x="50517" y="124084"/>
                  <a:pt x="43787" y="126502"/>
                  <a:pt x="42980" y="126770"/>
                </a:cubicBezTo>
                <a:cubicBezTo>
                  <a:pt x="41096" y="127576"/>
                  <a:pt x="39480" y="128381"/>
                  <a:pt x="38404" y="129187"/>
                </a:cubicBezTo>
                <a:cubicBezTo>
                  <a:pt x="37058" y="129993"/>
                  <a:pt x="35981" y="130798"/>
                  <a:pt x="34904" y="131604"/>
                </a:cubicBezTo>
                <a:lnTo>
                  <a:pt x="34904" y="116833"/>
                </a:lnTo>
                <a:cubicBezTo>
                  <a:pt x="34904" y="94811"/>
                  <a:pt x="52402" y="76818"/>
                  <a:pt x="74476" y="76281"/>
                </a:cubicBezTo>
                <a:close/>
                <a:moveTo>
                  <a:pt x="143293" y="0"/>
                </a:moveTo>
                <a:cubicBezTo>
                  <a:pt x="173575" y="0"/>
                  <a:pt x="198123" y="26870"/>
                  <a:pt x="198123" y="60016"/>
                </a:cubicBezTo>
                <a:cubicBezTo>
                  <a:pt x="198123" y="93162"/>
                  <a:pt x="173575" y="120032"/>
                  <a:pt x="143293" y="120032"/>
                </a:cubicBezTo>
                <a:cubicBezTo>
                  <a:pt x="113011" y="120032"/>
                  <a:pt x="88463" y="93162"/>
                  <a:pt x="88463" y="60016"/>
                </a:cubicBezTo>
                <a:cubicBezTo>
                  <a:pt x="88463" y="26870"/>
                  <a:pt x="113011" y="0"/>
                  <a:pt x="14329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7" name="圆角矩形 67"/>
          <p:cNvSpPr/>
          <p:nvPr/>
        </p:nvSpPr>
        <p:spPr>
          <a:xfrm>
            <a:off x="6481152" y="3929586"/>
            <a:ext cx="3886154" cy="1023742"/>
          </a:xfrm>
          <a:prstGeom prst="roundRect">
            <a:avLst>
              <a:gd name="adj" fmla="val 3171"/>
            </a:avLst>
          </a:prstGeom>
          <a:gradFill flip="none" rotWithShape="1">
            <a:gsLst>
              <a:gs pos="40000">
                <a:srgbClr val="287AFA">
                  <a:alpha val="0"/>
                </a:srgbClr>
              </a:gs>
              <a:gs pos="95000">
                <a:srgbClr val="287AFA">
                  <a:alpha val="17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rgbClr val="287AFA">
                    <a:alpha val="0"/>
                  </a:srgbClr>
                </a:gs>
                <a:gs pos="10000">
                  <a:srgbClr val="287AFA">
                    <a:alpha val="0"/>
                  </a:srgbClr>
                </a:gs>
                <a:gs pos="0">
                  <a:srgbClr val="287AFA">
                    <a:alpha val="80000"/>
                  </a:srgbClr>
                </a:gs>
                <a:gs pos="100000">
                  <a:srgbClr val="287AFA">
                    <a:alpha val="8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anchor="ctr" anchorCtr="1">
            <a:noAutofit/>
          </a:bodyPr>
          <a:lstStyle/>
          <a:p>
            <a:pPr marL="0" marR="0" lvl="0" indent="0" algn="l" defTabSz="912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7519271" y="2744504"/>
            <a:ext cx="3886200" cy="10058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成本下降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带动需求爆发增长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DeepseekV4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等一系列大模型大幅降低推理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消耗量，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AI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应用成本门槛已被打破；中国日均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调用量已从2024年初的1000亿增长到2026年3月的140万亿，两年增长超千倍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。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34187" y="3912502"/>
            <a:ext cx="3886200" cy="10058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AI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产业与生态加速发展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推动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市场成熟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OpenClaw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、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Hermès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等智能体应用的火爆出圈，大众与行业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消费习惯已经形成，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商业路径闭环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71" name="network-square_76767"/>
          <p:cNvSpPr/>
          <p:nvPr/>
        </p:nvSpPr>
        <p:spPr>
          <a:xfrm>
            <a:off x="6481152" y="5252491"/>
            <a:ext cx="693616" cy="627508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  <a:gd name="T38" fmla="*/ 472622 w 604011"/>
              <a:gd name="T39" fmla="*/ 472622 w 604011"/>
              <a:gd name="T40" fmla="*/ 472622 w 604011"/>
              <a:gd name="T41" fmla="*/ 472622 w 604011"/>
              <a:gd name="T42" fmla="*/ 472622 w 604011"/>
              <a:gd name="T43" fmla="*/ 472622 w 604011"/>
              <a:gd name="T44" fmla="*/ 472622 w 604011"/>
              <a:gd name="T45" fmla="*/ 472622 w 604011"/>
              <a:gd name="T46" fmla="*/ 472622 w 604011"/>
              <a:gd name="T47" fmla="*/ 472622 w 604011"/>
              <a:gd name="T48" fmla="*/ 472622 w 604011"/>
              <a:gd name="T49" fmla="*/ 472622 w 604011"/>
              <a:gd name="T50" fmla="*/ 472622 w 604011"/>
              <a:gd name="T51" fmla="*/ 472622 w 604011"/>
              <a:gd name="T52" fmla="*/ 472622 w 604011"/>
              <a:gd name="T53" fmla="*/ 472622 w 604011"/>
              <a:gd name="T54" fmla="*/ 472622 w 604011"/>
              <a:gd name="T55" fmla="*/ 472622 w 604011"/>
              <a:gd name="T56" fmla="*/ 472622 w 604011"/>
              <a:gd name="T57" fmla="*/ 472622 w 604011"/>
              <a:gd name="T58" fmla="*/ 472622 w 604011"/>
              <a:gd name="T59" fmla="*/ 472622 w 604011"/>
              <a:gd name="T60" fmla="*/ 472622 w 604011"/>
              <a:gd name="T61" fmla="*/ 472622 w 604011"/>
              <a:gd name="T62" fmla="*/ 472622 w 604011"/>
              <a:gd name="T63" fmla="*/ 472622 w 604011"/>
              <a:gd name="T64" fmla="*/ 472622 w 604011"/>
              <a:gd name="T65" fmla="*/ 472622 w 604011"/>
              <a:gd name="T66" fmla="*/ 472622 w 604011"/>
              <a:gd name="T67" fmla="*/ 472622 w 604011"/>
              <a:gd name="T68" fmla="*/ 472622 w 604011"/>
              <a:gd name="T69" fmla="*/ 472622 w 604011"/>
              <a:gd name="T70" fmla="*/ 472622 w 604011"/>
              <a:gd name="T71" fmla="*/ 472622 w 604011"/>
              <a:gd name="T72" fmla="*/ 472622 w 604011"/>
              <a:gd name="T73" fmla="*/ 472622 w 604011"/>
              <a:gd name="T74" fmla="*/ 472622 w 604011"/>
              <a:gd name="T75" fmla="*/ 472622 w 604011"/>
              <a:gd name="T76" fmla="*/ 472622 w 604011"/>
              <a:gd name="T77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32" h="2665">
                <a:moveTo>
                  <a:pt x="2779" y="441"/>
                </a:moveTo>
                <a:cubicBezTo>
                  <a:pt x="2730" y="438"/>
                  <a:pt x="2685" y="457"/>
                  <a:pt x="2654" y="490"/>
                </a:cubicBezTo>
                <a:lnTo>
                  <a:pt x="1620" y="145"/>
                </a:lnTo>
                <a:cubicBezTo>
                  <a:pt x="1612" y="71"/>
                  <a:pt x="1552" y="11"/>
                  <a:pt x="1474" y="6"/>
                </a:cubicBezTo>
                <a:cubicBezTo>
                  <a:pt x="1387" y="0"/>
                  <a:pt x="1312" y="65"/>
                  <a:pt x="1306" y="152"/>
                </a:cubicBezTo>
                <a:cubicBezTo>
                  <a:pt x="1305" y="160"/>
                  <a:pt x="1306" y="168"/>
                  <a:pt x="1306" y="176"/>
                </a:cubicBezTo>
                <a:lnTo>
                  <a:pt x="406" y="687"/>
                </a:lnTo>
                <a:cubicBezTo>
                  <a:pt x="383" y="671"/>
                  <a:pt x="356" y="660"/>
                  <a:pt x="326" y="658"/>
                </a:cubicBezTo>
                <a:cubicBezTo>
                  <a:pt x="239" y="652"/>
                  <a:pt x="163" y="718"/>
                  <a:pt x="157" y="805"/>
                </a:cubicBezTo>
                <a:cubicBezTo>
                  <a:pt x="153" y="867"/>
                  <a:pt x="185" y="923"/>
                  <a:pt x="236" y="952"/>
                </a:cubicBezTo>
                <a:lnTo>
                  <a:pt x="110" y="2333"/>
                </a:lnTo>
                <a:cubicBezTo>
                  <a:pt x="53" y="2354"/>
                  <a:pt x="11" y="2407"/>
                  <a:pt x="6" y="2471"/>
                </a:cubicBezTo>
                <a:cubicBezTo>
                  <a:pt x="0" y="2558"/>
                  <a:pt x="66" y="2634"/>
                  <a:pt x="153" y="2639"/>
                </a:cubicBezTo>
                <a:cubicBezTo>
                  <a:pt x="219" y="2644"/>
                  <a:pt x="278" y="2608"/>
                  <a:pt x="305" y="2552"/>
                </a:cubicBezTo>
                <a:lnTo>
                  <a:pt x="1490" y="2582"/>
                </a:lnTo>
                <a:cubicBezTo>
                  <a:pt x="1516" y="2625"/>
                  <a:pt x="1561" y="2655"/>
                  <a:pt x="1615" y="2659"/>
                </a:cubicBezTo>
                <a:cubicBezTo>
                  <a:pt x="1702" y="2665"/>
                  <a:pt x="1777" y="2599"/>
                  <a:pt x="1783" y="2512"/>
                </a:cubicBezTo>
                <a:cubicBezTo>
                  <a:pt x="1784" y="2507"/>
                  <a:pt x="1784" y="2503"/>
                  <a:pt x="1783" y="2498"/>
                </a:cubicBezTo>
                <a:lnTo>
                  <a:pt x="2431" y="2094"/>
                </a:lnTo>
                <a:cubicBezTo>
                  <a:pt x="2453" y="2108"/>
                  <a:pt x="2479" y="2118"/>
                  <a:pt x="2507" y="2119"/>
                </a:cubicBezTo>
                <a:cubicBezTo>
                  <a:pt x="2594" y="2125"/>
                  <a:pt x="2669" y="2060"/>
                  <a:pt x="2675" y="1973"/>
                </a:cubicBezTo>
                <a:cubicBezTo>
                  <a:pt x="2679" y="1916"/>
                  <a:pt x="2652" y="1864"/>
                  <a:pt x="2609" y="1833"/>
                </a:cubicBezTo>
                <a:lnTo>
                  <a:pt x="2808" y="752"/>
                </a:lnTo>
                <a:cubicBezTo>
                  <a:pt x="2872" y="735"/>
                  <a:pt x="2921" y="679"/>
                  <a:pt x="2926" y="610"/>
                </a:cubicBezTo>
                <a:cubicBezTo>
                  <a:pt x="2932" y="523"/>
                  <a:pt x="2866" y="447"/>
                  <a:pt x="2779" y="441"/>
                </a:cubicBezTo>
                <a:close/>
                <a:moveTo>
                  <a:pt x="1724" y="2378"/>
                </a:moveTo>
                <a:cubicBezTo>
                  <a:pt x="1722" y="2376"/>
                  <a:pt x="1720" y="2374"/>
                  <a:pt x="1718" y="2373"/>
                </a:cubicBezTo>
                <a:lnTo>
                  <a:pt x="1885" y="1414"/>
                </a:lnTo>
                <a:cubicBezTo>
                  <a:pt x="1888" y="1413"/>
                  <a:pt x="1891" y="1412"/>
                  <a:pt x="1895" y="1411"/>
                </a:cubicBezTo>
                <a:lnTo>
                  <a:pt x="2370" y="1905"/>
                </a:lnTo>
                <a:cubicBezTo>
                  <a:pt x="2364" y="1919"/>
                  <a:pt x="2361" y="1935"/>
                  <a:pt x="2360" y="1951"/>
                </a:cubicBezTo>
                <a:cubicBezTo>
                  <a:pt x="2359" y="1961"/>
                  <a:pt x="2360" y="1971"/>
                  <a:pt x="2361" y="1981"/>
                </a:cubicBezTo>
                <a:lnTo>
                  <a:pt x="1724" y="2378"/>
                </a:lnTo>
                <a:close/>
                <a:moveTo>
                  <a:pt x="245" y="2325"/>
                </a:moveTo>
                <a:lnTo>
                  <a:pt x="367" y="975"/>
                </a:lnTo>
                <a:lnTo>
                  <a:pt x="948" y="1628"/>
                </a:lnTo>
                <a:cubicBezTo>
                  <a:pt x="942" y="1644"/>
                  <a:pt x="937" y="1662"/>
                  <a:pt x="936" y="1680"/>
                </a:cubicBezTo>
                <a:cubicBezTo>
                  <a:pt x="935" y="1698"/>
                  <a:pt x="937" y="1716"/>
                  <a:pt x="941" y="1733"/>
                </a:cubicBezTo>
                <a:lnTo>
                  <a:pt x="245" y="2325"/>
                </a:lnTo>
                <a:close/>
                <a:moveTo>
                  <a:pt x="2612" y="617"/>
                </a:moveTo>
                <a:cubicBezTo>
                  <a:pt x="2612" y="621"/>
                  <a:pt x="2613" y="625"/>
                  <a:pt x="2613" y="629"/>
                </a:cubicBezTo>
                <a:lnTo>
                  <a:pt x="1927" y="1127"/>
                </a:lnTo>
                <a:cubicBezTo>
                  <a:pt x="1907" y="1115"/>
                  <a:pt x="1884" y="1107"/>
                  <a:pt x="1860" y="1104"/>
                </a:cubicBezTo>
                <a:lnTo>
                  <a:pt x="1573" y="277"/>
                </a:lnTo>
                <a:cubicBezTo>
                  <a:pt x="1575" y="275"/>
                  <a:pt x="1577" y="273"/>
                  <a:pt x="1578" y="272"/>
                </a:cubicBezTo>
                <a:lnTo>
                  <a:pt x="2612" y="617"/>
                </a:lnTo>
                <a:close/>
                <a:moveTo>
                  <a:pt x="1184" y="1562"/>
                </a:moveTo>
                <a:cubicBezTo>
                  <a:pt x="1161" y="1546"/>
                  <a:pt x="1134" y="1535"/>
                  <a:pt x="1104" y="1533"/>
                </a:cubicBezTo>
                <a:cubicBezTo>
                  <a:pt x="1085" y="1532"/>
                  <a:pt x="1066" y="1534"/>
                  <a:pt x="1048" y="1540"/>
                </a:cubicBezTo>
                <a:lnTo>
                  <a:pt x="519" y="944"/>
                </a:lnTo>
                <a:lnTo>
                  <a:pt x="1674" y="1281"/>
                </a:lnTo>
                <a:lnTo>
                  <a:pt x="1184" y="1562"/>
                </a:lnTo>
                <a:close/>
                <a:moveTo>
                  <a:pt x="1447" y="320"/>
                </a:moveTo>
                <a:lnTo>
                  <a:pt x="1734" y="1148"/>
                </a:lnTo>
                <a:cubicBezTo>
                  <a:pt x="1731" y="1151"/>
                  <a:pt x="1728" y="1154"/>
                  <a:pt x="1725" y="1157"/>
                </a:cubicBezTo>
                <a:lnTo>
                  <a:pt x="485" y="796"/>
                </a:lnTo>
                <a:lnTo>
                  <a:pt x="1372" y="292"/>
                </a:lnTo>
                <a:cubicBezTo>
                  <a:pt x="1394" y="307"/>
                  <a:pt x="1419" y="317"/>
                  <a:pt x="1447" y="320"/>
                </a:cubicBezTo>
                <a:close/>
                <a:moveTo>
                  <a:pt x="1251" y="1678"/>
                </a:moveTo>
                <a:lnTo>
                  <a:pt x="1752" y="1390"/>
                </a:lnTo>
                <a:cubicBezTo>
                  <a:pt x="1753" y="1390"/>
                  <a:pt x="1753" y="1390"/>
                  <a:pt x="1753" y="1391"/>
                </a:cubicBezTo>
                <a:lnTo>
                  <a:pt x="1588" y="2339"/>
                </a:lnTo>
                <a:lnTo>
                  <a:pt x="1227" y="1775"/>
                </a:lnTo>
                <a:cubicBezTo>
                  <a:pt x="1240" y="1754"/>
                  <a:pt x="1249" y="1729"/>
                  <a:pt x="1251" y="1701"/>
                </a:cubicBezTo>
                <a:cubicBezTo>
                  <a:pt x="1252" y="1693"/>
                  <a:pt x="1251" y="1685"/>
                  <a:pt x="1251" y="1678"/>
                </a:cubicBezTo>
                <a:close/>
                <a:moveTo>
                  <a:pt x="2478" y="1809"/>
                </a:moveTo>
                <a:cubicBezTo>
                  <a:pt x="2474" y="1810"/>
                  <a:pt x="2470" y="1811"/>
                  <a:pt x="2466" y="1812"/>
                </a:cubicBezTo>
                <a:lnTo>
                  <a:pt x="1991" y="1318"/>
                </a:lnTo>
                <a:cubicBezTo>
                  <a:pt x="1996" y="1304"/>
                  <a:pt x="2000" y="1288"/>
                  <a:pt x="2001" y="1272"/>
                </a:cubicBezTo>
                <a:cubicBezTo>
                  <a:pt x="2002" y="1261"/>
                  <a:pt x="2001" y="1250"/>
                  <a:pt x="2000" y="1239"/>
                </a:cubicBezTo>
                <a:lnTo>
                  <a:pt x="2673" y="751"/>
                </a:lnTo>
                <a:lnTo>
                  <a:pt x="2478" y="1809"/>
                </a:lnTo>
                <a:close/>
                <a:moveTo>
                  <a:pt x="1028" y="1834"/>
                </a:moveTo>
                <a:cubicBezTo>
                  <a:pt x="1045" y="1842"/>
                  <a:pt x="1063" y="1847"/>
                  <a:pt x="1083" y="1848"/>
                </a:cubicBezTo>
                <a:cubicBezTo>
                  <a:pt x="1094" y="1849"/>
                  <a:pt x="1104" y="1849"/>
                  <a:pt x="1115" y="1847"/>
                </a:cubicBezTo>
                <a:lnTo>
                  <a:pt x="1486" y="2427"/>
                </a:lnTo>
                <a:cubicBezTo>
                  <a:pt x="1483" y="2434"/>
                  <a:pt x="1479" y="2441"/>
                  <a:pt x="1477" y="2448"/>
                </a:cubicBezTo>
                <a:lnTo>
                  <a:pt x="340" y="2420"/>
                </a:lnTo>
                <a:lnTo>
                  <a:pt x="1028" y="18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72" name="圆角矩形 67"/>
          <p:cNvSpPr/>
          <p:nvPr/>
        </p:nvSpPr>
        <p:spPr>
          <a:xfrm>
            <a:off x="7380605" y="5054374"/>
            <a:ext cx="3886154" cy="1023742"/>
          </a:xfrm>
          <a:prstGeom prst="roundRect">
            <a:avLst>
              <a:gd name="adj" fmla="val 3171"/>
            </a:avLst>
          </a:prstGeom>
          <a:gradFill flip="none" rotWithShape="1">
            <a:gsLst>
              <a:gs pos="40000">
                <a:srgbClr val="287AFA">
                  <a:alpha val="0"/>
                </a:srgbClr>
              </a:gs>
              <a:gs pos="95000">
                <a:srgbClr val="287AFA">
                  <a:alpha val="17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6350"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rgbClr val="287AFA">
                    <a:alpha val="0"/>
                  </a:srgbClr>
                </a:gs>
                <a:gs pos="10000">
                  <a:srgbClr val="287AFA">
                    <a:alpha val="0"/>
                  </a:srgbClr>
                </a:gs>
                <a:gs pos="0">
                  <a:srgbClr val="287AFA">
                    <a:alpha val="80000"/>
                  </a:srgbClr>
                </a:gs>
                <a:gs pos="100000">
                  <a:srgbClr val="287AFA">
                    <a:alpha val="8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anchor="ctr" anchorCtr="1">
            <a:noAutofit/>
          </a:bodyPr>
          <a:lstStyle/>
          <a:p>
            <a:pPr marL="0" marR="0" lvl="0" indent="0" algn="l" defTabSz="912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418904" y="5080470"/>
            <a:ext cx="3886200" cy="10058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智算基础设施做足准备，迎接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Token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经营转型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我国智能算力规模达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782EFlops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，智算网络、算电协同加大升级，数据、大模型、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AI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应用等服务逐渐成熟。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88620" y="866140"/>
            <a:ext cx="1141476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思源黑体 CN" panose="020B0800000000000000" charset="-122"/>
              </a:rPr>
              <a:t>随着人工智能技术与能力边界扩展，AI应用市场规模爆发式增长，数智化转型加速。加快从“流量经营”向“Token经营”的转型升级成为打造智能经济新形态的必由之路</a:t>
            </a:r>
            <a:endParaRPr kumimoji="0" lang="zh-CN" altLang="en-US" sz="18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思源黑体 CN" panose="020B0800000000000000" charset="-122"/>
            </a:endParaRPr>
          </a:p>
        </p:txBody>
      </p:sp>
      <p:sp>
        <p:nvSpPr>
          <p:cNvPr id="2" name="等腰三角形 1"/>
          <p:cNvSpPr/>
          <p:nvPr/>
        </p:nvSpPr>
        <p:spPr>
          <a:xfrm rot="5400000">
            <a:off x="2127250" y="5827544"/>
            <a:ext cx="280035" cy="144780"/>
          </a:xfrm>
          <a:prstGeom prst="triangl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等腰三角形 2"/>
          <p:cNvSpPr/>
          <p:nvPr/>
        </p:nvSpPr>
        <p:spPr>
          <a:xfrm rot="5400000">
            <a:off x="3896360" y="5827544"/>
            <a:ext cx="280035" cy="144780"/>
          </a:xfrm>
          <a:prstGeom prst="triangl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market-research_155450"/>
          <p:cNvSpPr>
            <a:spLocks noChangeAspect="1"/>
          </p:cNvSpPr>
          <p:nvPr/>
        </p:nvSpPr>
        <p:spPr>
          <a:xfrm>
            <a:off x="10543497" y="4140355"/>
            <a:ext cx="609685" cy="608829"/>
          </a:xfrm>
          <a:custGeom>
            <a:avLst/>
            <a:gdLst>
              <a:gd name="connsiteX0" fmla="*/ 428424 w 607614"/>
              <a:gd name="connsiteY0" fmla="*/ 205585 h 606761"/>
              <a:gd name="connsiteX1" fmla="*/ 442852 w 607614"/>
              <a:gd name="connsiteY1" fmla="*/ 205585 h 606761"/>
              <a:gd name="connsiteX2" fmla="*/ 473225 w 607614"/>
              <a:gd name="connsiteY2" fmla="*/ 235920 h 606761"/>
              <a:gd name="connsiteX3" fmla="*/ 458798 w 607614"/>
              <a:gd name="connsiteY3" fmla="*/ 249571 h 606761"/>
              <a:gd name="connsiteX4" fmla="*/ 445889 w 607614"/>
              <a:gd name="connsiteY4" fmla="*/ 236678 h 606761"/>
              <a:gd name="connsiteX5" fmla="*/ 445889 w 607614"/>
              <a:gd name="connsiteY5" fmla="*/ 586285 h 606761"/>
              <a:gd name="connsiteX6" fmla="*/ 465632 w 607614"/>
              <a:gd name="connsiteY6" fmla="*/ 586285 h 606761"/>
              <a:gd name="connsiteX7" fmla="*/ 465632 w 607614"/>
              <a:gd name="connsiteY7" fmla="*/ 606761 h 606761"/>
              <a:gd name="connsiteX8" fmla="*/ 404884 w 607614"/>
              <a:gd name="connsiteY8" fmla="*/ 606761 h 606761"/>
              <a:gd name="connsiteX9" fmla="*/ 404884 w 607614"/>
              <a:gd name="connsiteY9" fmla="*/ 586285 h 606761"/>
              <a:gd name="connsiteX10" fmla="*/ 425387 w 607614"/>
              <a:gd name="connsiteY10" fmla="*/ 586285 h 606761"/>
              <a:gd name="connsiteX11" fmla="*/ 425387 w 607614"/>
              <a:gd name="connsiteY11" fmla="*/ 236678 h 606761"/>
              <a:gd name="connsiteX12" fmla="*/ 412478 w 607614"/>
              <a:gd name="connsiteY12" fmla="*/ 249571 h 606761"/>
              <a:gd name="connsiteX13" fmla="*/ 398050 w 607614"/>
              <a:gd name="connsiteY13" fmla="*/ 235920 h 606761"/>
              <a:gd name="connsiteX14" fmla="*/ 164812 w 607614"/>
              <a:gd name="connsiteY14" fmla="*/ 205585 h 606761"/>
              <a:gd name="connsiteX15" fmla="*/ 179263 w 607614"/>
              <a:gd name="connsiteY15" fmla="*/ 205585 h 606761"/>
              <a:gd name="connsiteX16" fmla="*/ 209686 w 607614"/>
              <a:gd name="connsiteY16" fmla="*/ 235920 h 606761"/>
              <a:gd name="connsiteX17" fmla="*/ 195235 w 607614"/>
              <a:gd name="connsiteY17" fmla="*/ 249571 h 606761"/>
              <a:gd name="connsiteX18" fmla="*/ 182306 w 607614"/>
              <a:gd name="connsiteY18" fmla="*/ 236678 h 606761"/>
              <a:gd name="connsiteX19" fmla="*/ 182306 w 607614"/>
              <a:gd name="connsiteY19" fmla="*/ 586285 h 606761"/>
              <a:gd name="connsiteX20" fmla="*/ 202841 w 607614"/>
              <a:gd name="connsiteY20" fmla="*/ 586285 h 606761"/>
              <a:gd name="connsiteX21" fmla="*/ 202841 w 607614"/>
              <a:gd name="connsiteY21" fmla="*/ 606761 h 606761"/>
              <a:gd name="connsiteX22" fmla="*/ 141995 w 607614"/>
              <a:gd name="connsiteY22" fmla="*/ 606761 h 606761"/>
              <a:gd name="connsiteX23" fmla="*/ 141995 w 607614"/>
              <a:gd name="connsiteY23" fmla="*/ 586285 h 606761"/>
              <a:gd name="connsiteX24" fmla="*/ 161770 w 607614"/>
              <a:gd name="connsiteY24" fmla="*/ 586285 h 606761"/>
              <a:gd name="connsiteX25" fmla="*/ 161770 w 607614"/>
              <a:gd name="connsiteY25" fmla="*/ 236678 h 606761"/>
              <a:gd name="connsiteX26" fmla="*/ 148840 w 607614"/>
              <a:gd name="connsiteY26" fmla="*/ 249571 h 606761"/>
              <a:gd name="connsiteX27" fmla="*/ 134389 w 607614"/>
              <a:gd name="connsiteY27" fmla="*/ 235920 h 606761"/>
              <a:gd name="connsiteX28" fmla="*/ 496009 w 607614"/>
              <a:gd name="connsiteY28" fmla="*/ 202497 h 606761"/>
              <a:gd name="connsiteX29" fmla="*/ 546816 w 607614"/>
              <a:gd name="connsiteY29" fmla="*/ 202497 h 606761"/>
              <a:gd name="connsiteX30" fmla="*/ 546816 w 607614"/>
              <a:gd name="connsiteY30" fmla="*/ 222235 h 606761"/>
              <a:gd name="connsiteX31" fmla="*/ 496009 w 607614"/>
              <a:gd name="connsiteY31" fmla="*/ 222235 h 606761"/>
              <a:gd name="connsiteX32" fmla="*/ 496009 w 607614"/>
              <a:gd name="connsiteY32" fmla="*/ 151690 h 606761"/>
              <a:gd name="connsiteX33" fmla="*/ 546816 w 607614"/>
              <a:gd name="connsiteY33" fmla="*/ 151690 h 606761"/>
              <a:gd name="connsiteX34" fmla="*/ 546816 w 607614"/>
              <a:gd name="connsiteY34" fmla="*/ 172159 h 606761"/>
              <a:gd name="connsiteX35" fmla="*/ 496009 w 607614"/>
              <a:gd name="connsiteY35" fmla="*/ 172159 h 606761"/>
              <a:gd name="connsiteX36" fmla="*/ 415473 w 607614"/>
              <a:gd name="connsiteY36" fmla="*/ 151690 h 606761"/>
              <a:gd name="connsiteX37" fmla="*/ 465549 w 607614"/>
              <a:gd name="connsiteY37" fmla="*/ 151690 h 606761"/>
              <a:gd name="connsiteX38" fmla="*/ 465549 w 607614"/>
              <a:gd name="connsiteY38" fmla="*/ 172159 h 606761"/>
              <a:gd name="connsiteX39" fmla="*/ 415473 w 607614"/>
              <a:gd name="connsiteY39" fmla="*/ 172159 h 606761"/>
              <a:gd name="connsiteX40" fmla="*/ 296971 w 607614"/>
              <a:gd name="connsiteY40" fmla="*/ 134282 h 606761"/>
              <a:gd name="connsiteX41" fmla="*/ 310644 w 607614"/>
              <a:gd name="connsiteY41" fmla="*/ 134282 h 606761"/>
              <a:gd name="connsiteX42" fmla="*/ 341029 w 607614"/>
              <a:gd name="connsiteY42" fmla="*/ 164617 h 606761"/>
              <a:gd name="connsiteX43" fmla="*/ 327356 w 607614"/>
              <a:gd name="connsiteY43" fmla="*/ 179026 h 606761"/>
              <a:gd name="connsiteX44" fmla="*/ 313682 w 607614"/>
              <a:gd name="connsiteY44" fmla="*/ 166133 h 606761"/>
              <a:gd name="connsiteX45" fmla="*/ 313682 w 607614"/>
              <a:gd name="connsiteY45" fmla="*/ 515740 h 606761"/>
              <a:gd name="connsiteX46" fmla="*/ 334193 w 607614"/>
              <a:gd name="connsiteY46" fmla="*/ 515740 h 606761"/>
              <a:gd name="connsiteX47" fmla="*/ 334193 w 607614"/>
              <a:gd name="connsiteY47" fmla="*/ 536216 h 606761"/>
              <a:gd name="connsiteX48" fmla="*/ 273422 w 607614"/>
              <a:gd name="connsiteY48" fmla="*/ 536216 h 606761"/>
              <a:gd name="connsiteX49" fmla="*/ 273422 w 607614"/>
              <a:gd name="connsiteY49" fmla="*/ 515740 h 606761"/>
              <a:gd name="connsiteX50" fmla="*/ 293932 w 607614"/>
              <a:gd name="connsiteY50" fmla="*/ 515740 h 606761"/>
              <a:gd name="connsiteX51" fmla="*/ 293932 w 607614"/>
              <a:gd name="connsiteY51" fmla="*/ 166133 h 606761"/>
              <a:gd name="connsiteX52" fmla="*/ 280259 w 607614"/>
              <a:gd name="connsiteY52" fmla="*/ 179026 h 606761"/>
              <a:gd name="connsiteX53" fmla="*/ 266585 w 607614"/>
              <a:gd name="connsiteY53" fmla="*/ 164617 h 606761"/>
              <a:gd name="connsiteX54" fmla="*/ 496009 w 607614"/>
              <a:gd name="connsiteY54" fmla="*/ 100883 h 606761"/>
              <a:gd name="connsiteX55" fmla="*/ 546816 w 607614"/>
              <a:gd name="connsiteY55" fmla="*/ 100883 h 606761"/>
              <a:gd name="connsiteX56" fmla="*/ 546816 w 607614"/>
              <a:gd name="connsiteY56" fmla="*/ 121352 h 606761"/>
              <a:gd name="connsiteX57" fmla="*/ 496009 w 607614"/>
              <a:gd name="connsiteY57" fmla="*/ 121352 h 606761"/>
              <a:gd name="connsiteX58" fmla="*/ 415473 w 607614"/>
              <a:gd name="connsiteY58" fmla="*/ 100883 h 606761"/>
              <a:gd name="connsiteX59" fmla="*/ 465549 w 607614"/>
              <a:gd name="connsiteY59" fmla="*/ 100883 h 606761"/>
              <a:gd name="connsiteX60" fmla="*/ 465549 w 607614"/>
              <a:gd name="connsiteY60" fmla="*/ 121352 h 606761"/>
              <a:gd name="connsiteX61" fmla="*/ 415473 w 607614"/>
              <a:gd name="connsiteY61" fmla="*/ 121352 h 606761"/>
              <a:gd name="connsiteX62" fmla="*/ 60798 w 607614"/>
              <a:gd name="connsiteY62" fmla="*/ 100883 h 606761"/>
              <a:gd name="connsiteX63" fmla="*/ 212732 w 607614"/>
              <a:gd name="connsiteY63" fmla="*/ 100883 h 606761"/>
              <a:gd name="connsiteX64" fmla="*/ 212732 w 607614"/>
              <a:gd name="connsiteY64" fmla="*/ 121352 h 606761"/>
              <a:gd name="connsiteX65" fmla="*/ 60798 w 607614"/>
              <a:gd name="connsiteY65" fmla="*/ 121352 h 606761"/>
              <a:gd name="connsiteX66" fmla="*/ 496009 w 607614"/>
              <a:gd name="connsiteY66" fmla="*/ 50807 h 606761"/>
              <a:gd name="connsiteX67" fmla="*/ 546816 w 607614"/>
              <a:gd name="connsiteY67" fmla="*/ 50807 h 606761"/>
              <a:gd name="connsiteX68" fmla="*/ 546816 w 607614"/>
              <a:gd name="connsiteY68" fmla="*/ 70545 h 606761"/>
              <a:gd name="connsiteX69" fmla="*/ 496009 w 607614"/>
              <a:gd name="connsiteY69" fmla="*/ 70545 h 606761"/>
              <a:gd name="connsiteX70" fmla="*/ 415473 w 607614"/>
              <a:gd name="connsiteY70" fmla="*/ 50807 h 606761"/>
              <a:gd name="connsiteX71" fmla="*/ 465549 w 607614"/>
              <a:gd name="connsiteY71" fmla="*/ 50807 h 606761"/>
              <a:gd name="connsiteX72" fmla="*/ 465549 w 607614"/>
              <a:gd name="connsiteY72" fmla="*/ 70545 h 606761"/>
              <a:gd name="connsiteX73" fmla="*/ 415473 w 607614"/>
              <a:gd name="connsiteY73" fmla="*/ 70545 h 606761"/>
              <a:gd name="connsiteX74" fmla="*/ 60798 w 607614"/>
              <a:gd name="connsiteY74" fmla="*/ 50807 h 606761"/>
              <a:gd name="connsiteX75" fmla="*/ 131343 w 607614"/>
              <a:gd name="connsiteY75" fmla="*/ 50807 h 606761"/>
              <a:gd name="connsiteX76" fmla="*/ 131343 w 607614"/>
              <a:gd name="connsiteY76" fmla="*/ 70545 h 606761"/>
              <a:gd name="connsiteX77" fmla="*/ 60798 w 607614"/>
              <a:gd name="connsiteY77" fmla="*/ 70545 h 606761"/>
              <a:gd name="connsiteX78" fmla="*/ 9873 w 607614"/>
              <a:gd name="connsiteY78" fmla="*/ 0 h 606761"/>
              <a:gd name="connsiteX79" fmla="*/ 597740 w 607614"/>
              <a:gd name="connsiteY79" fmla="*/ 0 h 606761"/>
              <a:gd name="connsiteX80" fmla="*/ 607614 w 607614"/>
              <a:gd name="connsiteY80" fmla="*/ 9860 h 606761"/>
              <a:gd name="connsiteX81" fmla="*/ 607614 w 607614"/>
              <a:gd name="connsiteY81" fmla="*/ 364066 h 606761"/>
              <a:gd name="connsiteX82" fmla="*/ 597740 w 607614"/>
              <a:gd name="connsiteY82" fmla="*/ 373926 h 606761"/>
              <a:gd name="connsiteX83" fmla="*/ 465584 w 607614"/>
              <a:gd name="connsiteY83" fmla="*/ 373926 h 606761"/>
              <a:gd name="connsiteX84" fmla="*/ 465584 w 607614"/>
              <a:gd name="connsiteY84" fmla="*/ 354206 h 606761"/>
              <a:gd name="connsiteX85" fmla="*/ 587107 w 607614"/>
              <a:gd name="connsiteY85" fmla="*/ 354206 h 606761"/>
              <a:gd name="connsiteX86" fmla="*/ 587107 w 607614"/>
              <a:gd name="connsiteY86" fmla="*/ 20479 h 606761"/>
              <a:gd name="connsiteX87" fmla="*/ 20507 w 607614"/>
              <a:gd name="connsiteY87" fmla="*/ 20479 h 606761"/>
              <a:gd name="connsiteX88" fmla="*/ 20507 w 607614"/>
              <a:gd name="connsiteY88" fmla="*/ 354206 h 606761"/>
              <a:gd name="connsiteX89" fmla="*/ 142030 w 607614"/>
              <a:gd name="connsiteY89" fmla="*/ 354206 h 606761"/>
              <a:gd name="connsiteX90" fmla="*/ 142030 w 607614"/>
              <a:gd name="connsiteY90" fmla="*/ 373926 h 606761"/>
              <a:gd name="connsiteX91" fmla="*/ 9873 w 607614"/>
              <a:gd name="connsiteY91" fmla="*/ 373926 h 606761"/>
              <a:gd name="connsiteX92" fmla="*/ 0 w 607614"/>
              <a:gd name="connsiteY92" fmla="*/ 364066 h 606761"/>
              <a:gd name="connsiteX93" fmla="*/ 0 w 607614"/>
              <a:gd name="connsiteY93" fmla="*/ 9860 h 606761"/>
              <a:gd name="connsiteX94" fmla="*/ 9873 w 607614"/>
              <a:gd name="connsiteY94" fmla="*/ 0 h 60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07614" h="606761">
                <a:moveTo>
                  <a:pt x="428424" y="205585"/>
                </a:moveTo>
                <a:cubicBezTo>
                  <a:pt x="432221" y="201035"/>
                  <a:pt x="438295" y="201035"/>
                  <a:pt x="442852" y="205585"/>
                </a:cubicBezTo>
                <a:lnTo>
                  <a:pt x="473225" y="235920"/>
                </a:lnTo>
                <a:lnTo>
                  <a:pt x="458798" y="249571"/>
                </a:lnTo>
                <a:lnTo>
                  <a:pt x="445889" y="236678"/>
                </a:lnTo>
                <a:lnTo>
                  <a:pt x="445889" y="586285"/>
                </a:lnTo>
                <a:lnTo>
                  <a:pt x="465632" y="586285"/>
                </a:lnTo>
                <a:lnTo>
                  <a:pt x="465632" y="606761"/>
                </a:lnTo>
                <a:lnTo>
                  <a:pt x="404884" y="606761"/>
                </a:lnTo>
                <a:lnTo>
                  <a:pt x="404884" y="586285"/>
                </a:lnTo>
                <a:lnTo>
                  <a:pt x="425387" y="586285"/>
                </a:lnTo>
                <a:lnTo>
                  <a:pt x="425387" y="236678"/>
                </a:lnTo>
                <a:lnTo>
                  <a:pt x="412478" y="249571"/>
                </a:lnTo>
                <a:lnTo>
                  <a:pt x="398050" y="235920"/>
                </a:lnTo>
                <a:close/>
                <a:moveTo>
                  <a:pt x="164812" y="205585"/>
                </a:moveTo>
                <a:cubicBezTo>
                  <a:pt x="169376" y="201035"/>
                  <a:pt x="175460" y="201035"/>
                  <a:pt x="179263" y="205585"/>
                </a:cubicBezTo>
                <a:lnTo>
                  <a:pt x="209686" y="235920"/>
                </a:lnTo>
                <a:lnTo>
                  <a:pt x="195235" y="249571"/>
                </a:lnTo>
                <a:lnTo>
                  <a:pt x="182306" y="236678"/>
                </a:lnTo>
                <a:lnTo>
                  <a:pt x="182306" y="586285"/>
                </a:lnTo>
                <a:lnTo>
                  <a:pt x="202841" y="586285"/>
                </a:lnTo>
                <a:lnTo>
                  <a:pt x="202841" y="606761"/>
                </a:lnTo>
                <a:lnTo>
                  <a:pt x="141995" y="606761"/>
                </a:lnTo>
                <a:lnTo>
                  <a:pt x="141995" y="586285"/>
                </a:lnTo>
                <a:lnTo>
                  <a:pt x="161770" y="586285"/>
                </a:lnTo>
                <a:lnTo>
                  <a:pt x="161770" y="236678"/>
                </a:lnTo>
                <a:lnTo>
                  <a:pt x="148840" y="249571"/>
                </a:lnTo>
                <a:lnTo>
                  <a:pt x="134389" y="235920"/>
                </a:lnTo>
                <a:close/>
                <a:moveTo>
                  <a:pt x="496009" y="202497"/>
                </a:moveTo>
                <a:lnTo>
                  <a:pt x="546816" y="202497"/>
                </a:lnTo>
                <a:lnTo>
                  <a:pt x="546816" y="222235"/>
                </a:lnTo>
                <a:lnTo>
                  <a:pt x="496009" y="222235"/>
                </a:lnTo>
                <a:close/>
                <a:moveTo>
                  <a:pt x="496009" y="151690"/>
                </a:moveTo>
                <a:lnTo>
                  <a:pt x="546816" y="151690"/>
                </a:lnTo>
                <a:lnTo>
                  <a:pt x="546816" y="172159"/>
                </a:lnTo>
                <a:lnTo>
                  <a:pt x="496009" y="172159"/>
                </a:lnTo>
                <a:close/>
                <a:moveTo>
                  <a:pt x="415473" y="151690"/>
                </a:moveTo>
                <a:lnTo>
                  <a:pt x="465549" y="151690"/>
                </a:lnTo>
                <a:lnTo>
                  <a:pt x="465549" y="172159"/>
                </a:lnTo>
                <a:lnTo>
                  <a:pt x="415473" y="172159"/>
                </a:lnTo>
                <a:close/>
                <a:moveTo>
                  <a:pt x="296971" y="134282"/>
                </a:moveTo>
                <a:cubicBezTo>
                  <a:pt x="300769" y="130490"/>
                  <a:pt x="306846" y="130490"/>
                  <a:pt x="310644" y="134282"/>
                </a:cubicBezTo>
                <a:lnTo>
                  <a:pt x="341029" y="164617"/>
                </a:lnTo>
                <a:lnTo>
                  <a:pt x="327356" y="179026"/>
                </a:lnTo>
                <a:lnTo>
                  <a:pt x="313682" y="166133"/>
                </a:lnTo>
                <a:lnTo>
                  <a:pt x="313682" y="515740"/>
                </a:lnTo>
                <a:lnTo>
                  <a:pt x="334193" y="515740"/>
                </a:lnTo>
                <a:lnTo>
                  <a:pt x="334193" y="536216"/>
                </a:lnTo>
                <a:lnTo>
                  <a:pt x="273422" y="536216"/>
                </a:lnTo>
                <a:lnTo>
                  <a:pt x="273422" y="515740"/>
                </a:lnTo>
                <a:lnTo>
                  <a:pt x="293932" y="515740"/>
                </a:lnTo>
                <a:lnTo>
                  <a:pt x="293932" y="166133"/>
                </a:lnTo>
                <a:lnTo>
                  <a:pt x="280259" y="179026"/>
                </a:lnTo>
                <a:lnTo>
                  <a:pt x="266585" y="164617"/>
                </a:lnTo>
                <a:close/>
                <a:moveTo>
                  <a:pt x="496009" y="100883"/>
                </a:moveTo>
                <a:lnTo>
                  <a:pt x="546816" y="100883"/>
                </a:lnTo>
                <a:lnTo>
                  <a:pt x="546816" y="121352"/>
                </a:lnTo>
                <a:lnTo>
                  <a:pt x="496009" y="121352"/>
                </a:lnTo>
                <a:close/>
                <a:moveTo>
                  <a:pt x="415473" y="100883"/>
                </a:moveTo>
                <a:lnTo>
                  <a:pt x="465549" y="100883"/>
                </a:lnTo>
                <a:lnTo>
                  <a:pt x="465549" y="121352"/>
                </a:lnTo>
                <a:lnTo>
                  <a:pt x="415473" y="121352"/>
                </a:lnTo>
                <a:close/>
                <a:moveTo>
                  <a:pt x="60798" y="100883"/>
                </a:moveTo>
                <a:lnTo>
                  <a:pt x="212732" y="100883"/>
                </a:lnTo>
                <a:lnTo>
                  <a:pt x="212732" y="121352"/>
                </a:lnTo>
                <a:lnTo>
                  <a:pt x="60798" y="121352"/>
                </a:lnTo>
                <a:close/>
                <a:moveTo>
                  <a:pt x="496009" y="50807"/>
                </a:moveTo>
                <a:lnTo>
                  <a:pt x="546816" y="50807"/>
                </a:lnTo>
                <a:lnTo>
                  <a:pt x="546816" y="70545"/>
                </a:lnTo>
                <a:lnTo>
                  <a:pt x="496009" y="70545"/>
                </a:lnTo>
                <a:close/>
                <a:moveTo>
                  <a:pt x="415473" y="50807"/>
                </a:moveTo>
                <a:lnTo>
                  <a:pt x="465549" y="50807"/>
                </a:lnTo>
                <a:lnTo>
                  <a:pt x="465549" y="70545"/>
                </a:lnTo>
                <a:lnTo>
                  <a:pt x="415473" y="70545"/>
                </a:lnTo>
                <a:close/>
                <a:moveTo>
                  <a:pt x="60798" y="50807"/>
                </a:moveTo>
                <a:lnTo>
                  <a:pt x="131343" y="50807"/>
                </a:lnTo>
                <a:lnTo>
                  <a:pt x="131343" y="70545"/>
                </a:lnTo>
                <a:lnTo>
                  <a:pt x="60798" y="70545"/>
                </a:lnTo>
                <a:close/>
                <a:moveTo>
                  <a:pt x="9873" y="0"/>
                </a:moveTo>
                <a:lnTo>
                  <a:pt x="597740" y="0"/>
                </a:lnTo>
                <a:cubicBezTo>
                  <a:pt x="603817" y="0"/>
                  <a:pt x="607614" y="3792"/>
                  <a:pt x="607614" y="9860"/>
                </a:cubicBezTo>
                <a:lnTo>
                  <a:pt x="607614" y="364066"/>
                </a:lnTo>
                <a:cubicBezTo>
                  <a:pt x="607614" y="370134"/>
                  <a:pt x="603817" y="373926"/>
                  <a:pt x="597740" y="373926"/>
                </a:cubicBezTo>
                <a:lnTo>
                  <a:pt x="465584" y="373926"/>
                </a:lnTo>
                <a:lnTo>
                  <a:pt x="465584" y="354206"/>
                </a:lnTo>
                <a:lnTo>
                  <a:pt x="587107" y="354206"/>
                </a:lnTo>
                <a:lnTo>
                  <a:pt x="587107" y="20479"/>
                </a:lnTo>
                <a:lnTo>
                  <a:pt x="20507" y="20479"/>
                </a:lnTo>
                <a:lnTo>
                  <a:pt x="20507" y="354206"/>
                </a:lnTo>
                <a:lnTo>
                  <a:pt x="142030" y="354206"/>
                </a:lnTo>
                <a:lnTo>
                  <a:pt x="142030" y="373926"/>
                </a:lnTo>
                <a:lnTo>
                  <a:pt x="9873" y="373926"/>
                </a:lnTo>
                <a:cubicBezTo>
                  <a:pt x="3797" y="373926"/>
                  <a:pt x="0" y="370134"/>
                  <a:pt x="0" y="364066"/>
                </a:cubicBezTo>
                <a:lnTo>
                  <a:pt x="0" y="9860"/>
                </a:lnTo>
                <a:cubicBezTo>
                  <a:pt x="0" y="3792"/>
                  <a:pt x="3797" y="0"/>
                  <a:pt x="98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>
          <a:xfrm>
            <a:off x="221615" y="267335"/>
            <a:ext cx="9132570" cy="399415"/>
          </a:xfrm>
          <a:noFill/>
        </p:spPr>
        <p:txBody>
          <a:bodyPr vert="horz" wrap="square" lIns="68584" tIns="34291" rIns="68584" bIns="34291" rtlCol="0" anchor="ctr" anchorCtr="0">
            <a:noAutofit/>
          </a:bodyPr>
          <a:p>
            <a:pPr lvl="0" algn="l">
              <a:buClrTx/>
              <a:buSzTx/>
            </a:pPr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1.3</a:t>
            </a:r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 </a:t>
            </a:r>
            <a:r>
              <a:rPr lang="zh-CN" altLang="en-US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智能体业务将成为</a:t>
            </a:r>
            <a:r>
              <a:rPr lang="en-US" altLang="zh-CN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AI</a:t>
            </a:r>
            <a:r>
              <a:rPr lang="zh-CN" altLang="en-US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应用的主流形态</a:t>
            </a:r>
            <a:endParaRPr lang="zh-CN" altLang="en-US" noProof="0" dirty="0">
              <a:ln w="6350"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143" name="文本框 4"/>
          <p:cNvSpPr txBox="1"/>
          <p:nvPr/>
        </p:nvSpPr>
        <p:spPr>
          <a:xfrm>
            <a:off x="287655" y="857885"/>
            <a:ext cx="1142301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智能体应用落地进程持续提速，产业步入快速发展阶段，其规模化部署与协同使得通信节点数量、流量和请求频次呈指数级增长</a:t>
            </a:r>
            <a:endParaRPr lang="zh-CN" altLang="en-US" b="1" dirty="0">
              <a:latin typeface="Times New Roman" panose="02020503050405090304" pitchFamily="18" charset="0"/>
              <a:ea typeface="微软雅黑" panose="020B0502040204020203" charset="-122"/>
              <a:cs typeface="Times New Roman" panose="02020503050405090304" pitchFamily="18" charset="0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652780" y="3296920"/>
            <a:ext cx="1405890" cy="167005"/>
            <a:chOff x="613" y="8421"/>
            <a:chExt cx="6855" cy="1054"/>
          </a:xfrm>
        </p:grpSpPr>
        <p:sp>
          <p:nvSpPr>
            <p:cNvPr id="139" name="椭圆 138"/>
            <p:cNvSpPr/>
            <p:nvPr/>
          </p:nvSpPr>
          <p:spPr>
            <a:xfrm>
              <a:off x="614" y="8517"/>
              <a:ext cx="6855" cy="958"/>
            </a:xfrm>
            <a:prstGeom prst="ellipse">
              <a:avLst/>
            </a:prstGeom>
            <a:noFill/>
            <a:ln>
              <a:gradFill>
                <a:gsLst>
                  <a:gs pos="0">
                    <a:srgbClr val="A3A3A3">
                      <a:lumMod val="60000"/>
                      <a:lumOff val="40000"/>
                      <a:alpha val="80000"/>
                    </a:srgbClr>
                  </a:gs>
                  <a:gs pos="100000">
                    <a:srgbClr val="A3A3A3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613" y="8421"/>
              <a:ext cx="6855" cy="958"/>
            </a:xfrm>
            <a:prstGeom prst="ellipse">
              <a:avLst/>
            </a:prstGeom>
            <a:gradFill>
              <a:gsLst>
                <a:gs pos="90000">
                  <a:schemeClr val="bg1">
                    <a:lumMod val="85000"/>
                  </a:schemeClr>
                </a:gs>
                <a:gs pos="56000">
                  <a:schemeClr val="bg1">
                    <a:lumMod val="85000"/>
                    <a:alpha val="17000"/>
                  </a:schemeClr>
                </a:gs>
                <a:gs pos="100000">
                  <a:schemeClr val="bg1">
                    <a:lumMod val="85000"/>
                    <a:alpha val="2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2155190" y="3296920"/>
            <a:ext cx="1405890" cy="167005"/>
            <a:chOff x="613" y="8421"/>
            <a:chExt cx="6855" cy="1054"/>
          </a:xfrm>
        </p:grpSpPr>
        <p:sp>
          <p:nvSpPr>
            <p:cNvPr id="142" name="椭圆 141"/>
            <p:cNvSpPr/>
            <p:nvPr/>
          </p:nvSpPr>
          <p:spPr>
            <a:xfrm>
              <a:off x="614" y="8517"/>
              <a:ext cx="6855" cy="958"/>
            </a:xfrm>
            <a:prstGeom prst="ellipse">
              <a:avLst/>
            </a:prstGeom>
            <a:noFill/>
            <a:ln>
              <a:gradFill>
                <a:gsLst>
                  <a:gs pos="0">
                    <a:srgbClr val="A3A3A3">
                      <a:lumMod val="60000"/>
                      <a:lumOff val="40000"/>
                      <a:alpha val="80000"/>
                    </a:srgbClr>
                  </a:gs>
                  <a:gs pos="100000">
                    <a:srgbClr val="A3A3A3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>
              <a:off x="613" y="8421"/>
              <a:ext cx="6855" cy="958"/>
            </a:xfrm>
            <a:prstGeom prst="ellipse">
              <a:avLst/>
            </a:prstGeom>
            <a:gradFill>
              <a:gsLst>
                <a:gs pos="90000">
                  <a:schemeClr val="bg1">
                    <a:lumMod val="85000"/>
                  </a:schemeClr>
                </a:gs>
                <a:gs pos="56000">
                  <a:schemeClr val="bg1">
                    <a:lumMod val="85000"/>
                    <a:alpha val="17000"/>
                  </a:schemeClr>
                </a:gs>
                <a:gs pos="100000">
                  <a:schemeClr val="bg1">
                    <a:lumMod val="85000"/>
                    <a:alpha val="2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椭圆 143"/>
          <p:cNvSpPr>
            <a:spLocks noChangeAspect="1"/>
          </p:cNvSpPr>
          <p:nvPr/>
        </p:nvSpPr>
        <p:spPr>
          <a:xfrm>
            <a:off x="2261235" y="2212340"/>
            <a:ext cx="1193800" cy="1193800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50000">
                <a:schemeClr val="bg1">
                  <a:lumMod val="85000"/>
                  <a:alpha val="90000"/>
                </a:schemeClr>
              </a:gs>
              <a:gs pos="100000">
                <a:schemeClr val="bg1">
                  <a:lumMod val="85000"/>
                  <a:alpha val="21000"/>
                </a:schemeClr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椭圆 144"/>
          <p:cNvSpPr>
            <a:spLocks noChangeAspect="1"/>
          </p:cNvSpPr>
          <p:nvPr/>
        </p:nvSpPr>
        <p:spPr>
          <a:xfrm>
            <a:off x="746125" y="2212340"/>
            <a:ext cx="1193800" cy="1193800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50000">
                <a:schemeClr val="bg1">
                  <a:lumMod val="85000"/>
                  <a:alpha val="90000"/>
                </a:schemeClr>
              </a:gs>
              <a:gs pos="100000">
                <a:schemeClr val="bg1">
                  <a:lumMod val="85000"/>
                  <a:alpha val="21000"/>
                </a:schemeClr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/>
          <p:cNvSpPr txBox="1"/>
          <p:nvPr/>
        </p:nvSpPr>
        <p:spPr>
          <a:xfrm>
            <a:off x="4704715" y="5916930"/>
            <a:ext cx="2902585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source: QuestMobile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《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2024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年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AIGC</a:t>
            </a:r>
            <a:r>
              <a:rPr kumimoji="1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应用发展年度报告》</a:t>
            </a:r>
            <a:endParaRPr kumimoji="1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47" name="Freeform: Shape 6"/>
          <p:cNvSpPr/>
          <p:nvPr/>
        </p:nvSpPr>
        <p:spPr>
          <a:xfrm>
            <a:off x="4841875" y="2875915"/>
            <a:ext cx="2163445" cy="22047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noFill/>
          <a:ln w="3175">
            <a:solidFill>
              <a:srgbClr val="666666">
                <a:lumMod val="40000"/>
                <a:lumOff val="60000"/>
              </a:srgbClr>
            </a:solidFill>
            <a:prstDash val="lgDash"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DCE6F2"/>
                </a:solidFill>
              </a14:hiddenFill>
            </a:ext>
          </a:extLst>
        </p:spPr>
        <p:txBody>
          <a:bodyPr wrap="none" lIns="22825" rIns="22825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700">
                <a:solidFill>
                  <a:srgbClr val="FFFFFF"/>
                </a:solidFill>
              </a:defRPr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pic>
        <p:nvPicPr>
          <p:cNvPr id="148" name="图片 1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405" y="3268345"/>
            <a:ext cx="607695" cy="222250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50" y="3575685"/>
            <a:ext cx="374015" cy="283845"/>
          </a:xfrm>
          <a:prstGeom prst="rect">
            <a:avLst/>
          </a:prstGeom>
        </p:spPr>
      </p:pic>
      <p:pic>
        <p:nvPicPr>
          <p:cNvPr id="150" name="图片 1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4054475"/>
            <a:ext cx="580390" cy="273685"/>
          </a:xfrm>
          <a:prstGeom prst="rect">
            <a:avLst/>
          </a:prstGeom>
        </p:spPr>
      </p:pic>
      <p:pic>
        <p:nvPicPr>
          <p:cNvPr id="151" name="图片 1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690" y="5129530"/>
            <a:ext cx="654050" cy="340995"/>
          </a:xfrm>
          <a:prstGeom prst="rect">
            <a:avLst/>
          </a:prstGeom>
        </p:spPr>
      </p:pic>
      <p:pic>
        <p:nvPicPr>
          <p:cNvPr id="152" name="图片 1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831" y="5126355"/>
            <a:ext cx="498348" cy="276860"/>
          </a:xfrm>
          <a:prstGeom prst="rect">
            <a:avLst/>
          </a:prstGeom>
        </p:spPr>
      </p:pic>
      <p:pic>
        <p:nvPicPr>
          <p:cNvPr id="154" name="图片 1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295" y="4884420"/>
            <a:ext cx="701675" cy="154305"/>
          </a:xfrm>
          <a:prstGeom prst="rect">
            <a:avLst/>
          </a:prstGeom>
        </p:spPr>
      </p:pic>
      <p:pic>
        <p:nvPicPr>
          <p:cNvPr id="155" name="图片 1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2505" y="2884170"/>
            <a:ext cx="642620" cy="314325"/>
          </a:xfrm>
          <a:prstGeom prst="rect">
            <a:avLst/>
          </a:prstGeom>
        </p:spPr>
      </p:pic>
      <p:pic>
        <p:nvPicPr>
          <p:cNvPr id="156" name="图片 15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895" y="2525395"/>
            <a:ext cx="275590" cy="354330"/>
          </a:xfrm>
          <a:prstGeom prst="rect">
            <a:avLst/>
          </a:prstGeom>
        </p:spPr>
      </p:pic>
      <p:pic>
        <p:nvPicPr>
          <p:cNvPr id="157" name="图片 1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325" y="2546350"/>
            <a:ext cx="652145" cy="312420"/>
          </a:xfrm>
          <a:prstGeom prst="rect">
            <a:avLst/>
          </a:prstGeom>
        </p:spPr>
      </p:pic>
      <p:pic>
        <p:nvPicPr>
          <p:cNvPr id="158" name="图片 15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7640" y="2934335"/>
            <a:ext cx="645795" cy="213360"/>
          </a:xfrm>
          <a:prstGeom prst="rect">
            <a:avLst/>
          </a:prstGeom>
        </p:spPr>
      </p:pic>
      <p:pic>
        <p:nvPicPr>
          <p:cNvPr id="159" name="图片 1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5852" y="4422403"/>
            <a:ext cx="687498" cy="320448"/>
          </a:xfrm>
          <a:prstGeom prst="rect">
            <a:avLst/>
          </a:prstGeom>
        </p:spPr>
      </p:pic>
      <p:pic>
        <p:nvPicPr>
          <p:cNvPr id="160" name="图片 1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6472" y="4829642"/>
            <a:ext cx="697865" cy="266065"/>
          </a:xfrm>
          <a:prstGeom prst="rect">
            <a:avLst/>
          </a:prstGeom>
        </p:spPr>
      </p:pic>
      <p:pic>
        <p:nvPicPr>
          <p:cNvPr id="161" name="图片 16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8965" y="4526280"/>
            <a:ext cx="615315" cy="193040"/>
          </a:xfrm>
          <a:prstGeom prst="rect">
            <a:avLst/>
          </a:prstGeom>
        </p:spPr>
      </p:pic>
      <p:pic>
        <p:nvPicPr>
          <p:cNvPr id="162" name="图片 16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3405" y="3249295"/>
            <a:ext cx="686435" cy="259715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2935" y="4100830"/>
            <a:ext cx="271145" cy="367030"/>
          </a:xfrm>
          <a:prstGeom prst="rect">
            <a:avLst/>
          </a:prstGeom>
        </p:spPr>
      </p:pic>
      <p:pic>
        <p:nvPicPr>
          <p:cNvPr id="164" name="图片 16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8790" y="3684905"/>
            <a:ext cx="559435" cy="277495"/>
          </a:xfrm>
          <a:prstGeom prst="rect">
            <a:avLst/>
          </a:prstGeom>
        </p:spPr>
      </p:pic>
      <p:grpSp>
        <p:nvGrpSpPr>
          <p:cNvPr id="165" name="组合 164"/>
          <p:cNvGrpSpPr/>
          <p:nvPr/>
        </p:nvGrpSpPr>
        <p:grpSpPr>
          <a:xfrm>
            <a:off x="5037455" y="3060065"/>
            <a:ext cx="1771015" cy="1835785"/>
            <a:chOff x="1532902" y="4188929"/>
            <a:chExt cx="1440000" cy="1464449"/>
          </a:xfrm>
        </p:grpSpPr>
        <p:pic>
          <p:nvPicPr>
            <p:cNvPr id="166" name="Picture 4" descr="F:\02-绿叶公司-胶片素材\PNG元素\图片28-4.png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1428" y="4617455"/>
              <a:ext cx="582949" cy="582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7" name="Freeform: Shape 6"/>
            <p:cNvSpPr/>
            <p:nvPr/>
          </p:nvSpPr>
          <p:spPr>
            <a:xfrm>
              <a:off x="1532902" y="4188929"/>
              <a:ext cx="1440000" cy="1440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175">
              <a:solidFill>
                <a:srgbClr val="666666">
                  <a:lumMod val="40000"/>
                  <a:lumOff val="60000"/>
                </a:srgbClr>
              </a:solidFill>
              <a:prstDash val="sysDash"/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CE6F2"/>
                  </a:solidFill>
                </a14:hiddenFill>
              </a:ext>
            </a:extLst>
          </p:spPr>
          <p:txBody>
            <a:bodyPr wrap="none" lIns="22825" rIns="22825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700">
                  <a:solidFill>
                    <a:srgbClr val="FFFFFF"/>
                  </a:solidFill>
                </a:defRPr>
              </a:pP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1858167" y="4831801"/>
              <a:ext cx="776507" cy="1823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行业市场</a:t>
              </a:r>
              <a:endPara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2469019" y="435696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市场</a:t>
              </a: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分析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2682147" y="4800929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办公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研发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2469019" y="5243707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流程</a:t>
              </a: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优化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2126902" y="5437378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设计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1793714" y="5243707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营销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上市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1558515" y="4800929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智能</a:t>
              </a: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客服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1793714" y="435696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行业</a:t>
              </a: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cs"/>
                  <a:sym typeface="Arial" panose="020B0604020202090204" pitchFamily="34" charset="0"/>
                </a:rPr>
                <a:t>应用</a:t>
              </a:r>
              <a:endPara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endParaRPr>
            </a:p>
          </p:txBody>
        </p:sp>
      </p:grpSp>
      <p:sp>
        <p:nvSpPr>
          <p:cNvPr id="176" name="矩形 175"/>
          <p:cNvSpPr/>
          <p:nvPr/>
        </p:nvSpPr>
        <p:spPr>
          <a:xfrm>
            <a:off x="727075" y="2404428"/>
            <a:ext cx="1158875" cy="809625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313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 Bold" panose="02020503050405090304" charset="0"/>
                <a:ea typeface="微软雅黑" charset="0"/>
                <a:cs typeface="Times New Roman Bold" panose="02020503050405090304" charset="0"/>
                <a:sym typeface="Arial" panose="020B0604020202090204" pitchFamily="34" charset="0"/>
              </a:rPr>
              <a:t>2782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 Bold" panose="02020503050405090304" charset="0"/>
              <a:ea typeface="微软雅黑" charset="0"/>
              <a:cs typeface="Times New Roman Bold" panose="02020503050405090304" charset="0"/>
              <a:sym typeface="Arial" panose="020B0604020202090204" pitchFamily="34" charset="0"/>
            </a:endParaRPr>
          </a:p>
          <a:p>
            <a:pPr marL="0" marR="0" lvl="0" indent="0" algn="ctr" defTabSz="91313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 Bold" panose="02020503050405090304" charset="0"/>
                <a:ea typeface="微软雅黑" charset="0"/>
                <a:cs typeface="Times New Roman Bold" panose="02020503050405090304" charset="0"/>
                <a:sym typeface="Arial" panose="020B0604020202090204" pitchFamily="34" charset="0"/>
              </a:rPr>
              <a:t>EFLOPS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 Bold" panose="02020503050405090304" charset="0"/>
              <a:ea typeface="微软雅黑" charset="0"/>
              <a:cs typeface="Times New Roman Bold" panose="02020503050405090304" charset="0"/>
              <a:sym typeface="Arial" panose="020B0604020202090204" pitchFamily="34" charset="0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2263140" y="2404428"/>
            <a:ext cx="1158875" cy="809625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313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 Bold" panose="02020503050405090304" charset="0"/>
                <a:ea typeface="微软雅黑" charset="0"/>
                <a:cs typeface="Times New Roman Bold" panose="02020503050405090304" charset="0"/>
                <a:sym typeface="Arial" panose="020B0604020202090204" pitchFamily="34" charset="0"/>
              </a:rPr>
              <a:t>40%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 Bold" panose="02020503050405090304" charset="0"/>
              <a:ea typeface="微软雅黑" charset="0"/>
              <a:cs typeface="Times New Roman Bold" panose="02020503050405090304" charset="0"/>
              <a:sym typeface="Arial" panose="020B0604020202090204" pitchFamily="34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529590" y="3522345"/>
            <a:ext cx="1613535" cy="29591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16802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中国智能算力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@2028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2204720" y="3522345"/>
            <a:ext cx="1405890" cy="29591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16802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未来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年复合增长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pic>
        <p:nvPicPr>
          <p:cNvPr id="180" name="图片 7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05840" y="4681855"/>
            <a:ext cx="1210310" cy="321945"/>
          </a:xfrm>
          <a:prstGeom prst="rect">
            <a:avLst/>
          </a:prstGeom>
        </p:spPr>
      </p:pic>
      <p:pic>
        <p:nvPicPr>
          <p:cNvPr id="181" name="图片 74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05840" y="5639118"/>
            <a:ext cx="1249680" cy="277495"/>
          </a:xfrm>
          <a:prstGeom prst="rect">
            <a:avLst/>
          </a:prstGeom>
        </p:spPr>
      </p:pic>
      <p:sp>
        <p:nvSpPr>
          <p:cNvPr id="182" name="文本框 181"/>
          <p:cNvSpPr txBox="1"/>
          <p:nvPr/>
        </p:nvSpPr>
        <p:spPr>
          <a:xfrm>
            <a:off x="2353310" y="4714558"/>
            <a:ext cx="822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2040204020203" charset="-122"/>
                <a:ea typeface="微软雅黑" panose="020B0502040204020203" charset="-122"/>
              </a:rPr>
              <a:t>o1</a:t>
            </a: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</a:rPr>
              <a:t>、</a:t>
            </a:r>
            <a:r>
              <a:rPr lang="en-US" altLang="zh-CN" sz="1400" b="1" dirty="0">
                <a:latin typeface="微软雅黑" panose="020B0502040204020203" charset="-122"/>
                <a:ea typeface="微软雅黑" panose="020B0502040204020203" charset="-122"/>
              </a:rPr>
              <a:t>o3</a:t>
            </a:r>
            <a:endParaRPr lang="zh-CN" altLang="en-US" sz="14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2448878" y="5624513"/>
            <a:ext cx="631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>
                <a:latin typeface="微软雅黑" panose="020B0502040204020203" charset="-122"/>
                <a:ea typeface="微软雅黑" panose="020B0502040204020203" charset="-122"/>
              </a:rPr>
              <a:t>QwQ</a:t>
            </a:r>
            <a:endParaRPr lang="zh-CN" altLang="en-US" sz="14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1005840" y="5109210"/>
            <a:ext cx="967105" cy="361950"/>
            <a:chOff x="6582877" y="2532740"/>
            <a:chExt cx="1078011" cy="396318"/>
          </a:xfrm>
        </p:grpSpPr>
        <p:pic>
          <p:nvPicPr>
            <p:cNvPr id="185" name="Picture 2" descr="https://ecmb.bdimg.com/tam-ogel/-1772417172_-552089199_88_88.jpg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2877" y="2662967"/>
              <a:ext cx="266090" cy="266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6" name="Picture 4" descr="https://kimi-img.moonshot.cn/prod-chat-kimi/avatar/kimi/cujht7eruqklitejnld0%2Fcujht2eruqklitejnju0.png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4578" y="2532740"/>
              <a:ext cx="756310" cy="354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7" name="文本框 186"/>
          <p:cNvSpPr txBox="1"/>
          <p:nvPr/>
        </p:nvSpPr>
        <p:spPr>
          <a:xfrm>
            <a:off x="2554605" y="5162233"/>
            <a:ext cx="420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2040204020203" charset="-122"/>
                <a:ea typeface="微软雅黑" panose="020B0502040204020203" charset="-122"/>
              </a:rPr>
              <a:t>K1</a:t>
            </a:r>
            <a:endParaRPr lang="zh-CN" altLang="en-US" sz="14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188" name="图片 18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5840" y="6045835"/>
            <a:ext cx="789305" cy="317500"/>
          </a:xfrm>
          <a:prstGeom prst="rect">
            <a:avLst/>
          </a:prstGeom>
        </p:spPr>
      </p:pic>
      <p:sp>
        <p:nvSpPr>
          <p:cNvPr id="189" name="文本框 188"/>
          <p:cNvSpPr txBox="1"/>
          <p:nvPr/>
        </p:nvSpPr>
        <p:spPr>
          <a:xfrm>
            <a:off x="2216150" y="6051233"/>
            <a:ext cx="10972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2040204020203" charset="-122"/>
                <a:ea typeface="微软雅黑" panose="020B0502040204020203" charset="-122"/>
              </a:rPr>
              <a:t>GLM-Zero</a:t>
            </a:r>
            <a:endParaRPr lang="zh-CN" altLang="en-US" sz="14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432435" y="4382135"/>
            <a:ext cx="3251200" cy="2110105"/>
          </a:xfrm>
          <a:prstGeom prst="roundRect">
            <a:avLst>
              <a:gd name="adj" fmla="val 10021"/>
            </a:avLst>
          </a:prstGeom>
          <a:noFill/>
          <a:ln w="1270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txBody>
          <a:bodyPr rtlCol="0" anchor="b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160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91" name="文本框 15"/>
          <p:cNvSpPr txBox="1"/>
          <p:nvPr/>
        </p:nvSpPr>
        <p:spPr>
          <a:xfrm>
            <a:off x="760730" y="4244340"/>
            <a:ext cx="2594610" cy="332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推理大模型纷纷涌现</a:t>
            </a:r>
            <a:endParaRPr kumimoji="0" lang="zh-CN" altLang="en-US" b="1" i="0" u="none" strike="noStrike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432118" y="1964055"/>
            <a:ext cx="3251835" cy="2110105"/>
          </a:xfrm>
          <a:prstGeom prst="roundRect">
            <a:avLst>
              <a:gd name="adj" fmla="val 7703"/>
            </a:avLst>
          </a:prstGeom>
          <a:noFill/>
          <a:ln w="1270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txBody>
          <a:bodyPr rtlCol="0" anchor="b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160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93" name="文本框 15"/>
          <p:cNvSpPr txBox="1"/>
          <p:nvPr/>
        </p:nvSpPr>
        <p:spPr>
          <a:xfrm>
            <a:off x="564198" y="1786890"/>
            <a:ext cx="2987675" cy="3321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AI</a:t>
            </a:r>
            <a:r>
              <a:rPr kumimoji="0" lang="zh-CN" altLang="en-US" b="1" i="0" u="none" strike="noStrike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普惠驱动智算云服务发展</a:t>
            </a:r>
            <a:endParaRPr kumimoji="0" lang="zh-CN" altLang="en-US" b="1" i="0" u="none" strike="noStrike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610360" y="3731895"/>
            <a:ext cx="1910715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来源</a:t>
            </a:r>
            <a:r>
              <a:rPr kumimoji="1" lang="en-US" altLang="zh-CN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：</a:t>
            </a:r>
            <a:r>
              <a:rPr kumimoji="1" lang="zh-CN" alt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信通院</a:t>
            </a:r>
            <a:endParaRPr kumimoji="1" lang="zh-CN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3982720" y="1964690"/>
            <a:ext cx="3841750" cy="4527550"/>
          </a:xfrm>
          <a:prstGeom prst="roundRect">
            <a:avLst>
              <a:gd name="adj" fmla="val 7703"/>
            </a:avLst>
          </a:prstGeom>
          <a:noFill/>
          <a:ln w="1270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txBody>
          <a:bodyPr rtlCol="0" anchor="b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160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4306888" y="1804988"/>
            <a:ext cx="3193415" cy="29591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lvl="0" algn="ctr">
              <a:defRPr/>
            </a:pPr>
            <a:r>
              <a:rPr lang="en-US" altLang="zh-CN" noProof="0" dirty="0">
                <a:cs typeface="微软雅黑" panose="020B0502040204020203" charset="-122"/>
                <a:sym typeface="Arial" panose="020B0604020202090204" pitchFamily="34" charset="0"/>
              </a:rPr>
              <a:t>AI应用深入企业全业务流程</a:t>
            </a:r>
            <a:endParaRPr lang="en-US" altLang="zh-CN" noProof="0" dirty="0"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97" name="Freeform 37"/>
          <p:cNvSpPr/>
          <p:nvPr>
            <p:custDataLst>
              <p:tags r:id="rId26"/>
            </p:custDataLst>
          </p:nvPr>
        </p:nvSpPr>
        <p:spPr bwMode="auto">
          <a:xfrm rot="16200000" flipV="1">
            <a:off x="2613025" y="3939858"/>
            <a:ext cx="2722245" cy="474345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  <a:gd name="connsiteX0" fmla="*/ 5000 w 10000"/>
              <a:gd name="connsiteY0" fmla="*/ 0 h 10000"/>
              <a:gd name="connsiteX1" fmla="*/ 3189 w 10000"/>
              <a:gd name="connsiteY1" fmla="*/ 2129 h 10000"/>
              <a:gd name="connsiteX2" fmla="*/ 3976 w 10000"/>
              <a:gd name="connsiteY2" fmla="*/ 2129 h 10000"/>
              <a:gd name="connsiteX3" fmla="*/ 0 w 10000"/>
              <a:gd name="connsiteY3" fmla="*/ 4897 h 10000"/>
              <a:gd name="connsiteX4" fmla="*/ 0 w 10000"/>
              <a:gd name="connsiteY4" fmla="*/ 7463 h 10000"/>
              <a:gd name="connsiteX5" fmla="*/ 10000 w 10000"/>
              <a:gd name="connsiteY5" fmla="*/ 10000 h 10000"/>
              <a:gd name="connsiteX6" fmla="*/ 10000 w 10000"/>
              <a:gd name="connsiteY6" fmla="*/ 4789 h 10000"/>
              <a:gd name="connsiteX7" fmla="*/ 5984 w 10000"/>
              <a:gd name="connsiteY7" fmla="*/ 2129 h 10000"/>
              <a:gd name="connsiteX8" fmla="*/ 6773 w 10000"/>
              <a:gd name="connsiteY8" fmla="*/ 2129 h 10000"/>
              <a:gd name="connsiteX9" fmla="*/ 5000 w 10000"/>
              <a:gd name="connsiteY9" fmla="*/ 0 h 10000"/>
              <a:gd name="connsiteX0-1" fmla="*/ 5000 w 10000"/>
              <a:gd name="connsiteY0-2" fmla="*/ 0 h 7463"/>
              <a:gd name="connsiteX1-3" fmla="*/ 3189 w 10000"/>
              <a:gd name="connsiteY1-4" fmla="*/ 2129 h 7463"/>
              <a:gd name="connsiteX2-5" fmla="*/ 3976 w 10000"/>
              <a:gd name="connsiteY2-6" fmla="*/ 2129 h 7463"/>
              <a:gd name="connsiteX3-7" fmla="*/ 0 w 10000"/>
              <a:gd name="connsiteY3-8" fmla="*/ 4897 h 7463"/>
              <a:gd name="connsiteX4-9" fmla="*/ 0 w 10000"/>
              <a:gd name="connsiteY4-10" fmla="*/ 7463 h 7463"/>
              <a:gd name="connsiteX5-11" fmla="*/ 10000 w 10000"/>
              <a:gd name="connsiteY5-12" fmla="*/ 6308 h 7463"/>
              <a:gd name="connsiteX6-13" fmla="*/ 10000 w 10000"/>
              <a:gd name="connsiteY6-14" fmla="*/ 4789 h 7463"/>
              <a:gd name="connsiteX7-15" fmla="*/ 5984 w 10000"/>
              <a:gd name="connsiteY7-16" fmla="*/ 2129 h 7463"/>
              <a:gd name="connsiteX8-17" fmla="*/ 6773 w 10000"/>
              <a:gd name="connsiteY8-18" fmla="*/ 2129 h 7463"/>
              <a:gd name="connsiteX9-19" fmla="*/ 5000 w 10000"/>
              <a:gd name="connsiteY9-20" fmla="*/ 0 h 7463"/>
              <a:gd name="connsiteX0-21" fmla="*/ 5000 w 10000"/>
              <a:gd name="connsiteY0-22" fmla="*/ 0 h 8452"/>
              <a:gd name="connsiteX1-23" fmla="*/ 3189 w 10000"/>
              <a:gd name="connsiteY1-24" fmla="*/ 2853 h 8452"/>
              <a:gd name="connsiteX2-25" fmla="*/ 3976 w 10000"/>
              <a:gd name="connsiteY2-26" fmla="*/ 2853 h 8452"/>
              <a:gd name="connsiteX3-27" fmla="*/ 0 w 10000"/>
              <a:gd name="connsiteY3-28" fmla="*/ 6562 h 8452"/>
              <a:gd name="connsiteX4-29" fmla="*/ 0 w 10000"/>
              <a:gd name="connsiteY4-30" fmla="*/ 8452 h 8452"/>
              <a:gd name="connsiteX5-31" fmla="*/ 10000 w 10000"/>
              <a:gd name="connsiteY5-32" fmla="*/ 8452 h 8452"/>
              <a:gd name="connsiteX6-33" fmla="*/ 10000 w 10000"/>
              <a:gd name="connsiteY6-34" fmla="*/ 6417 h 8452"/>
              <a:gd name="connsiteX7-35" fmla="*/ 5984 w 10000"/>
              <a:gd name="connsiteY7-36" fmla="*/ 2853 h 8452"/>
              <a:gd name="connsiteX8-37" fmla="*/ 6773 w 10000"/>
              <a:gd name="connsiteY8-38" fmla="*/ 2853 h 8452"/>
              <a:gd name="connsiteX9-39" fmla="*/ 5000 w 10000"/>
              <a:gd name="connsiteY9-40" fmla="*/ 0 h 8452"/>
              <a:gd name="connsiteX0-41" fmla="*/ 5000 w 10000"/>
              <a:gd name="connsiteY0-42" fmla="*/ 0 h 10000"/>
              <a:gd name="connsiteX1-43" fmla="*/ 3189 w 10000"/>
              <a:gd name="connsiteY1-44" fmla="*/ 3376 h 10000"/>
              <a:gd name="connsiteX2-45" fmla="*/ 3976 w 10000"/>
              <a:gd name="connsiteY2-46" fmla="*/ 3376 h 10000"/>
              <a:gd name="connsiteX3-47" fmla="*/ 0 w 10000"/>
              <a:gd name="connsiteY3-48" fmla="*/ 7764 h 10000"/>
              <a:gd name="connsiteX4-49" fmla="*/ 0 w 10000"/>
              <a:gd name="connsiteY4-50" fmla="*/ 8750 h 10000"/>
              <a:gd name="connsiteX5-51" fmla="*/ 10000 w 10000"/>
              <a:gd name="connsiteY5-52" fmla="*/ 10000 h 10000"/>
              <a:gd name="connsiteX6-53" fmla="*/ 10000 w 10000"/>
              <a:gd name="connsiteY6-54" fmla="*/ 7592 h 10000"/>
              <a:gd name="connsiteX7-55" fmla="*/ 5984 w 10000"/>
              <a:gd name="connsiteY7-56" fmla="*/ 3376 h 10000"/>
              <a:gd name="connsiteX8-57" fmla="*/ 6773 w 10000"/>
              <a:gd name="connsiteY8-58" fmla="*/ 3376 h 10000"/>
              <a:gd name="connsiteX9-59" fmla="*/ 5000 w 10000"/>
              <a:gd name="connsiteY9-60" fmla="*/ 0 h 10000"/>
              <a:gd name="connsiteX0-61" fmla="*/ 5000 w 10000"/>
              <a:gd name="connsiteY0-62" fmla="*/ 0 h 8750"/>
              <a:gd name="connsiteX1-63" fmla="*/ 3189 w 10000"/>
              <a:gd name="connsiteY1-64" fmla="*/ 3376 h 8750"/>
              <a:gd name="connsiteX2-65" fmla="*/ 3976 w 10000"/>
              <a:gd name="connsiteY2-66" fmla="*/ 3376 h 8750"/>
              <a:gd name="connsiteX3-67" fmla="*/ 0 w 10000"/>
              <a:gd name="connsiteY3-68" fmla="*/ 7764 h 8750"/>
              <a:gd name="connsiteX4-69" fmla="*/ 0 w 10000"/>
              <a:gd name="connsiteY4-70" fmla="*/ 8750 h 8750"/>
              <a:gd name="connsiteX5-71" fmla="*/ 9992 w 10000"/>
              <a:gd name="connsiteY5-72" fmla="*/ 8750 h 8750"/>
              <a:gd name="connsiteX6-73" fmla="*/ 10000 w 10000"/>
              <a:gd name="connsiteY6-74" fmla="*/ 7592 h 8750"/>
              <a:gd name="connsiteX7-75" fmla="*/ 5984 w 10000"/>
              <a:gd name="connsiteY7-76" fmla="*/ 3376 h 8750"/>
              <a:gd name="connsiteX8-77" fmla="*/ 6773 w 10000"/>
              <a:gd name="connsiteY8-78" fmla="*/ 3376 h 8750"/>
              <a:gd name="connsiteX9-79" fmla="*/ 5000 w 10000"/>
              <a:gd name="connsiteY9-80" fmla="*/ 0 h 8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8750">
                <a:moveTo>
                  <a:pt x="5000" y="0"/>
                </a:moveTo>
                <a:lnTo>
                  <a:pt x="3189" y="3376"/>
                </a:lnTo>
                <a:lnTo>
                  <a:pt x="3976" y="3376"/>
                </a:lnTo>
                <a:cubicBezTo>
                  <a:pt x="3012" y="8477"/>
                  <a:pt x="0" y="7764"/>
                  <a:pt x="0" y="7764"/>
                </a:cubicBezTo>
                <a:lnTo>
                  <a:pt x="0" y="8750"/>
                </a:lnTo>
                <a:lnTo>
                  <a:pt x="9992" y="8750"/>
                </a:lnTo>
                <a:cubicBezTo>
                  <a:pt x="9995" y="8364"/>
                  <a:pt x="9997" y="7978"/>
                  <a:pt x="10000" y="7592"/>
                </a:cubicBezTo>
                <a:cubicBezTo>
                  <a:pt x="10000" y="7592"/>
                  <a:pt x="7436" y="8151"/>
                  <a:pt x="5984" y="3376"/>
                </a:cubicBezTo>
                <a:lnTo>
                  <a:pt x="6773" y="3376"/>
                </a:lnTo>
                <a:lnTo>
                  <a:pt x="5000" y="0"/>
                </a:lnTo>
                <a:close/>
              </a:path>
            </a:pathLst>
          </a:custGeom>
          <a:gradFill rotWithShape="1">
            <a:gsLst>
              <a:gs pos="0">
                <a:srgbClr val="C00000"/>
              </a:gs>
              <a:gs pos="44000">
                <a:srgbClr val="C00000"/>
              </a:gs>
              <a:gs pos="81000">
                <a:sysClr val="window" lastClr="FFFFFF">
                  <a:alpha val="0"/>
                </a:sysClr>
              </a:gs>
            </a:gsLst>
            <a:lin ang="5400000" scaled="1"/>
          </a:gradFill>
          <a:ln w="9525">
            <a:noFill/>
            <a:round/>
          </a:ln>
        </p:spPr>
        <p:txBody>
          <a:bodyPr wrap="none" lIns="162548" tIns="81273" rIns="162548" bIns="81273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8044180" y="1965325"/>
            <a:ext cx="3666490" cy="4526915"/>
          </a:xfrm>
          <a:prstGeom prst="roundRect">
            <a:avLst>
              <a:gd name="adj" fmla="val 7703"/>
            </a:avLst>
          </a:prstGeom>
          <a:noFill/>
          <a:ln w="1270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txBody>
          <a:bodyPr rtlCol="0" anchor="b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160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8235633" y="1805305"/>
            <a:ext cx="3283585" cy="29591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lvl="0" algn="ctr">
              <a:defRPr/>
            </a:pPr>
            <a:r>
              <a:rPr lang="zh-CN" altLang="en-US" noProof="0" dirty="0">
                <a:cs typeface="微软雅黑" panose="020B0502040204020203" charset="-122"/>
                <a:sym typeface="Arial" panose="020B0604020202090204" pitchFamily="34" charset="0"/>
              </a:rPr>
              <a:t>智能体成为算力需求新型“助推剂”</a:t>
            </a:r>
            <a:endParaRPr lang="zh-CN" altLang="en-US" noProof="0" dirty="0">
              <a:cs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00" name="矩形 199"/>
          <p:cNvSpPr/>
          <p:nvPr>
            <p:custDataLst>
              <p:tags r:id="rId27"/>
            </p:custDataLst>
          </p:nvPr>
        </p:nvSpPr>
        <p:spPr>
          <a:xfrm>
            <a:off x="8087360" y="2162810"/>
            <a:ext cx="3525520" cy="1029193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176530" lvl="0" indent="-17653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AI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Agent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在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2025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年引爆全球关注并迅速发展。近期出现了</a:t>
            </a:r>
            <a:r>
              <a:rPr lang="zh-CN" altLang="en-US" sz="120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仅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3999元（669美元）</a:t>
            </a:r>
            <a:r>
              <a:rPr lang="zh-CN" altLang="en-US" sz="120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即可购买家务全能型具身机器人，100%开源，能搞卫生、给植物浇水、照顾猫</a:t>
            </a:r>
            <a:r>
              <a:rPr lang="en-US" altLang="zh-CN" sz="120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lang="en-US" altLang="zh-CN" sz="120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203" name="文本框 202"/>
          <p:cNvSpPr txBox="1"/>
          <p:nvPr>
            <p:custDataLst>
              <p:tags r:id="rId28"/>
            </p:custDataLst>
          </p:nvPr>
        </p:nvSpPr>
        <p:spPr>
          <a:xfrm>
            <a:off x="8245214" y="4983893"/>
            <a:ext cx="1499870" cy="595630"/>
          </a:xfrm>
          <a:prstGeom prst="rect">
            <a:avLst/>
          </a:prstGeom>
        </p:spPr>
        <p:txBody>
          <a:bodyPr anchor="ctr" anchorCtr="0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900</a:t>
            </a:r>
            <a:r>
              <a:rPr lang="en-US" altLang="zh-CN" sz="1600" b="1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 </a:t>
            </a:r>
            <a:r>
              <a:rPr lang="en-US" altLang="zh-CN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Bn</a:t>
            </a:r>
            <a:endParaRPr lang="en-US" altLang="zh-CN" sz="1600" b="1">
              <a:solidFill>
                <a:srgbClr val="C00000"/>
              </a:solidFill>
              <a:latin typeface="Times New Roman Regular" panose="02020503050405090304" charset="0"/>
              <a:ea typeface="微软雅黑" panose="020B0502040204020203" charset="-122"/>
              <a:cs typeface="Times New Roman Regular" panose="0202050305040509030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全球</a:t>
            </a:r>
            <a:r>
              <a:rPr lang="en-US" altLang="zh-CN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AI</a:t>
            </a:r>
            <a:r>
              <a:rPr lang="zh-CN" altLang="en-US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智能体数量将达到</a:t>
            </a:r>
            <a:endParaRPr lang="zh-CN" altLang="en-US" sz="900" b="1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cxnSp>
        <p:nvCxnSpPr>
          <p:cNvPr id="204" name="直接箭头连接符 203"/>
          <p:cNvCxnSpPr/>
          <p:nvPr>
            <p:custDataLst>
              <p:tags r:id="rId29"/>
            </p:custDataLst>
          </p:nvPr>
        </p:nvCxnSpPr>
        <p:spPr>
          <a:xfrm flipH="1" flipV="1">
            <a:off x="9712064" y="4943253"/>
            <a:ext cx="3175" cy="676910"/>
          </a:xfrm>
          <a:prstGeom prst="straightConnector1">
            <a:avLst/>
          </a:prstGeom>
          <a:noFill/>
          <a:ln w="38100" cap="flat" cmpd="sng" algn="ctr">
            <a:gradFill>
              <a:gsLst>
                <a:gs pos="0">
                  <a:srgbClr val="4874CB">
                    <a:lumMod val="5000"/>
                    <a:lumOff val="95000"/>
                  </a:srgbClr>
                </a:gs>
                <a:gs pos="74000">
                  <a:srgbClr val="E54C5E">
                    <a:lumMod val="60000"/>
                    <a:lumOff val="40000"/>
                  </a:srgbClr>
                </a:gs>
                <a:gs pos="83000">
                  <a:srgbClr val="E54C5E">
                    <a:lumMod val="60000"/>
                    <a:lumOff val="40000"/>
                  </a:srgbClr>
                </a:gs>
                <a:gs pos="100000">
                  <a:srgbClr val="E54C5E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205" name="文本框 204"/>
          <p:cNvSpPr txBox="1"/>
          <p:nvPr>
            <p:custDataLst>
              <p:tags r:id="rId30"/>
            </p:custDataLst>
          </p:nvPr>
        </p:nvSpPr>
        <p:spPr>
          <a:xfrm>
            <a:off x="9885530" y="4983893"/>
            <a:ext cx="1499870" cy="595630"/>
          </a:xfrm>
          <a:prstGeom prst="rect">
            <a:avLst/>
          </a:prstGeom>
        </p:spPr>
        <p:txBody>
          <a:bodyPr anchor="ctr" anchorCtr="0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10</a:t>
            </a:r>
            <a:r>
              <a:rPr lang="zh-CN" altLang="en-US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万</a:t>
            </a:r>
            <a:r>
              <a:rPr lang="en-US" altLang="zh-CN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 </a:t>
            </a:r>
            <a:r>
              <a:rPr lang="zh-CN" altLang="en-US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倍</a:t>
            </a:r>
            <a:endParaRPr lang="en-US" altLang="zh-CN" sz="1600" b="1">
              <a:solidFill>
                <a:srgbClr val="C00000"/>
              </a:solidFill>
              <a:latin typeface="Times New Roman Regular" panose="02020503050405090304" charset="0"/>
              <a:ea typeface="微软雅黑" panose="020B0502040204020203" charset="-122"/>
              <a:cs typeface="Times New Roman Regular" panose="0202050305040509030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全社会算力需求提升</a:t>
            </a:r>
            <a:endParaRPr lang="zh-CN" altLang="en-US" sz="900" b="1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cxnSp>
        <p:nvCxnSpPr>
          <p:cNvPr id="206" name="直接箭头连接符 205"/>
          <p:cNvCxnSpPr/>
          <p:nvPr>
            <p:custDataLst>
              <p:tags r:id="rId31"/>
            </p:custDataLst>
          </p:nvPr>
        </p:nvCxnSpPr>
        <p:spPr>
          <a:xfrm flipH="1" flipV="1">
            <a:off x="11352380" y="4943253"/>
            <a:ext cx="3175" cy="676910"/>
          </a:xfrm>
          <a:prstGeom prst="straightConnector1">
            <a:avLst/>
          </a:prstGeom>
          <a:noFill/>
          <a:ln w="38100" cap="flat" cmpd="sng" algn="ctr">
            <a:gradFill>
              <a:gsLst>
                <a:gs pos="0">
                  <a:srgbClr val="4874CB">
                    <a:lumMod val="5000"/>
                    <a:lumOff val="95000"/>
                  </a:srgbClr>
                </a:gs>
                <a:gs pos="74000">
                  <a:srgbClr val="E54C5E">
                    <a:lumMod val="60000"/>
                    <a:lumOff val="40000"/>
                  </a:srgbClr>
                </a:gs>
                <a:gs pos="83000">
                  <a:srgbClr val="E54C5E">
                    <a:lumMod val="60000"/>
                    <a:lumOff val="40000"/>
                  </a:srgbClr>
                </a:gs>
                <a:gs pos="100000">
                  <a:srgbClr val="E54C5E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207" name="文本框 206"/>
          <p:cNvSpPr txBox="1"/>
          <p:nvPr>
            <p:custDataLst>
              <p:tags r:id="rId32"/>
            </p:custDataLst>
          </p:nvPr>
        </p:nvSpPr>
        <p:spPr>
          <a:xfrm>
            <a:off x="8267439" y="5790978"/>
            <a:ext cx="1499870" cy="595630"/>
          </a:xfrm>
          <a:prstGeom prst="rect">
            <a:avLst/>
          </a:prstGeom>
        </p:spPr>
        <p:txBody>
          <a:bodyPr anchor="ctr" anchorCtr="0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500</a:t>
            </a:r>
            <a:r>
              <a:rPr lang="en-US" altLang="zh-CN" sz="1600" b="1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 </a:t>
            </a:r>
            <a:r>
              <a:rPr lang="zh-CN" altLang="en-US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倍</a:t>
            </a:r>
            <a:endParaRPr lang="zh-CN" altLang="en-US" sz="1600" b="1">
              <a:solidFill>
                <a:srgbClr val="C00000"/>
              </a:solidFill>
              <a:latin typeface="Times New Roman Regular" panose="02020503050405090304" charset="0"/>
              <a:ea typeface="微软雅黑" panose="020B0502040204020203" charset="-122"/>
              <a:cs typeface="Times New Roman Regular" panose="0202050305040509030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AI</a:t>
            </a:r>
            <a:r>
              <a:rPr lang="zh-CN" altLang="en-US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存储容量提升</a:t>
            </a:r>
            <a:endParaRPr lang="zh-CN" altLang="en-US" sz="900" b="1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cxnSp>
        <p:nvCxnSpPr>
          <p:cNvPr id="208" name="直接箭头连接符 207"/>
          <p:cNvCxnSpPr/>
          <p:nvPr>
            <p:custDataLst>
              <p:tags r:id="rId33"/>
            </p:custDataLst>
          </p:nvPr>
        </p:nvCxnSpPr>
        <p:spPr>
          <a:xfrm flipH="1" flipV="1">
            <a:off x="9734289" y="5750338"/>
            <a:ext cx="3175" cy="676910"/>
          </a:xfrm>
          <a:prstGeom prst="straightConnector1">
            <a:avLst/>
          </a:prstGeom>
          <a:noFill/>
          <a:ln w="38100" cap="flat" cmpd="sng" algn="ctr">
            <a:gradFill>
              <a:gsLst>
                <a:gs pos="0">
                  <a:srgbClr val="4874CB">
                    <a:lumMod val="5000"/>
                    <a:lumOff val="95000"/>
                  </a:srgbClr>
                </a:gs>
                <a:gs pos="74000">
                  <a:srgbClr val="E54C5E">
                    <a:lumMod val="60000"/>
                    <a:lumOff val="40000"/>
                  </a:srgbClr>
                </a:gs>
                <a:gs pos="83000">
                  <a:srgbClr val="E54C5E">
                    <a:lumMod val="60000"/>
                    <a:lumOff val="40000"/>
                  </a:srgbClr>
                </a:gs>
                <a:gs pos="100000">
                  <a:srgbClr val="E54C5E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209" name="文本框 208"/>
          <p:cNvSpPr txBox="1"/>
          <p:nvPr>
            <p:custDataLst>
              <p:tags r:id="rId34"/>
            </p:custDataLst>
          </p:nvPr>
        </p:nvSpPr>
        <p:spPr>
          <a:xfrm>
            <a:off x="9907755" y="5790978"/>
            <a:ext cx="1499870" cy="595630"/>
          </a:xfrm>
          <a:prstGeom prst="rect">
            <a:avLst/>
          </a:prstGeom>
        </p:spPr>
        <p:txBody>
          <a:bodyPr anchor="ctr" anchorCtr="0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100 </a:t>
            </a:r>
            <a:r>
              <a:rPr lang="zh-CN" altLang="en-US" sz="1600" b="1">
                <a:solidFill>
                  <a:srgbClr val="C00000"/>
                </a:solidFill>
                <a:latin typeface="Times New Roman Regular" panose="02020503050405090304" charset="0"/>
                <a:ea typeface="微软雅黑" panose="020B0502040204020203" charset="-122"/>
                <a:cs typeface="Times New Roman Regular" panose="02020503050405090304" charset="0"/>
              </a:rPr>
              <a:t>倍</a:t>
            </a:r>
            <a:endParaRPr lang="en-US" altLang="zh-CN" sz="1600" b="1">
              <a:solidFill>
                <a:srgbClr val="C00000"/>
              </a:solidFill>
              <a:latin typeface="Times New Roman Regular" panose="02020503050405090304" charset="0"/>
              <a:ea typeface="微软雅黑" panose="020B0502040204020203" charset="-122"/>
              <a:cs typeface="Times New Roman Regular" panose="0202050305040509030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900" b="1">
                <a:solidFill>
                  <a:sysClr val="windowText" lastClr="0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通信联连数量提升</a:t>
            </a:r>
            <a:endParaRPr lang="zh-CN" altLang="en-US" sz="900" b="1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cxnSp>
        <p:nvCxnSpPr>
          <p:cNvPr id="210" name="直接箭头连接符 209"/>
          <p:cNvCxnSpPr/>
          <p:nvPr>
            <p:custDataLst>
              <p:tags r:id="rId35"/>
            </p:custDataLst>
          </p:nvPr>
        </p:nvCxnSpPr>
        <p:spPr>
          <a:xfrm flipH="1" flipV="1">
            <a:off x="11374605" y="5750338"/>
            <a:ext cx="3175" cy="676910"/>
          </a:xfrm>
          <a:prstGeom prst="straightConnector1">
            <a:avLst/>
          </a:prstGeom>
          <a:noFill/>
          <a:ln w="38100" cap="flat" cmpd="sng" algn="ctr">
            <a:gradFill>
              <a:gsLst>
                <a:gs pos="0">
                  <a:srgbClr val="4874CB">
                    <a:lumMod val="5000"/>
                    <a:lumOff val="95000"/>
                  </a:srgbClr>
                </a:gs>
                <a:gs pos="74000">
                  <a:srgbClr val="E54C5E">
                    <a:lumMod val="60000"/>
                    <a:lumOff val="40000"/>
                  </a:srgbClr>
                </a:gs>
                <a:gs pos="83000">
                  <a:srgbClr val="E54C5E">
                    <a:lumMod val="60000"/>
                    <a:lumOff val="40000"/>
                  </a:srgbClr>
                </a:gs>
                <a:gs pos="100000">
                  <a:srgbClr val="E54C5E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  <a:headEnd type="none"/>
            <a:tailEnd type="triangle" w="med" len="med"/>
          </a:ln>
          <a:effectLst/>
        </p:spPr>
      </p:cxnSp>
      <p:sp>
        <p:nvSpPr>
          <p:cNvPr id="211" name="Freeform 37"/>
          <p:cNvSpPr/>
          <p:nvPr>
            <p:custDataLst>
              <p:tags r:id="rId36"/>
            </p:custDataLst>
          </p:nvPr>
        </p:nvSpPr>
        <p:spPr bwMode="auto">
          <a:xfrm rot="16200000" flipV="1">
            <a:off x="6543040" y="3939858"/>
            <a:ext cx="2722245" cy="474345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  <a:gd name="connsiteX0" fmla="*/ 5000 w 10000"/>
              <a:gd name="connsiteY0" fmla="*/ 0 h 10000"/>
              <a:gd name="connsiteX1" fmla="*/ 3189 w 10000"/>
              <a:gd name="connsiteY1" fmla="*/ 2129 h 10000"/>
              <a:gd name="connsiteX2" fmla="*/ 3976 w 10000"/>
              <a:gd name="connsiteY2" fmla="*/ 2129 h 10000"/>
              <a:gd name="connsiteX3" fmla="*/ 0 w 10000"/>
              <a:gd name="connsiteY3" fmla="*/ 4897 h 10000"/>
              <a:gd name="connsiteX4" fmla="*/ 0 w 10000"/>
              <a:gd name="connsiteY4" fmla="*/ 7463 h 10000"/>
              <a:gd name="connsiteX5" fmla="*/ 10000 w 10000"/>
              <a:gd name="connsiteY5" fmla="*/ 10000 h 10000"/>
              <a:gd name="connsiteX6" fmla="*/ 10000 w 10000"/>
              <a:gd name="connsiteY6" fmla="*/ 4789 h 10000"/>
              <a:gd name="connsiteX7" fmla="*/ 5984 w 10000"/>
              <a:gd name="connsiteY7" fmla="*/ 2129 h 10000"/>
              <a:gd name="connsiteX8" fmla="*/ 6773 w 10000"/>
              <a:gd name="connsiteY8" fmla="*/ 2129 h 10000"/>
              <a:gd name="connsiteX9" fmla="*/ 5000 w 10000"/>
              <a:gd name="connsiteY9" fmla="*/ 0 h 10000"/>
              <a:gd name="connsiteX0-1" fmla="*/ 5000 w 10000"/>
              <a:gd name="connsiteY0-2" fmla="*/ 0 h 7463"/>
              <a:gd name="connsiteX1-3" fmla="*/ 3189 w 10000"/>
              <a:gd name="connsiteY1-4" fmla="*/ 2129 h 7463"/>
              <a:gd name="connsiteX2-5" fmla="*/ 3976 w 10000"/>
              <a:gd name="connsiteY2-6" fmla="*/ 2129 h 7463"/>
              <a:gd name="connsiteX3-7" fmla="*/ 0 w 10000"/>
              <a:gd name="connsiteY3-8" fmla="*/ 4897 h 7463"/>
              <a:gd name="connsiteX4-9" fmla="*/ 0 w 10000"/>
              <a:gd name="connsiteY4-10" fmla="*/ 7463 h 7463"/>
              <a:gd name="connsiteX5-11" fmla="*/ 10000 w 10000"/>
              <a:gd name="connsiteY5-12" fmla="*/ 6308 h 7463"/>
              <a:gd name="connsiteX6-13" fmla="*/ 10000 w 10000"/>
              <a:gd name="connsiteY6-14" fmla="*/ 4789 h 7463"/>
              <a:gd name="connsiteX7-15" fmla="*/ 5984 w 10000"/>
              <a:gd name="connsiteY7-16" fmla="*/ 2129 h 7463"/>
              <a:gd name="connsiteX8-17" fmla="*/ 6773 w 10000"/>
              <a:gd name="connsiteY8-18" fmla="*/ 2129 h 7463"/>
              <a:gd name="connsiteX9-19" fmla="*/ 5000 w 10000"/>
              <a:gd name="connsiteY9-20" fmla="*/ 0 h 7463"/>
              <a:gd name="connsiteX0-21" fmla="*/ 5000 w 10000"/>
              <a:gd name="connsiteY0-22" fmla="*/ 0 h 8452"/>
              <a:gd name="connsiteX1-23" fmla="*/ 3189 w 10000"/>
              <a:gd name="connsiteY1-24" fmla="*/ 2853 h 8452"/>
              <a:gd name="connsiteX2-25" fmla="*/ 3976 w 10000"/>
              <a:gd name="connsiteY2-26" fmla="*/ 2853 h 8452"/>
              <a:gd name="connsiteX3-27" fmla="*/ 0 w 10000"/>
              <a:gd name="connsiteY3-28" fmla="*/ 6562 h 8452"/>
              <a:gd name="connsiteX4-29" fmla="*/ 0 w 10000"/>
              <a:gd name="connsiteY4-30" fmla="*/ 8452 h 8452"/>
              <a:gd name="connsiteX5-31" fmla="*/ 10000 w 10000"/>
              <a:gd name="connsiteY5-32" fmla="*/ 8452 h 8452"/>
              <a:gd name="connsiteX6-33" fmla="*/ 10000 w 10000"/>
              <a:gd name="connsiteY6-34" fmla="*/ 6417 h 8452"/>
              <a:gd name="connsiteX7-35" fmla="*/ 5984 w 10000"/>
              <a:gd name="connsiteY7-36" fmla="*/ 2853 h 8452"/>
              <a:gd name="connsiteX8-37" fmla="*/ 6773 w 10000"/>
              <a:gd name="connsiteY8-38" fmla="*/ 2853 h 8452"/>
              <a:gd name="connsiteX9-39" fmla="*/ 5000 w 10000"/>
              <a:gd name="connsiteY9-40" fmla="*/ 0 h 8452"/>
              <a:gd name="connsiteX0-41" fmla="*/ 5000 w 10000"/>
              <a:gd name="connsiteY0-42" fmla="*/ 0 h 10000"/>
              <a:gd name="connsiteX1-43" fmla="*/ 3189 w 10000"/>
              <a:gd name="connsiteY1-44" fmla="*/ 3376 h 10000"/>
              <a:gd name="connsiteX2-45" fmla="*/ 3976 w 10000"/>
              <a:gd name="connsiteY2-46" fmla="*/ 3376 h 10000"/>
              <a:gd name="connsiteX3-47" fmla="*/ 0 w 10000"/>
              <a:gd name="connsiteY3-48" fmla="*/ 7764 h 10000"/>
              <a:gd name="connsiteX4-49" fmla="*/ 0 w 10000"/>
              <a:gd name="connsiteY4-50" fmla="*/ 8750 h 10000"/>
              <a:gd name="connsiteX5-51" fmla="*/ 10000 w 10000"/>
              <a:gd name="connsiteY5-52" fmla="*/ 10000 h 10000"/>
              <a:gd name="connsiteX6-53" fmla="*/ 10000 w 10000"/>
              <a:gd name="connsiteY6-54" fmla="*/ 7592 h 10000"/>
              <a:gd name="connsiteX7-55" fmla="*/ 5984 w 10000"/>
              <a:gd name="connsiteY7-56" fmla="*/ 3376 h 10000"/>
              <a:gd name="connsiteX8-57" fmla="*/ 6773 w 10000"/>
              <a:gd name="connsiteY8-58" fmla="*/ 3376 h 10000"/>
              <a:gd name="connsiteX9-59" fmla="*/ 5000 w 10000"/>
              <a:gd name="connsiteY9-60" fmla="*/ 0 h 10000"/>
              <a:gd name="connsiteX0-61" fmla="*/ 5000 w 10000"/>
              <a:gd name="connsiteY0-62" fmla="*/ 0 h 8750"/>
              <a:gd name="connsiteX1-63" fmla="*/ 3189 w 10000"/>
              <a:gd name="connsiteY1-64" fmla="*/ 3376 h 8750"/>
              <a:gd name="connsiteX2-65" fmla="*/ 3976 w 10000"/>
              <a:gd name="connsiteY2-66" fmla="*/ 3376 h 8750"/>
              <a:gd name="connsiteX3-67" fmla="*/ 0 w 10000"/>
              <a:gd name="connsiteY3-68" fmla="*/ 7764 h 8750"/>
              <a:gd name="connsiteX4-69" fmla="*/ 0 w 10000"/>
              <a:gd name="connsiteY4-70" fmla="*/ 8750 h 8750"/>
              <a:gd name="connsiteX5-71" fmla="*/ 9992 w 10000"/>
              <a:gd name="connsiteY5-72" fmla="*/ 8750 h 8750"/>
              <a:gd name="connsiteX6-73" fmla="*/ 10000 w 10000"/>
              <a:gd name="connsiteY6-74" fmla="*/ 7592 h 8750"/>
              <a:gd name="connsiteX7-75" fmla="*/ 5984 w 10000"/>
              <a:gd name="connsiteY7-76" fmla="*/ 3376 h 8750"/>
              <a:gd name="connsiteX8-77" fmla="*/ 6773 w 10000"/>
              <a:gd name="connsiteY8-78" fmla="*/ 3376 h 8750"/>
              <a:gd name="connsiteX9-79" fmla="*/ 5000 w 10000"/>
              <a:gd name="connsiteY9-80" fmla="*/ 0 h 8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8750">
                <a:moveTo>
                  <a:pt x="5000" y="0"/>
                </a:moveTo>
                <a:lnTo>
                  <a:pt x="3189" y="3376"/>
                </a:lnTo>
                <a:lnTo>
                  <a:pt x="3976" y="3376"/>
                </a:lnTo>
                <a:cubicBezTo>
                  <a:pt x="3012" y="8477"/>
                  <a:pt x="0" y="7764"/>
                  <a:pt x="0" y="7764"/>
                </a:cubicBezTo>
                <a:lnTo>
                  <a:pt x="0" y="8750"/>
                </a:lnTo>
                <a:lnTo>
                  <a:pt x="9992" y="8750"/>
                </a:lnTo>
                <a:cubicBezTo>
                  <a:pt x="9995" y="8364"/>
                  <a:pt x="9997" y="7978"/>
                  <a:pt x="10000" y="7592"/>
                </a:cubicBezTo>
                <a:cubicBezTo>
                  <a:pt x="10000" y="7592"/>
                  <a:pt x="7436" y="8151"/>
                  <a:pt x="5984" y="3376"/>
                </a:cubicBezTo>
                <a:lnTo>
                  <a:pt x="6773" y="3376"/>
                </a:lnTo>
                <a:lnTo>
                  <a:pt x="5000" y="0"/>
                </a:lnTo>
                <a:close/>
              </a:path>
            </a:pathLst>
          </a:custGeom>
          <a:gradFill rotWithShape="1">
            <a:gsLst>
              <a:gs pos="0">
                <a:srgbClr val="C00000"/>
              </a:gs>
              <a:gs pos="44000">
                <a:srgbClr val="C00000"/>
              </a:gs>
              <a:gs pos="82000">
                <a:sysClr val="window" lastClr="FFFFFF">
                  <a:alpha val="0"/>
                </a:sysClr>
              </a:gs>
            </a:gsLst>
            <a:lin ang="5400000" scaled="1"/>
          </a:gradFill>
          <a:ln w="9525">
            <a:noFill/>
            <a:round/>
          </a:ln>
        </p:spPr>
        <p:txBody>
          <a:bodyPr wrap="none" lIns="162548" tIns="81273" rIns="162548" bIns="81273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pic>
        <p:nvPicPr>
          <p:cNvPr id="213" name="图片 212" descr="4b25d2a4-1ef3-40cd-b477-3990d39b75ac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67700" y="3169920"/>
            <a:ext cx="3175000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 </a:t>
            </a:r>
            <a:r>
              <a:rPr lang="en-US" altLang="zh-CN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</a:t>
            </a:r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.</a:t>
            </a:r>
            <a:r>
              <a:rPr lang="en-US" altLang="zh-CN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4 </a:t>
            </a:r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智能体算力提出差异化、多层级要求</a:t>
            </a:r>
            <a:endParaRPr noProof="0" dirty="0">
              <a:ln w="6350"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4660" y="857885"/>
            <a:ext cx="11345545" cy="92202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智能体本质上是由大模型推理驱动的自主决策系统，运行高度依赖算力底座。随着智能体业务需求持续升级，对算力的类型、部署区位、供给规模提出多层次、多元化的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需求。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763905" y="2110740"/>
            <a:ext cx="5393690" cy="4196080"/>
          </a:xfrm>
          <a:prstGeom prst="rect">
            <a:avLst/>
          </a:prstGeom>
          <a:noFill/>
          <a:ln>
            <a:solidFill>
              <a:schemeClr val="bg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indent="0" algn="ctr" fontAlgn="auto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None/>
            </a:pP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智能体业务打破了传统单一算力模式，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需要异构多元算力</a:t>
            </a:r>
            <a:endParaRPr lang="zh-CN" altLang="en-US" sz="1600" b="1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异构算力</a:t>
            </a:r>
            <a:r>
              <a:rPr lang="zh-CN" altLang="en-US" sz="1600" b="1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</a:rPr>
              <a:t>成为推理优化的核心</a:t>
            </a:r>
            <a:endParaRPr lang="zh-CN" altLang="en-US" sz="1600" b="1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</a:endParaRPr>
          </a:p>
          <a:p>
            <a:pPr marL="215900" indent="0" algn="just" fontAlgn="auto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PD分离可有效提推理效率，Prefll计算密集配大算力GPU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Decode访存密集配高带宽芯片</a:t>
            </a:r>
            <a:endParaRPr lang="zh-CN" altLang="en-US" sz="1400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"/>
            </a:pPr>
            <a:r>
              <a:rPr lang="zh-CN" altLang="en-US" sz="1600" b="1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</a:rPr>
              <a:t>“</a:t>
            </a:r>
            <a:r>
              <a:rPr lang="en-US" altLang="zh-CN" sz="1600" b="1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</a:rPr>
              <a:t>GPU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独大“到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多元算力协同</a:t>
            </a:r>
            <a:endParaRPr lang="zh-CN" altLang="en-US" sz="1400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5761355" y="-1129030"/>
            <a:ext cx="5396230" cy="453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 typeface="Wingdings" panose="05000000000000000000" charset="0"/>
            </a:pPr>
            <a:endParaRPr lang="zh-CN" altLang="en-US" sz="1600" b="1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454775" y="2332355"/>
            <a:ext cx="5396230" cy="849630"/>
          </a:xfrm>
          <a:prstGeom prst="rect">
            <a:avLst/>
          </a:prstGeom>
        </p:spPr>
        <p:txBody>
          <a:bodyPr>
            <a:noAutofit/>
          </a:bodyPr>
          <a:p>
            <a:pPr indent="0" algn="ctr" fontAlgn="auto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charset="0"/>
            </a:pP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智能体算力需求从单芯片到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百万卡级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存在数万倍规模跨度</a:t>
            </a:r>
            <a:r>
              <a:rPr lang="zh-CN" altLang="en-US" sz="1600" b="1" i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加速推进算力向端边云多级</a:t>
            </a:r>
            <a:r>
              <a:rPr lang="zh-CN" altLang="en-US" sz="1600" b="1" i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分布模式演进</a:t>
            </a:r>
            <a:endParaRPr lang="zh-CN" altLang="en-US" sz="1600" b="1" i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400" dirty="0"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483350" y="3262630"/>
            <a:ext cx="5196840" cy="139636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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</a:rPr>
              <a:t>智能体业务需要</a:t>
            </a:r>
            <a:r>
              <a:rPr lang="zh-CN" altLang="en-US" sz="1600" b="1" i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多规格、差异化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</a:rPr>
              <a:t>的算力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</a:rPr>
              <a:t>支撑</a:t>
            </a:r>
            <a:endParaRPr lang="zh-CN" altLang="en-US" sz="1600" b="1" i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</a:endParaRPr>
          </a:p>
          <a:p>
            <a:pPr marL="215900" indent="0" algn="just" fontAlgn="auto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智能体业务跨越的训练与推理</a:t>
            </a:r>
            <a:r>
              <a:rPr lang="en-US" altLang="zh-CN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</a:t>
            </a:r>
            <a:r>
              <a:rPr lang="zh-CN" altLang="en-US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训练集群达十万卡规模，区域级千卡集群服务行业推理应用</a:t>
            </a:r>
            <a:r>
              <a:rPr lang="en-US" altLang="zh-CN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</a:t>
            </a:r>
            <a:r>
              <a:rPr lang="zh-CN" altLang="en-US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终端侧单颗</a:t>
            </a:r>
            <a:r>
              <a:rPr lang="en-US" altLang="zh-CN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NPU</a:t>
            </a:r>
            <a:r>
              <a:rPr lang="zh-CN" altLang="en-US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即可承载轻量级交互</a:t>
            </a:r>
            <a:r>
              <a:rPr lang="en-US" altLang="zh-CN" sz="1400" i="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。</a:t>
            </a:r>
            <a:endParaRPr lang="zh-CN" altLang="en-US" sz="1600" b="1" i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712" y="4859770"/>
            <a:ext cx="5138661" cy="1255133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799809" y="6107098"/>
            <a:ext cx="513866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00" i="1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Ref</a:t>
            </a:r>
            <a:r>
              <a:rPr kumimoji="1" lang="zh-CN" altLang="en-US" sz="700" i="1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：佐治亚理工学院，英特尔</a:t>
            </a:r>
            <a:r>
              <a:rPr kumimoji="1" lang="en-US" altLang="zh-CN" sz="700" i="1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.</a:t>
            </a:r>
            <a:r>
              <a:rPr kumimoji="1" lang="zh-CN" altLang="en-US" sz="700" i="1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 </a:t>
            </a:r>
            <a:r>
              <a:rPr kumimoji="1" lang="en-GB" altLang="zh-CN" sz="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Towards Understanding, Analyzing, and Optimizing</a:t>
            </a:r>
            <a:r>
              <a:rPr kumimoji="1" lang="zh-CN" altLang="en-US" sz="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kumimoji="1" lang="en-GB" altLang="zh-CN" sz="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Agentic AI Execution: A CPU-Centric Perspective</a:t>
            </a:r>
            <a:endParaRPr kumimoji="1" lang="zh-CN" altLang="en-US" sz="7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75970" y="4175125"/>
            <a:ext cx="5260975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在多种智能体工作负载中，</a:t>
            </a:r>
            <a:r>
              <a:rPr kumimoji="1"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 CPU</a:t>
            </a: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执行工具调用的时延占端到端时延的比例达到</a:t>
            </a:r>
            <a:r>
              <a:rPr kumimoji="1"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70%</a:t>
            </a: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以上，且高性能</a:t>
            </a:r>
            <a:r>
              <a:rPr kumimoji="1"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GPU</a:t>
            </a: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系统将瓶颈转移至</a:t>
            </a:r>
            <a:r>
              <a:rPr kumimoji="1"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CPU</a:t>
            </a: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。</a:t>
            </a:r>
            <a:endParaRPr kumimoji="1"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3350" y="4709795"/>
            <a:ext cx="5260340" cy="1430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"/>
            </a:pPr>
            <a:r>
              <a:rPr lang="zh-CN" altLang="en-US" sz="1600" b="1">
                <a:latin typeface="微软雅黑" panose="020B0502040204020203" charset="-122"/>
                <a:ea typeface="微软雅黑" panose="020B0502040204020203" charset="-122"/>
                <a:sym typeface="+mn-ea"/>
              </a:rPr>
              <a:t>智能体业务需要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多级算力</a:t>
            </a:r>
            <a:r>
              <a:rPr lang="zh-CN" altLang="en-US" sz="1600" b="1">
                <a:latin typeface="微软雅黑" panose="020B0502040204020203" charset="-122"/>
                <a:ea typeface="微软雅黑" panose="020B0502040204020203" charset="-122"/>
                <a:sym typeface="+mn-ea"/>
              </a:rPr>
              <a:t>协同保障</a:t>
            </a:r>
            <a:endParaRPr lang="zh-CN" altLang="en-US" sz="1600" b="1">
              <a:latin typeface="微软雅黑" panose="020B0502040204020203" charset="-122"/>
              <a:ea typeface="微软雅黑" panose="020B0502040204020203" charset="-122"/>
            </a:endParaRPr>
          </a:p>
          <a:p>
            <a:pPr marL="215900" indent="0" algn="l" fontAlgn="auto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例如具身智能场景下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终端算力负责感知处理实时数据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保障业务时延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边缘算力负责模型微调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数据处理等任务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此类云边协同承载模式保障智能体全业务流程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lang="zh-CN" altLang="en-US" sz="1400" dirty="0"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7"/>
            </p:custDataLst>
          </p:nvPr>
        </p:nvSpPr>
        <p:spPr>
          <a:xfrm>
            <a:off x="763905" y="1978660"/>
            <a:ext cx="5393055" cy="4397375"/>
          </a:xfrm>
          <a:prstGeom prst="roundRect">
            <a:avLst>
              <a:gd name="adj" fmla="val 3537"/>
            </a:avLst>
          </a:prstGeom>
          <a:noFill/>
          <a:ln w="1270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txBody>
          <a:bodyPr rtlCol="0" anchor="b">
            <a:noAutofit/>
          </a:bodyPr>
          <a:lstStyle/>
          <a:p>
            <a:pPr marL="285750" lvl="0" indent="-28575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n"/>
            </a:pPr>
            <a:endParaRPr lang="zh-CN" altLang="en-US" sz="160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8"/>
            </p:custDataLst>
          </p:nvPr>
        </p:nvSpPr>
        <p:spPr>
          <a:xfrm>
            <a:off x="1951990" y="1733550"/>
            <a:ext cx="2903855" cy="453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 typeface="Wingdings" panose="05000000000000000000" charset="0"/>
            </a:pP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算力类型差异化</a:t>
            </a:r>
            <a:endParaRPr lang="zh-CN" altLang="en-US" sz="1600" b="1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6344285" y="1997075"/>
            <a:ext cx="5393055" cy="4397375"/>
          </a:xfrm>
          <a:prstGeom prst="roundRect">
            <a:avLst>
              <a:gd name="adj" fmla="val 3537"/>
            </a:avLst>
          </a:prstGeom>
          <a:noFill/>
          <a:ln w="1270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txBody>
          <a:bodyPr rtlCol="0" anchor="b">
            <a:noAutofit/>
          </a:bodyPr>
          <a:lstStyle/>
          <a:p>
            <a:pPr marL="285750" lvl="0" indent="-28575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n"/>
            </a:pPr>
            <a:endParaRPr lang="zh-CN" altLang="en-US" sz="160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7607935" y="1765935"/>
            <a:ext cx="2903855" cy="453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 typeface="Wingdings" panose="05000000000000000000" charset="0"/>
            </a:pPr>
            <a:r>
              <a:rPr lang="zh-CN" altLang="en-US" sz="1600" b="1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算力部署多层化</a:t>
            </a:r>
            <a:endParaRPr lang="zh-CN" altLang="en-US" sz="1600" b="1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1.5</a:t>
            </a:r>
            <a:r>
              <a:rPr noProof="0" dirty="0">
                <a:ln w="6350"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rPr>
              <a:t> 智能体业务需求重塑网络，推动网络质变</a:t>
            </a:r>
            <a:endParaRPr lang="zh-CN" altLang="en-US" noProof="0" dirty="0">
              <a:ln w="6350"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5010" y="896875"/>
            <a:ext cx="1072705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智能体的通信模式与人的通信模式差异巨大，导致网络架构、功能性能要求发生变化，且对云网运维提出新挑战</a:t>
            </a:r>
            <a:endParaRPr kumimoji="0" lang="zh-CN" altLang="en-US" sz="2000" b="1" i="0" u="none" strike="noStrike" kern="1200" cap="none" spc="0" normalizeH="0" baseline="0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59815" y="2343785"/>
            <a:ext cx="2927350" cy="1473835"/>
            <a:chOff x="10500" y="7225"/>
            <a:chExt cx="3089" cy="2072"/>
          </a:xfrm>
        </p:grpSpPr>
        <p:sp>
          <p:nvSpPr>
            <p:cNvPr id="9" name="椭圆 8"/>
            <p:cNvSpPr/>
            <p:nvPr/>
          </p:nvSpPr>
          <p:spPr>
            <a:xfrm>
              <a:off x="10500" y="7225"/>
              <a:ext cx="3089" cy="2072"/>
            </a:xfrm>
            <a:prstGeom prst="ellipse">
              <a:avLst/>
            </a:prstGeom>
            <a:gradFill flip="none" rotWithShape="1">
              <a:gsLst>
                <a:gs pos="55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3716" cap="flat" cmpd="sng" algn="ctr">
              <a:gradFill flip="none" rotWithShape="1">
                <a:gsLst>
                  <a:gs pos="100000">
                    <a:srgbClr val="30C0B4">
                      <a:lumMod val="20000"/>
                      <a:lumOff val="80000"/>
                      <a:alpha val="100000"/>
                    </a:srgbClr>
                  </a:gs>
                  <a:gs pos="31000">
                    <a:schemeClr val="accent1">
                      <a:alpha val="38000"/>
                    </a:schemeClr>
                  </a:gs>
                </a:gsLst>
                <a:lin ang="0" scaled="1"/>
                <a:tileRect/>
              </a:gradFill>
              <a:prstDash val="dash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pic>
          <p:nvPicPr>
            <p:cNvPr id="11" name="图片 60" descr="Internet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00" y="8047"/>
              <a:ext cx="562" cy="46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b="39933"/>
            <a:stretch>
              <a:fillRect/>
            </a:stretch>
          </p:blipFill>
          <p:spPr>
            <a:xfrm>
              <a:off x="12782" y="7695"/>
              <a:ext cx="540" cy="48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rcRect b="39933"/>
            <a:stretch>
              <a:fillRect/>
            </a:stretch>
          </p:blipFill>
          <p:spPr>
            <a:xfrm>
              <a:off x="11826" y="8710"/>
              <a:ext cx="537" cy="459"/>
            </a:xfrm>
            <a:prstGeom prst="rect">
              <a:avLst/>
            </a:prstGeom>
          </p:spPr>
        </p:pic>
        <p:cxnSp>
          <p:nvCxnSpPr>
            <p:cNvPr id="15" name="直接连接符 67"/>
            <p:cNvCxnSpPr/>
            <p:nvPr/>
          </p:nvCxnSpPr>
          <p:spPr>
            <a:xfrm flipH="1">
              <a:off x="11155" y="7582"/>
              <a:ext cx="888" cy="35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rcRect b="39933"/>
            <a:stretch>
              <a:fillRect/>
            </a:stretch>
          </p:blipFill>
          <p:spPr>
            <a:xfrm>
              <a:off x="10765" y="7720"/>
              <a:ext cx="552" cy="461"/>
            </a:xfrm>
            <a:prstGeom prst="rect">
              <a:avLst/>
            </a:prstGeom>
          </p:spPr>
        </p:pic>
        <p:cxnSp>
          <p:nvCxnSpPr>
            <p:cNvPr id="17" name="直接连接符 68"/>
            <p:cNvCxnSpPr/>
            <p:nvPr/>
          </p:nvCxnSpPr>
          <p:spPr>
            <a:xfrm>
              <a:off x="12074" y="7575"/>
              <a:ext cx="825" cy="336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</p:cxnSp>
        <p:cxnSp>
          <p:nvCxnSpPr>
            <p:cNvPr id="18" name="直接连接符 69"/>
            <p:cNvCxnSpPr/>
            <p:nvPr/>
          </p:nvCxnSpPr>
          <p:spPr>
            <a:xfrm>
              <a:off x="11202" y="8710"/>
              <a:ext cx="848" cy="263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</p:cxnSp>
        <p:cxnSp>
          <p:nvCxnSpPr>
            <p:cNvPr id="19" name="直接连接符 70"/>
            <p:cNvCxnSpPr/>
            <p:nvPr/>
          </p:nvCxnSpPr>
          <p:spPr>
            <a:xfrm flipH="1">
              <a:off x="12171" y="8688"/>
              <a:ext cx="896" cy="284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</p:cxnSp>
        <p:cxnSp>
          <p:nvCxnSpPr>
            <p:cNvPr id="20" name="直接连接符 71"/>
            <p:cNvCxnSpPr/>
            <p:nvPr/>
          </p:nvCxnSpPr>
          <p:spPr>
            <a:xfrm>
              <a:off x="11072" y="8072"/>
              <a:ext cx="0" cy="345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</p:cxnSp>
        <p:cxnSp>
          <p:nvCxnSpPr>
            <p:cNvPr id="21" name="直接连接符 72"/>
            <p:cNvCxnSpPr/>
            <p:nvPr/>
          </p:nvCxnSpPr>
          <p:spPr>
            <a:xfrm>
              <a:off x="13108" y="8048"/>
              <a:ext cx="0" cy="352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</p:cxnSp>
        <p:sp>
          <p:nvSpPr>
            <p:cNvPr id="22" name="male-user-shadow_16480"/>
            <p:cNvSpPr>
              <a:spLocks noChangeAspect="1"/>
            </p:cNvSpPr>
            <p:nvPr/>
          </p:nvSpPr>
          <p:spPr>
            <a:xfrm>
              <a:off x="11883" y="7322"/>
              <a:ext cx="373" cy="442"/>
            </a:xfrm>
            <a:custGeom>
              <a:avLst/>
              <a:gdLst>
                <a:gd name="connsiteX0" fmla="*/ 160499 w 601942"/>
                <a:gd name="connsiteY0" fmla="*/ 312393 h 566852"/>
                <a:gd name="connsiteX1" fmla="*/ 301025 w 601942"/>
                <a:gd name="connsiteY1" fmla="*/ 370472 h 566852"/>
                <a:gd name="connsiteX2" fmla="*/ 441371 w 601942"/>
                <a:gd name="connsiteY2" fmla="*/ 312393 h 566852"/>
                <a:gd name="connsiteX3" fmla="*/ 601713 w 601942"/>
                <a:gd name="connsiteY3" fmla="*/ 542350 h 566852"/>
                <a:gd name="connsiteX4" fmla="*/ 596805 w 601942"/>
                <a:gd name="connsiteY4" fmla="*/ 558685 h 566852"/>
                <a:gd name="connsiteX5" fmla="*/ 577898 w 601942"/>
                <a:gd name="connsiteY5" fmla="*/ 566852 h 566852"/>
                <a:gd name="connsiteX6" fmla="*/ 24153 w 601942"/>
                <a:gd name="connsiteY6" fmla="*/ 566852 h 566852"/>
                <a:gd name="connsiteX7" fmla="*/ 5246 w 601942"/>
                <a:gd name="connsiteY7" fmla="*/ 558685 h 566852"/>
                <a:gd name="connsiteX8" fmla="*/ 156 w 601942"/>
                <a:gd name="connsiteY8" fmla="*/ 542350 h 566852"/>
                <a:gd name="connsiteX9" fmla="*/ 160499 w 601942"/>
                <a:gd name="connsiteY9" fmla="*/ 312393 h 566852"/>
                <a:gd name="connsiteX10" fmla="*/ 301010 w 601942"/>
                <a:gd name="connsiteY10" fmla="*/ 0 h 566852"/>
                <a:gd name="connsiteX11" fmla="*/ 473346 w 601942"/>
                <a:gd name="connsiteY11" fmla="*/ 172074 h 566852"/>
                <a:gd name="connsiteX12" fmla="*/ 434989 w 601942"/>
                <a:gd name="connsiteY12" fmla="*/ 280074 h 566852"/>
                <a:gd name="connsiteX13" fmla="*/ 425717 w 601942"/>
                <a:gd name="connsiteY13" fmla="*/ 290602 h 566852"/>
                <a:gd name="connsiteX14" fmla="*/ 415537 w 601942"/>
                <a:gd name="connsiteY14" fmla="*/ 300222 h 566852"/>
                <a:gd name="connsiteX15" fmla="*/ 301010 w 601942"/>
                <a:gd name="connsiteY15" fmla="*/ 344148 h 566852"/>
                <a:gd name="connsiteX16" fmla="*/ 186302 w 601942"/>
                <a:gd name="connsiteY16" fmla="*/ 300222 h 566852"/>
                <a:gd name="connsiteX17" fmla="*/ 176122 w 601942"/>
                <a:gd name="connsiteY17" fmla="*/ 290602 h 566852"/>
                <a:gd name="connsiteX18" fmla="*/ 166850 w 601942"/>
                <a:gd name="connsiteY18" fmla="*/ 280074 h 566852"/>
                <a:gd name="connsiteX19" fmla="*/ 128493 w 601942"/>
                <a:gd name="connsiteY19" fmla="*/ 172074 h 566852"/>
                <a:gd name="connsiteX20" fmla="*/ 301010 w 601942"/>
                <a:gd name="connsiteY20" fmla="*/ 0 h 5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1942" h="566852">
                  <a:moveTo>
                    <a:pt x="160499" y="312393"/>
                  </a:moveTo>
                  <a:cubicBezTo>
                    <a:pt x="196494" y="348330"/>
                    <a:pt x="246124" y="370472"/>
                    <a:pt x="301025" y="370472"/>
                  </a:cubicBezTo>
                  <a:cubicBezTo>
                    <a:pt x="355746" y="370472"/>
                    <a:pt x="405375" y="348330"/>
                    <a:pt x="441371" y="312393"/>
                  </a:cubicBezTo>
                  <a:cubicBezTo>
                    <a:pt x="526632" y="357223"/>
                    <a:pt x="588806" y="441438"/>
                    <a:pt x="601713" y="542350"/>
                  </a:cubicBezTo>
                  <a:cubicBezTo>
                    <a:pt x="602622" y="548339"/>
                    <a:pt x="600804" y="554147"/>
                    <a:pt x="596805" y="558685"/>
                  </a:cubicBezTo>
                  <a:cubicBezTo>
                    <a:pt x="592078" y="563948"/>
                    <a:pt x="585170" y="566852"/>
                    <a:pt x="577898" y="566852"/>
                  </a:cubicBezTo>
                  <a:lnTo>
                    <a:pt x="24153" y="566852"/>
                  </a:lnTo>
                  <a:cubicBezTo>
                    <a:pt x="16699" y="566852"/>
                    <a:pt x="9791" y="563948"/>
                    <a:pt x="5246" y="558685"/>
                  </a:cubicBezTo>
                  <a:cubicBezTo>
                    <a:pt x="1247" y="554147"/>
                    <a:pt x="-571" y="548339"/>
                    <a:pt x="156" y="542350"/>
                  </a:cubicBezTo>
                  <a:cubicBezTo>
                    <a:pt x="13064" y="441438"/>
                    <a:pt x="75419" y="357223"/>
                    <a:pt x="160499" y="312393"/>
                  </a:cubicBezTo>
                  <a:close/>
                  <a:moveTo>
                    <a:pt x="301010" y="0"/>
                  </a:moveTo>
                  <a:cubicBezTo>
                    <a:pt x="395904" y="0"/>
                    <a:pt x="473346" y="77143"/>
                    <a:pt x="473346" y="172074"/>
                  </a:cubicBezTo>
                  <a:cubicBezTo>
                    <a:pt x="473346" y="212914"/>
                    <a:pt x="458985" y="250488"/>
                    <a:pt x="434989" y="280074"/>
                  </a:cubicBezTo>
                  <a:cubicBezTo>
                    <a:pt x="432080" y="283704"/>
                    <a:pt x="428990" y="287153"/>
                    <a:pt x="425717" y="290602"/>
                  </a:cubicBezTo>
                  <a:cubicBezTo>
                    <a:pt x="422445" y="293869"/>
                    <a:pt x="419173" y="297136"/>
                    <a:pt x="415537" y="300222"/>
                  </a:cubicBezTo>
                  <a:cubicBezTo>
                    <a:pt x="385179" y="327449"/>
                    <a:pt x="345003" y="344148"/>
                    <a:pt x="301010" y="344148"/>
                  </a:cubicBezTo>
                  <a:cubicBezTo>
                    <a:pt x="256836" y="344148"/>
                    <a:pt x="216842" y="327449"/>
                    <a:pt x="186302" y="300222"/>
                  </a:cubicBezTo>
                  <a:cubicBezTo>
                    <a:pt x="182848" y="297136"/>
                    <a:pt x="179394" y="293869"/>
                    <a:pt x="176122" y="290602"/>
                  </a:cubicBezTo>
                  <a:cubicBezTo>
                    <a:pt x="173031" y="287153"/>
                    <a:pt x="169759" y="283704"/>
                    <a:pt x="166850" y="280074"/>
                  </a:cubicBezTo>
                  <a:cubicBezTo>
                    <a:pt x="143036" y="250488"/>
                    <a:pt x="128493" y="212914"/>
                    <a:pt x="128493" y="172074"/>
                  </a:cubicBezTo>
                  <a:cubicBezTo>
                    <a:pt x="128493" y="77143"/>
                    <a:pt x="205935" y="0"/>
                    <a:pt x="301010" y="0"/>
                  </a:cubicBezTo>
                  <a:close/>
                </a:path>
              </a:pathLst>
            </a:custGeom>
            <a:solidFill>
              <a:srgbClr val="287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23" name="male-user-shadow_16480"/>
            <p:cNvSpPr>
              <a:spLocks noChangeAspect="1"/>
            </p:cNvSpPr>
            <p:nvPr/>
          </p:nvSpPr>
          <p:spPr>
            <a:xfrm>
              <a:off x="10884" y="8385"/>
              <a:ext cx="366" cy="442"/>
            </a:xfrm>
            <a:custGeom>
              <a:avLst/>
              <a:gdLst>
                <a:gd name="connsiteX0" fmla="*/ 160499 w 601942"/>
                <a:gd name="connsiteY0" fmla="*/ 312393 h 566852"/>
                <a:gd name="connsiteX1" fmla="*/ 301025 w 601942"/>
                <a:gd name="connsiteY1" fmla="*/ 370472 h 566852"/>
                <a:gd name="connsiteX2" fmla="*/ 441371 w 601942"/>
                <a:gd name="connsiteY2" fmla="*/ 312393 h 566852"/>
                <a:gd name="connsiteX3" fmla="*/ 601713 w 601942"/>
                <a:gd name="connsiteY3" fmla="*/ 542350 h 566852"/>
                <a:gd name="connsiteX4" fmla="*/ 596805 w 601942"/>
                <a:gd name="connsiteY4" fmla="*/ 558685 h 566852"/>
                <a:gd name="connsiteX5" fmla="*/ 577898 w 601942"/>
                <a:gd name="connsiteY5" fmla="*/ 566852 h 566852"/>
                <a:gd name="connsiteX6" fmla="*/ 24153 w 601942"/>
                <a:gd name="connsiteY6" fmla="*/ 566852 h 566852"/>
                <a:gd name="connsiteX7" fmla="*/ 5246 w 601942"/>
                <a:gd name="connsiteY7" fmla="*/ 558685 h 566852"/>
                <a:gd name="connsiteX8" fmla="*/ 156 w 601942"/>
                <a:gd name="connsiteY8" fmla="*/ 542350 h 566852"/>
                <a:gd name="connsiteX9" fmla="*/ 160499 w 601942"/>
                <a:gd name="connsiteY9" fmla="*/ 312393 h 566852"/>
                <a:gd name="connsiteX10" fmla="*/ 301010 w 601942"/>
                <a:gd name="connsiteY10" fmla="*/ 0 h 566852"/>
                <a:gd name="connsiteX11" fmla="*/ 473346 w 601942"/>
                <a:gd name="connsiteY11" fmla="*/ 172074 h 566852"/>
                <a:gd name="connsiteX12" fmla="*/ 434989 w 601942"/>
                <a:gd name="connsiteY12" fmla="*/ 280074 h 566852"/>
                <a:gd name="connsiteX13" fmla="*/ 425717 w 601942"/>
                <a:gd name="connsiteY13" fmla="*/ 290602 h 566852"/>
                <a:gd name="connsiteX14" fmla="*/ 415537 w 601942"/>
                <a:gd name="connsiteY14" fmla="*/ 300222 h 566852"/>
                <a:gd name="connsiteX15" fmla="*/ 301010 w 601942"/>
                <a:gd name="connsiteY15" fmla="*/ 344148 h 566852"/>
                <a:gd name="connsiteX16" fmla="*/ 186302 w 601942"/>
                <a:gd name="connsiteY16" fmla="*/ 300222 h 566852"/>
                <a:gd name="connsiteX17" fmla="*/ 176122 w 601942"/>
                <a:gd name="connsiteY17" fmla="*/ 290602 h 566852"/>
                <a:gd name="connsiteX18" fmla="*/ 166850 w 601942"/>
                <a:gd name="connsiteY18" fmla="*/ 280074 h 566852"/>
                <a:gd name="connsiteX19" fmla="*/ 128493 w 601942"/>
                <a:gd name="connsiteY19" fmla="*/ 172074 h 566852"/>
                <a:gd name="connsiteX20" fmla="*/ 301010 w 601942"/>
                <a:gd name="connsiteY20" fmla="*/ 0 h 5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1942" h="566852">
                  <a:moveTo>
                    <a:pt x="160499" y="312393"/>
                  </a:moveTo>
                  <a:cubicBezTo>
                    <a:pt x="196494" y="348330"/>
                    <a:pt x="246124" y="370472"/>
                    <a:pt x="301025" y="370472"/>
                  </a:cubicBezTo>
                  <a:cubicBezTo>
                    <a:pt x="355746" y="370472"/>
                    <a:pt x="405375" y="348330"/>
                    <a:pt x="441371" y="312393"/>
                  </a:cubicBezTo>
                  <a:cubicBezTo>
                    <a:pt x="526632" y="357223"/>
                    <a:pt x="588806" y="441438"/>
                    <a:pt x="601713" y="542350"/>
                  </a:cubicBezTo>
                  <a:cubicBezTo>
                    <a:pt x="602622" y="548339"/>
                    <a:pt x="600804" y="554147"/>
                    <a:pt x="596805" y="558685"/>
                  </a:cubicBezTo>
                  <a:cubicBezTo>
                    <a:pt x="592078" y="563948"/>
                    <a:pt x="585170" y="566852"/>
                    <a:pt x="577898" y="566852"/>
                  </a:cubicBezTo>
                  <a:lnTo>
                    <a:pt x="24153" y="566852"/>
                  </a:lnTo>
                  <a:cubicBezTo>
                    <a:pt x="16699" y="566852"/>
                    <a:pt x="9791" y="563948"/>
                    <a:pt x="5246" y="558685"/>
                  </a:cubicBezTo>
                  <a:cubicBezTo>
                    <a:pt x="1247" y="554147"/>
                    <a:pt x="-571" y="548339"/>
                    <a:pt x="156" y="542350"/>
                  </a:cubicBezTo>
                  <a:cubicBezTo>
                    <a:pt x="13064" y="441438"/>
                    <a:pt x="75419" y="357223"/>
                    <a:pt x="160499" y="312393"/>
                  </a:cubicBezTo>
                  <a:close/>
                  <a:moveTo>
                    <a:pt x="301010" y="0"/>
                  </a:moveTo>
                  <a:cubicBezTo>
                    <a:pt x="395904" y="0"/>
                    <a:pt x="473346" y="77143"/>
                    <a:pt x="473346" y="172074"/>
                  </a:cubicBezTo>
                  <a:cubicBezTo>
                    <a:pt x="473346" y="212914"/>
                    <a:pt x="458985" y="250488"/>
                    <a:pt x="434989" y="280074"/>
                  </a:cubicBezTo>
                  <a:cubicBezTo>
                    <a:pt x="432080" y="283704"/>
                    <a:pt x="428990" y="287153"/>
                    <a:pt x="425717" y="290602"/>
                  </a:cubicBezTo>
                  <a:cubicBezTo>
                    <a:pt x="422445" y="293869"/>
                    <a:pt x="419173" y="297136"/>
                    <a:pt x="415537" y="300222"/>
                  </a:cubicBezTo>
                  <a:cubicBezTo>
                    <a:pt x="385179" y="327449"/>
                    <a:pt x="345003" y="344148"/>
                    <a:pt x="301010" y="344148"/>
                  </a:cubicBezTo>
                  <a:cubicBezTo>
                    <a:pt x="256836" y="344148"/>
                    <a:pt x="216842" y="327449"/>
                    <a:pt x="186302" y="300222"/>
                  </a:cubicBezTo>
                  <a:cubicBezTo>
                    <a:pt x="182848" y="297136"/>
                    <a:pt x="179394" y="293869"/>
                    <a:pt x="176122" y="290602"/>
                  </a:cubicBezTo>
                  <a:cubicBezTo>
                    <a:pt x="173031" y="287153"/>
                    <a:pt x="169759" y="283704"/>
                    <a:pt x="166850" y="280074"/>
                  </a:cubicBezTo>
                  <a:cubicBezTo>
                    <a:pt x="143036" y="250488"/>
                    <a:pt x="128493" y="212914"/>
                    <a:pt x="128493" y="172074"/>
                  </a:cubicBezTo>
                  <a:cubicBezTo>
                    <a:pt x="128493" y="77143"/>
                    <a:pt x="205935" y="0"/>
                    <a:pt x="301010" y="0"/>
                  </a:cubicBezTo>
                  <a:close/>
                </a:path>
              </a:pathLst>
            </a:custGeom>
            <a:solidFill>
              <a:srgbClr val="287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24" name="male-user-shadow_16480"/>
            <p:cNvSpPr>
              <a:spLocks noChangeAspect="1"/>
            </p:cNvSpPr>
            <p:nvPr/>
          </p:nvSpPr>
          <p:spPr>
            <a:xfrm>
              <a:off x="12883" y="8322"/>
              <a:ext cx="356" cy="442"/>
            </a:xfrm>
            <a:custGeom>
              <a:avLst/>
              <a:gdLst>
                <a:gd name="connsiteX0" fmla="*/ 160499 w 601942"/>
                <a:gd name="connsiteY0" fmla="*/ 312393 h 566852"/>
                <a:gd name="connsiteX1" fmla="*/ 301025 w 601942"/>
                <a:gd name="connsiteY1" fmla="*/ 370472 h 566852"/>
                <a:gd name="connsiteX2" fmla="*/ 441371 w 601942"/>
                <a:gd name="connsiteY2" fmla="*/ 312393 h 566852"/>
                <a:gd name="connsiteX3" fmla="*/ 601713 w 601942"/>
                <a:gd name="connsiteY3" fmla="*/ 542350 h 566852"/>
                <a:gd name="connsiteX4" fmla="*/ 596805 w 601942"/>
                <a:gd name="connsiteY4" fmla="*/ 558685 h 566852"/>
                <a:gd name="connsiteX5" fmla="*/ 577898 w 601942"/>
                <a:gd name="connsiteY5" fmla="*/ 566852 h 566852"/>
                <a:gd name="connsiteX6" fmla="*/ 24153 w 601942"/>
                <a:gd name="connsiteY6" fmla="*/ 566852 h 566852"/>
                <a:gd name="connsiteX7" fmla="*/ 5246 w 601942"/>
                <a:gd name="connsiteY7" fmla="*/ 558685 h 566852"/>
                <a:gd name="connsiteX8" fmla="*/ 156 w 601942"/>
                <a:gd name="connsiteY8" fmla="*/ 542350 h 566852"/>
                <a:gd name="connsiteX9" fmla="*/ 160499 w 601942"/>
                <a:gd name="connsiteY9" fmla="*/ 312393 h 566852"/>
                <a:gd name="connsiteX10" fmla="*/ 301010 w 601942"/>
                <a:gd name="connsiteY10" fmla="*/ 0 h 566852"/>
                <a:gd name="connsiteX11" fmla="*/ 473346 w 601942"/>
                <a:gd name="connsiteY11" fmla="*/ 172074 h 566852"/>
                <a:gd name="connsiteX12" fmla="*/ 434989 w 601942"/>
                <a:gd name="connsiteY12" fmla="*/ 280074 h 566852"/>
                <a:gd name="connsiteX13" fmla="*/ 425717 w 601942"/>
                <a:gd name="connsiteY13" fmla="*/ 290602 h 566852"/>
                <a:gd name="connsiteX14" fmla="*/ 415537 w 601942"/>
                <a:gd name="connsiteY14" fmla="*/ 300222 h 566852"/>
                <a:gd name="connsiteX15" fmla="*/ 301010 w 601942"/>
                <a:gd name="connsiteY15" fmla="*/ 344148 h 566852"/>
                <a:gd name="connsiteX16" fmla="*/ 186302 w 601942"/>
                <a:gd name="connsiteY16" fmla="*/ 300222 h 566852"/>
                <a:gd name="connsiteX17" fmla="*/ 176122 w 601942"/>
                <a:gd name="connsiteY17" fmla="*/ 290602 h 566852"/>
                <a:gd name="connsiteX18" fmla="*/ 166850 w 601942"/>
                <a:gd name="connsiteY18" fmla="*/ 280074 h 566852"/>
                <a:gd name="connsiteX19" fmla="*/ 128493 w 601942"/>
                <a:gd name="connsiteY19" fmla="*/ 172074 h 566852"/>
                <a:gd name="connsiteX20" fmla="*/ 301010 w 601942"/>
                <a:gd name="connsiteY20" fmla="*/ 0 h 5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1942" h="566852">
                  <a:moveTo>
                    <a:pt x="160499" y="312393"/>
                  </a:moveTo>
                  <a:cubicBezTo>
                    <a:pt x="196494" y="348330"/>
                    <a:pt x="246124" y="370472"/>
                    <a:pt x="301025" y="370472"/>
                  </a:cubicBezTo>
                  <a:cubicBezTo>
                    <a:pt x="355746" y="370472"/>
                    <a:pt x="405375" y="348330"/>
                    <a:pt x="441371" y="312393"/>
                  </a:cubicBezTo>
                  <a:cubicBezTo>
                    <a:pt x="526632" y="357223"/>
                    <a:pt x="588806" y="441438"/>
                    <a:pt x="601713" y="542350"/>
                  </a:cubicBezTo>
                  <a:cubicBezTo>
                    <a:pt x="602622" y="548339"/>
                    <a:pt x="600804" y="554147"/>
                    <a:pt x="596805" y="558685"/>
                  </a:cubicBezTo>
                  <a:cubicBezTo>
                    <a:pt x="592078" y="563948"/>
                    <a:pt x="585170" y="566852"/>
                    <a:pt x="577898" y="566852"/>
                  </a:cubicBezTo>
                  <a:lnTo>
                    <a:pt x="24153" y="566852"/>
                  </a:lnTo>
                  <a:cubicBezTo>
                    <a:pt x="16699" y="566852"/>
                    <a:pt x="9791" y="563948"/>
                    <a:pt x="5246" y="558685"/>
                  </a:cubicBezTo>
                  <a:cubicBezTo>
                    <a:pt x="1247" y="554147"/>
                    <a:pt x="-571" y="548339"/>
                    <a:pt x="156" y="542350"/>
                  </a:cubicBezTo>
                  <a:cubicBezTo>
                    <a:pt x="13064" y="441438"/>
                    <a:pt x="75419" y="357223"/>
                    <a:pt x="160499" y="312393"/>
                  </a:cubicBezTo>
                  <a:close/>
                  <a:moveTo>
                    <a:pt x="301010" y="0"/>
                  </a:moveTo>
                  <a:cubicBezTo>
                    <a:pt x="395904" y="0"/>
                    <a:pt x="473346" y="77143"/>
                    <a:pt x="473346" y="172074"/>
                  </a:cubicBezTo>
                  <a:cubicBezTo>
                    <a:pt x="473346" y="212914"/>
                    <a:pt x="458985" y="250488"/>
                    <a:pt x="434989" y="280074"/>
                  </a:cubicBezTo>
                  <a:cubicBezTo>
                    <a:pt x="432080" y="283704"/>
                    <a:pt x="428990" y="287153"/>
                    <a:pt x="425717" y="290602"/>
                  </a:cubicBezTo>
                  <a:cubicBezTo>
                    <a:pt x="422445" y="293869"/>
                    <a:pt x="419173" y="297136"/>
                    <a:pt x="415537" y="300222"/>
                  </a:cubicBezTo>
                  <a:cubicBezTo>
                    <a:pt x="385179" y="327449"/>
                    <a:pt x="345003" y="344148"/>
                    <a:pt x="301010" y="344148"/>
                  </a:cubicBezTo>
                  <a:cubicBezTo>
                    <a:pt x="256836" y="344148"/>
                    <a:pt x="216842" y="327449"/>
                    <a:pt x="186302" y="300222"/>
                  </a:cubicBezTo>
                  <a:cubicBezTo>
                    <a:pt x="182848" y="297136"/>
                    <a:pt x="179394" y="293869"/>
                    <a:pt x="176122" y="290602"/>
                  </a:cubicBezTo>
                  <a:cubicBezTo>
                    <a:pt x="173031" y="287153"/>
                    <a:pt x="169759" y="283704"/>
                    <a:pt x="166850" y="280074"/>
                  </a:cubicBezTo>
                  <a:cubicBezTo>
                    <a:pt x="143036" y="250488"/>
                    <a:pt x="128493" y="212914"/>
                    <a:pt x="128493" y="172074"/>
                  </a:cubicBezTo>
                  <a:cubicBezTo>
                    <a:pt x="128493" y="77143"/>
                    <a:pt x="205935" y="0"/>
                    <a:pt x="301010" y="0"/>
                  </a:cubicBezTo>
                  <a:close/>
                </a:path>
              </a:pathLst>
            </a:custGeom>
            <a:solidFill>
              <a:srgbClr val="287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43040" y="2353310"/>
            <a:ext cx="2863215" cy="156273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4" name="组合 43"/>
          <p:cNvGrpSpPr/>
          <p:nvPr/>
        </p:nvGrpSpPr>
        <p:grpSpPr>
          <a:xfrm>
            <a:off x="1059815" y="4428490"/>
            <a:ext cx="2875915" cy="1588135"/>
            <a:chOff x="10284" y="7889"/>
            <a:chExt cx="3146" cy="2138"/>
          </a:xfrm>
        </p:grpSpPr>
        <p:sp>
          <p:nvSpPr>
            <p:cNvPr id="75" name="文本框 74"/>
            <p:cNvSpPr txBox="1"/>
            <p:nvPr>
              <p:custDataLst>
                <p:tags r:id="rId7"/>
              </p:custDataLst>
            </p:nvPr>
          </p:nvSpPr>
          <p:spPr>
            <a:xfrm>
              <a:off x="11704" y="8104"/>
              <a:ext cx="1194" cy="47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苹方-简" panose="020B0400000000000000" charset="-122"/>
                </a:rPr>
                <a:t>意图识别</a:t>
              </a:r>
              <a:endPara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苹方-简" panose="020B0400000000000000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0385" y="8913"/>
              <a:ext cx="907" cy="372"/>
            </a:xfrm>
            <a:prstGeom prst="rect">
              <a:avLst/>
            </a:prstGeom>
            <a:noFill/>
            <a:ln w="6350">
              <a:noFill/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苹方-简" panose="020B0400000000000000" charset="-122"/>
                </a:rPr>
                <a:t>豆包手机</a:t>
              </a:r>
              <a:endParaRPr kumimoji="0" lang="zh-CN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苹方-简" panose="020B0400000000000000" charset="-122"/>
              </a:endParaRPr>
            </a:p>
          </p:txBody>
        </p:sp>
        <p:sp>
          <p:nvSpPr>
            <p:cNvPr id="77" name="矩形标注 76"/>
            <p:cNvSpPr/>
            <p:nvPr/>
          </p:nvSpPr>
          <p:spPr>
            <a:xfrm>
              <a:off x="11498" y="8409"/>
              <a:ext cx="1276" cy="387"/>
            </a:xfrm>
            <a:prstGeom prst="wedgeRectCallout">
              <a:avLst>
                <a:gd name="adj1" fmla="val 46246"/>
                <a:gd name="adj2" fmla="val 70043"/>
              </a:avLst>
            </a:prstGeom>
            <a:noFill/>
            <a:ln w="12700" cap="flat" cmpd="sng" algn="ctr">
              <a:solidFill>
                <a:srgbClr val="287AF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874CB"/>
                  </a:solidFill>
                </a14:hiddenFill>
              </a:ext>
            </a:ex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帮我订</a:t>
              </a:r>
              <a:r>
                <a:rPr kumimoji="0" lang="en-US" altLang="zh-CN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XX</a:t>
              </a:r>
              <a:r>
                <a:rPr kumimoji="0" lang="zh-CN" alt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机票</a:t>
              </a:r>
              <a:endPara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8"/>
              </p:custDataLst>
            </p:nvPr>
          </p:nvSpPr>
          <p:spPr>
            <a:xfrm>
              <a:off x="10452" y="9419"/>
              <a:ext cx="1676" cy="475"/>
            </a:xfrm>
            <a:prstGeom prst="roundRect">
              <a:avLst/>
            </a:prstGeom>
            <a:noFill/>
            <a:ln>
              <a:solidFill>
                <a:srgbClr val="287AFA"/>
              </a:solidFill>
              <a:prstDash val="sysDash"/>
            </a:ln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苹方-简" panose="020B0400000000000000" charset="-122"/>
              </a:endParaRPr>
            </a:p>
          </p:txBody>
        </p:sp>
        <p:pic>
          <p:nvPicPr>
            <p:cNvPr id="79" name="图片 246" descr="人工智能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63" y="9476"/>
              <a:ext cx="299" cy="331"/>
            </a:xfrm>
            <a:prstGeom prst="rect">
              <a:avLst/>
            </a:prstGeom>
          </p:spPr>
        </p:pic>
        <p:sp>
          <p:nvSpPr>
            <p:cNvPr id="80" name="文本框 79"/>
            <p:cNvSpPr txBox="1"/>
            <p:nvPr>
              <p:custDataLst>
                <p:tags r:id="rId11"/>
              </p:custDataLst>
            </p:nvPr>
          </p:nvSpPr>
          <p:spPr>
            <a:xfrm>
              <a:off x="10716" y="9476"/>
              <a:ext cx="1497" cy="30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苹方-简" panose="020B0400000000000000" charset="-122"/>
                </a:rPr>
                <a:t>意图：差旅服务</a:t>
              </a:r>
              <a:endPara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苹方-简" panose="020B0400000000000000" charset="-122"/>
              </a:endParaRPr>
            </a:p>
          </p:txBody>
        </p:sp>
        <p:pic>
          <p:nvPicPr>
            <p:cNvPr id="81" name="图片 248" descr="机票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598" y="9186"/>
              <a:ext cx="538" cy="596"/>
            </a:xfrm>
            <a:prstGeom prst="rect">
              <a:avLst/>
            </a:prstGeom>
          </p:spPr>
        </p:pic>
        <p:sp>
          <p:nvSpPr>
            <p:cNvPr id="82" name="文本框 81"/>
            <p:cNvSpPr txBox="1"/>
            <p:nvPr/>
          </p:nvSpPr>
          <p:spPr>
            <a:xfrm>
              <a:off x="12564" y="9831"/>
              <a:ext cx="567" cy="196"/>
            </a:xfrm>
            <a:prstGeom prst="rect">
              <a:avLst/>
            </a:prstGeom>
            <a:noFill/>
            <a:ln w="6350">
              <a:noFill/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苹方-简" panose="020B0400000000000000" charset="-122"/>
                </a:rPr>
                <a:t>订票</a:t>
              </a:r>
              <a:r>
                <a:rPr kumimoji="0" lang="en-US" altLang="zh-CN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苹方-简" panose="020B0400000000000000" charset="-122"/>
                </a:rPr>
                <a:t>Agent</a:t>
              </a:r>
              <a:endParaRPr kumimoji="0" lang="en-US" altLang="zh-CN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苹方-简" panose="020B0400000000000000" charset="-122"/>
              </a:endParaRPr>
            </a:p>
          </p:txBody>
        </p:sp>
        <p:cxnSp>
          <p:nvCxnSpPr>
            <p:cNvPr id="83" name="直接箭头连接符 250"/>
            <p:cNvCxnSpPr/>
            <p:nvPr/>
          </p:nvCxnSpPr>
          <p:spPr>
            <a:xfrm flipH="1">
              <a:off x="11379" y="8878"/>
              <a:ext cx="0" cy="507"/>
            </a:xfrm>
            <a:prstGeom prst="straightConnector1">
              <a:avLst/>
            </a:prstGeom>
            <a:noFill/>
            <a:ln w="12700" cap="flat" cmpd="sng" algn="ctr">
              <a:solidFill>
                <a:srgbClr val="287AFA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84" name="直接箭头连接符 251"/>
            <p:cNvCxnSpPr/>
            <p:nvPr/>
          </p:nvCxnSpPr>
          <p:spPr>
            <a:xfrm>
              <a:off x="12214" y="9647"/>
              <a:ext cx="384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85" name="文本框 84"/>
            <p:cNvSpPr txBox="1"/>
            <p:nvPr/>
          </p:nvSpPr>
          <p:spPr>
            <a:xfrm>
              <a:off x="11439" y="9018"/>
              <a:ext cx="539" cy="196"/>
            </a:xfrm>
            <a:prstGeom prst="rect">
              <a:avLst/>
            </a:prstGeom>
            <a:noFill/>
            <a:ln w="6350">
              <a:noFill/>
              <a:miter lim="4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苹方-简" panose="020B0400000000000000" charset="-122"/>
                </a:rPr>
                <a:t>解析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苹方-简" panose="020B0400000000000000" charset="-122"/>
              </a:endParaRPr>
            </a:p>
          </p:txBody>
        </p:sp>
        <p:pic>
          <p:nvPicPr>
            <p:cNvPr id="86" name="图片 253" descr="vi-sagittal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834" y="8261"/>
              <a:ext cx="596" cy="604"/>
            </a:xfrm>
            <a:prstGeom prst="rect">
              <a:avLst/>
            </a:prstGeom>
          </p:spPr>
        </p:pic>
        <p:pic>
          <p:nvPicPr>
            <p:cNvPr id="87" name="图片 254" descr="手机 (1)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284" y="7889"/>
              <a:ext cx="1155" cy="1170"/>
            </a:xfrm>
            <a:prstGeom prst="rect">
              <a:avLst/>
            </a:prstGeom>
          </p:spPr>
        </p:pic>
        <p:pic>
          <p:nvPicPr>
            <p:cNvPr id="88" name="图片 255" descr="豆包 (1)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528" y="8270"/>
              <a:ext cx="391" cy="397"/>
            </a:xfrm>
            <a:prstGeom prst="rect">
              <a:avLst/>
            </a:prstGeom>
          </p:spPr>
        </p:pic>
      </p:grpSp>
      <p:sp>
        <p:nvSpPr>
          <p:cNvPr id="89" name="文本框 88"/>
          <p:cNvSpPr txBox="1"/>
          <p:nvPr/>
        </p:nvSpPr>
        <p:spPr>
          <a:xfrm>
            <a:off x="4050665" y="2482850"/>
            <a:ext cx="1828800" cy="1360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通信主体</a:t>
            </a:r>
            <a:endParaRPr kumimoji="0" lang="zh-CN" altLang="en-US" sz="1400" b="1" i="0" u="sng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以人为中心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人机协作共生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644380" y="2346960"/>
            <a:ext cx="1471295" cy="912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组网架构</a:t>
            </a:r>
            <a:endParaRPr kumimoji="0" lang="zh-CN" altLang="en-US" sz="14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中心化控制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分布式自治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867785" y="4771390"/>
            <a:ext cx="226123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通信范式</a:t>
            </a:r>
            <a:endParaRPr kumimoji="0" lang="zh-CN" altLang="en-US" sz="14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连接数据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传递意图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19310" y="4787900"/>
            <a:ext cx="139636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流量</a:t>
            </a: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</a:t>
            </a:r>
            <a:endParaRPr kumimoji="0" lang="zh-CN" altLang="en-US" sz="14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平稳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可预测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突发无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闲时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3840" y="4416425"/>
            <a:ext cx="2812415" cy="1807210"/>
          </a:xfrm>
          <a:prstGeom prst="rect">
            <a:avLst/>
          </a:prstGeom>
        </p:spPr>
      </p:pic>
      <p:sp>
        <p:nvSpPr>
          <p:cNvPr id="108" name="Freeform 37"/>
          <p:cNvSpPr/>
          <p:nvPr>
            <p:custDataLst>
              <p:tags r:id="rId21"/>
            </p:custDataLst>
          </p:nvPr>
        </p:nvSpPr>
        <p:spPr bwMode="auto">
          <a:xfrm flipV="1">
            <a:off x="4763770" y="3053715"/>
            <a:ext cx="402590" cy="388620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  <a:gd name="connsiteX0" fmla="*/ 5000 w 10000"/>
              <a:gd name="connsiteY0" fmla="*/ 0 h 10000"/>
              <a:gd name="connsiteX1" fmla="*/ 3189 w 10000"/>
              <a:gd name="connsiteY1" fmla="*/ 2129 h 10000"/>
              <a:gd name="connsiteX2" fmla="*/ 3976 w 10000"/>
              <a:gd name="connsiteY2" fmla="*/ 2129 h 10000"/>
              <a:gd name="connsiteX3" fmla="*/ 0 w 10000"/>
              <a:gd name="connsiteY3" fmla="*/ 4897 h 10000"/>
              <a:gd name="connsiteX4" fmla="*/ 0 w 10000"/>
              <a:gd name="connsiteY4" fmla="*/ 7463 h 10000"/>
              <a:gd name="connsiteX5" fmla="*/ 10000 w 10000"/>
              <a:gd name="connsiteY5" fmla="*/ 10000 h 10000"/>
              <a:gd name="connsiteX6" fmla="*/ 10000 w 10000"/>
              <a:gd name="connsiteY6" fmla="*/ 4789 h 10000"/>
              <a:gd name="connsiteX7" fmla="*/ 5984 w 10000"/>
              <a:gd name="connsiteY7" fmla="*/ 2129 h 10000"/>
              <a:gd name="connsiteX8" fmla="*/ 6773 w 10000"/>
              <a:gd name="connsiteY8" fmla="*/ 2129 h 10000"/>
              <a:gd name="connsiteX9" fmla="*/ 5000 w 10000"/>
              <a:gd name="connsiteY9" fmla="*/ 0 h 10000"/>
              <a:gd name="connsiteX0-1" fmla="*/ 5000 w 10000"/>
              <a:gd name="connsiteY0-2" fmla="*/ 0 h 7463"/>
              <a:gd name="connsiteX1-3" fmla="*/ 3189 w 10000"/>
              <a:gd name="connsiteY1-4" fmla="*/ 2129 h 7463"/>
              <a:gd name="connsiteX2-5" fmla="*/ 3976 w 10000"/>
              <a:gd name="connsiteY2-6" fmla="*/ 2129 h 7463"/>
              <a:gd name="connsiteX3-7" fmla="*/ 0 w 10000"/>
              <a:gd name="connsiteY3-8" fmla="*/ 4897 h 7463"/>
              <a:gd name="connsiteX4-9" fmla="*/ 0 w 10000"/>
              <a:gd name="connsiteY4-10" fmla="*/ 7463 h 7463"/>
              <a:gd name="connsiteX5-11" fmla="*/ 10000 w 10000"/>
              <a:gd name="connsiteY5-12" fmla="*/ 6308 h 7463"/>
              <a:gd name="connsiteX6-13" fmla="*/ 10000 w 10000"/>
              <a:gd name="connsiteY6-14" fmla="*/ 4789 h 7463"/>
              <a:gd name="connsiteX7-15" fmla="*/ 5984 w 10000"/>
              <a:gd name="connsiteY7-16" fmla="*/ 2129 h 7463"/>
              <a:gd name="connsiteX8-17" fmla="*/ 6773 w 10000"/>
              <a:gd name="connsiteY8-18" fmla="*/ 2129 h 7463"/>
              <a:gd name="connsiteX9-19" fmla="*/ 5000 w 10000"/>
              <a:gd name="connsiteY9-20" fmla="*/ 0 h 7463"/>
              <a:gd name="connsiteX0-21" fmla="*/ 5000 w 10000"/>
              <a:gd name="connsiteY0-22" fmla="*/ 0 h 8452"/>
              <a:gd name="connsiteX1-23" fmla="*/ 3189 w 10000"/>
              <a:gd name="connsiteY1-24" fmla="*/ 2853 h 8452"/>
              <a:gd name="connsiteX2-25" fmla="*/ 3976 w 10000"/>
              <a:gd name="connsiteY2-26" fmla="*/ 2853 h 8452"/>
              <a:gd name="connsiteX3-27" fmla="*/ 0 w 10000"/>
              <a:gd name="connsiteY3-28" fmla="*/ 6562 h 8452"/>
              <a:gd name="connsiteX4-29" fmla="*/ 0 w 10000"/>
              <a:gd name="connsiteY4-30" fmla="*/ 8452 h 8452"/>
              <a:gd name="connsiteX5-31" fmla="*/ 10000 w 10000"/>
              <a:gd name="connsiteY5-32" fmla="*/ 8452 h 8452"/>
              <a:gd name="connsiteX6-33" fmla="*/ 10000 w 10000"/>
              <a:gd name="connsiteY6-34" fmla="*/ 6417 h 8452"/>
              <a:gd name="connsiteX7-35" fmla="*/ 5984 w 10000"/>
              <a:gd name="connsiteY7-36" fmla="*/ 2853 h 8452"/>
              <a:gd name="connsiteX8-37" fmla="*/ 6773 w 10000"/>
              <a:gd name="connsiteY8-38" fmla="*/ 2853 h 8452"/>
              <a:gd name="connsiteX9-39" fmla="*/ 5000 w 10000"/>
              <a:gd name="connsiteY9-40" fmla="*/ 0 h 8452"/>
              <a:gd name="connsiteX0-41" fmla="*/ 5000 w 10000"/>
              <a:gd name="connsiteY0-42" fmla="*/ 0 h 10000"/>
              <a:gd name="connsiteX1-43" fmla="*/ 3189 w 10000"/>
              <a:gd name="connsiteY1-44" fmla="*/ 3376 h 10000"/>
              <a:gd name="connsiteX2-45" fmla="*/ 3976 w 10000"/>
              <a:gd name="connsiteY2-46" fmla="*/ 3376 h 10000"/>
              <a:gd name="connsiteX3-47" fmla="*/ 0 w 10000"/>
              <a:gd name="connsiteY3-48" fmla="*/ 7764 h 10000"/>
              <a:gd name="connsiteX4-49" fmla="*/ 0 w 10000"/>
              <a:gd name="connsiteY4-50" fmla="*/ 8750 h 10000"/>
              <a:gd name="connsiteX5-51" fmla="*/ 10000 w 10000"/>
              <a:gd name="connsiteY5-52" fmla="*/ 10000 h 10000"/>
              <a:gd name="connsiteX6-53" fmla="*/ 10000 w 10000"/>
              <a:gd name="connsiteY6-54" fmla="*/ 7592 h 10000"/>
              <a:gd name="connsiteX7-55" fmla="*/ 5984 w 10000"/>
              <a:gd name="connsiteY7-56" fmla="*/ 3376 h 10000"/>
              <a:gd name="connsiteX8-57" fmla="*/ 6773 w 10000"/>
              <a:gd name="connsiteY8-58" fmla="*/ 3376 h 10000"/>
              <a:gd name="connsiteX9-59" fmla="*/ 5000 w 10000"/>
              <a:gd name="connsiteY9-60" fmla="*/ 0 h 10000"/>
              <a:gd name="connsiteX0-61" fmla="*/ 5000 w 10000"/>
              <a:gd name="connsiteY0-62" fmla="*/ 0 h 8750"/>
              <a:gd name="connsiteX1-63" fmla="*/ 3189 w 10000"/>
              <a:gd name="connsiteY1-64" fmla="*/ 3376 h 8750"/>
              <a:gd name="connsiteX2-65" fmla="*/ 3976 w 10000"/>
              <a:gd name="connsiteY2-66" fmla="*/ 3376 h 8750"/>
              <a:gd name="connsiteX3-67" fmla="*/ 0 w 10000"/>
              <a:gd name="connsiteY3-68" fmla="*/ 7764 h 8750"/>
              <a:gd name="connsiteX4-69" fmla="*/ 0 w 10000"/>
              <a:gd name="connsiteY4-70" fmla="*/ 8750 h 8750"/>
              <a:gd name="connsiteX5-71" fmla="*/ 9992 w 10000"/>
              <a:gd name="connsiteY5-72" fmla="*/ 8750 h 8750"/>
              <a:gd name="connsiteX6-73" fmla="*/ 10000 w 10000"/>
              <a:gd name="connsiteY6-74" fmla="*/ 7592 h 8750"/>
              <a:gd name="connsiteX7-75" fmla="*/ 5984 w 10000"/>
              <a:gd name="connsiteY7-76" fmla="*/ 3376 h 8750"/>
              <a:gd name="connsiteX8-77" fmla="*/ 6773 w 10000"/>
              <a:gd name="connsiteY8-78" fmla="*/ 3376 h 8750"/>
              <a:gd name="connsiteX9-79" fmla="*/ 5000 w 10000"/>
              <a:gd name="connsiteY9-80" fmla="*/ 0 h 8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8750">
                <a:moveTo>
                  <a:pt x="5000" y="0"/>
                </a:moveTo>
                <a:lnTo>
                  <a:pt x="3189" y="3376"/>
                </a:lnTo>
                <a:lnTo>
                  <a:pt x="3976" y="3376"/>
                </a:lnTo>
                <a:cubicBezTo>
                  <a:pt x="3012" y="8477"/>
                  <a:pt x="0" y="7764"/>
                  <a:pt x="0" y="7764"/>
                </a:cubicBezTo>
                <a:lnTo>
                  <a:pt x="0" y="8750"/>
                </a:lnTo>
                <a:lnTo>
                  <a:pt x="9992" y="8750"/>
                </a:lnTo>
                <a:cubicBezTo>
                  <a:pt x="9995" y="8364"/>
                  <a:pt x="9997" y="7978"/>
                  <a:pt x="10000" y="7592"/>
                </a:cubicBezTo>
                <a:cubicBezTo>
                  <a:pt x="10000" y="7592"/>
                  <a:pt x="7436" y="8151"/>
                  <a:pt x="5984" y="3376"/>
                </a:cubicBezTo>
                <a:lnTo>
                  <a:pt x="6773" y="3376"/>
                </a:lnTo>
                <a:lnTo>
                  <a:pt x="5000" y="0"/>
                </a:lnTo>
                <a:close/>
              </a:path>
            </a:pathLst>
          </a:custGeom>
          <a:gradFill rotWithShape="1">
            <a:gsLst>
              <a:gs pos="0">
                <a:srgbClr val="C00000"/>
              </a:gs>
              <a:gs pos="44000">
                <a:srgbClr val="C00000"/>
              </a:gs>
              <a:gs pos="82000">
                <a:sysClr val="window" lastClr="FFFFFF">
                  <a:alpha val="0"/>
                </a:sysClr>
              </a:gs>
            </a:gsLst>
            <a:lin ang="5400000" scaled="1"/>
          </a:gradFill>
          <a:ln w="9525">
            <a:noFill/>
            <a:round/>
          </a:ln>
        </p:spPr>
        <p:txBody>
          <a:bodyPr wrap="none" lIns="162548" tIns="81273" rIns="162548" bIns="81273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sp>
        <p:nvSpPr>
          <p:cNvPr id="5" name="Freeform 37"/>
          <p:cNvSpPr/>
          <p:nvPr>
            <p:custDataLst>
              <p:tags r:id="rId22"/>
            </p:custDataLst>
          </p:nvPr>
        </p:nvSpPr>
        <p:spPr bwMode="auto">
          <a:xfrm flipV="1">
            <a:off x="10179050" y="2924175"/>
            <a:ext cx="402590" cy="388620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  <a:gd name="connsiteX0" fmla="*/ 5000 w 10000"/>
              <a:gd name="connsiteY0" fmla="*/ 0 h 10000"/>
              <a:gd name="connsiteX1" fmla="*/ 3189 w 10000"/>
              <a:gd name="connsiteY1" fmla="*/ 2129 h 10000"/>
              <a:gd name="connsiteX2" fmla="*/ 3976 w 10000"/>
              <a:gd name="connsiteY2" fmla="*/ 2129 h 10000"/>
              <a:gd name="connsiteX3" fmla="*/ 0 w 10000"/>
              <a:gd name="connsiteY3" fmla="*/ 4897 h 10000"/>
              <a:gd name="connsiteX4" fmla="*/ 0 w 10000"/>
              <a:gd name="connsiteY4" fmla="*/ 7463 h 10000"/>
              <a:gd name="connsiteX5" fmla="*/ 10000 w 10000"/>
              <a:gd name="connsiteY5" fmla="*/ 10000 h 10000"/>
              <a:gd name="connsiteX6" fmla="*/ 10000 w 10000"/>
              <a:gd name="connsiteY6" fmla="*/ 4789 h 10000"/>
              <a:gd name="connsiteX7" fmla="*/ 5984 w 10000"/>
              <a:gd name="connsiteY7" fmla="*/ 2129 h 10000"/>
              <a:gd name="connsiteX8" fmla="*/ 6773 w 10000"/>
              <a:gd name="connsiteY8" fmla="*/ 2129 h 10000"/>
              <a:gd name="connsiteX9" fmla="*/ 5000 w 10000"/>
              <a:gd name="connsiteY9" fmla="*/ 0 h 10000"/>
              <a:gd name="connsiteX0-1" fmla="*/ 5000 w 10000"/>
              <a:gd name="connsiteY0-2" fmla="*/ 0 h 7463"/>
              <a:gd name="connsiteX1-3" fmla="*/ 3189 w 10000"/>
              <a:gd name="connsiteY1-4" fmla="*/ 2129 h 7463"/>
              <a:gd name="connsiteX2-5" fmla="*/ 3976 w 10000"/>
              <a:gd name="connsiteY2-6" fmla="*/ 2129 h 7463"/>
              <a:gd name="connsiteX3-7" fmla="*/ 0 w 10000"/>
              <a:gd name="connsiteY3-8" fmla="*/ 4897 h 7463"/>
              <a:gd name="connsiteX4-9" fmla="*/ 0 w 10000"/>
              <a:gd name="connsiteY4-10" fmla="*/ 7463 h 7463"/>
              <a:gd name="connsiteX5-11" fmla="*/ 10000 w 10000"/>
              <a:gd name="connsiteY5-12" fmla="*/ 6308 h 7463"/>
              <a:gd name="connsiteX6-13" fmla="*/ 10000 w 10000"/>
              <a:gd name="connsiteY6-14" fmla="*/ 4789 h 7463"/>
              <a:gd name="connsiteX7-15" fmla="*/ 5984 w 10000"/>
              <a:gd name="connsiteY7-16" fmla="*/ 2129 h 7463"/>
              <a:gd name="connsiteX8-17" fmla="*/ 6773 w 10000"/>
              <a:gd name="connsiteY8-18" fmla="*/ 2129 h 7463"/>
              <a:gd name="connsiteX9-19" fmla="*/ 5000 w 10000"/>
              <a:gd name="connsiteY9-20" fmla="*/ 0 h 7463"/>
              <a:gd name="connsiteX0-21" fmla="*/ 5000 w 10000"/>
              <a:gd name="connsiteY0-22" fmla="*/ 0 h 8452"/>
              <a:gd name="connsiteX1-23" fmla="*/ 3189 w 10000"/>
              <a:gd name="connsiteY1-24" fmla="*/ 2853 h 8452"/>
              <a:gd name="connsiteX2-25" fmla="*/ 3976 w 10000"/>
              <a:gd name="connsiteY2-26" fmla="*/ 2853 h 8452"/>
              <a:gd name="connsiteX3-27" fmla="*/ 0 w 10000"/>
              <a:gd name="connsiteY3-28" fmla="*/ 6562 h 8452"/>
              <a:gd name="connsiteX4-29" fmla="*/ 0 w 10000"/>
              <a:gd name="connsiteY4-30" fmla="*/ 8452 h 8452"/>
              <a:gd name="connsiteX5-31" fmla="*/ 10000 w 10000"/>
              <a:gd name="connsiteY5-32" fmla="*/ 8452 h 8452"/>
              <a:gd name="connsiteX6-33" fmla="*/ 10000 w 10000"/>
              <a:gd name="connsiteY6-34" fmla="*/ 6417 h 8452"/>
              <a:gd name="connsiteX7-35" fmla="*/ 5984 w 10000"/>
              <a:gd name="connsiteY7-36" fmla="*/ 2853 h 8452"/>
              <a:gd name="connsiteX8-37" fmla="*/ 6773 w 10000"/>
              <a:gd name="connsiteY8-38" fmla="*/ 2853 h 8452"/>
              <a:gd name="connsiteX9-39" fmla="*/ 5000 w 10000"/>
              <a:gd name="connsiteY9-40" fmla="*/ 0 h 8452"/>
              <a:gd name="connsiteX0-41" fmla="*/ 5000 w 10000"/>
              <a:gd name="connsiteY0-42" fmla="*/ 0 h 10000"/>
              <a:gd name="connsiteX1-43" fmla="*/ 3189 w 10000"/>
              <a:gd name="connsiteY1-44" fmla="*/ 3376 h 10000"/>
              <a:gd name="connsiteX2-45" fmla="*/ 3976 w 10000"/>
              <a:gd name="connsiteY2-46" fmla="*/ 3376 h 10000"/>
              <a:gd name="connsiteX3-47" fmla="*/ 0 w 10000"/>
              <a:gd name="connsiteY3-48" fmla="*/ 7764 h 10000"/>
              <a:gd name="connsiteX4-49" fmla="*/ 0 w 10000"/>
              <a:gd name="connsiteY4-50" fmla="*/ 8750 h 10000"/>
              <a:gd name="connsiteX5-51" fmla="*/ 10000 w 10000"/>
              <a:gd name="connsiteY5-52" fmla="*/ 10000 h 10000"/>
              <a:gd name="connsiteX6-53" fmla="*/ 10000 w 10000"/>
              <a:gd name="connsiteY6-54" fmla="*/ 7592 h 10000"/>
              <a:gd name="connsiteX7-55" fmla="*/ 5984 w 10000"/>
              <a:gd name="connsiteY7-56" fmla="*/ 3376 h 10000"/>
              <a:gd name="connsiteX8-57" fmla="*/ 6773 w 10000"/>
              <a:gd name="connsiteY8-58" fmla="*/ 3376 h 10000"/>
              <a:gd name="connsiteX9-59" fmla="*/ 5000 w 10000"/>
              <a:gd name="connsiteY9-60" fmla="*/ 0 h 10000"/>
              <a:gd name="connsiteX0-61" fmla="*/ 5000 w 10000"/>
              <a:gd name="connsiteY0-62" fmla="*/ 0 h 8750"/>
              <a:gd name="connsiteX1-63" fmla="*/ 3189 w 10000"/>
              <a:gd name="connsiteY1-64" fmla="*/ 3376 h 8750"/>
              <a:gd name="connsiteX2-65" fmla="*/ 3976 w 10000"/>
              <a:gd name="connsiteY2-66" fmla="*/ 3376 h 8750"/>
              <a:gd name="connsiteX3-67" fmla="*/ 0 w 10000"/>
              <a:gd name="connsiteY3-68" fmla="*/ 7764 h 8750"/>
              <a:gd name="connsiteX4-69" fmla="*/ 0 w 10000"/>
              <a:gd name="connsiteY4-70" fmla="*/ 8750 h 8750"/>
              <a:gd name="connsiteX5-71" fmla="*/ 9992 w 10000"/>
              <a:gd name="connsiteY5-72" fmla="*/ 8750 h 8750"/>
              <a:gd name="connsiteX6-73" fmla="*/ 10000 w 10000"/>
              <a:gd name="connsiteY6-74" fmla="*/ 7592 h 8750"/>
              <a:gd name="connsiteX7-75" fmla="*/ 5984 w 10000"/>
              <a:gd name="connsiteY7-76" fmla="*/ 3376 h 8750"/>
              <a:gd name="connsiteX8-77" fmla="*/ 6773 w 10000"/>
              <a:gd name="connsiteY8-78" fmla="*/ 3376 h 8750"/>
              <a:gd name="connsiteX9-79" fmla="*/ 5000 w 10000"/>
              <a:gd name="connsiteY9-80" fmla="*/ 0 h 8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8750">
                <a:moveTo>
                  <a:pt x="5000" y="0"/>
                </a:moveTo>
                <a:lnTo>
                  <a:pt x="3189" y="3376"/>
                </a:lnTo>
                <a:lnTo>
                  <a:pt x="3976" y="3376"/>
                </a:lnTo>
                <a:cubicBezTo>
                  <a:pt x="3012" y="8477"/>
                  <a:pt x="0" y="7764"/>
                  <a:pt x="0" y="7764"/>
                </a:cubicBezTo>
                <a:lnTo>
                  <a:pt x="0" y="8750"/>
                </a:lnTo>
                <a:lnTo>
                  <a:pt x="9992" y="8750"/>
                </a:lnTo>
                <a:cubicBezTo>
                  <a:pt x="9995" y="8364"/>
                  <a:pt x="9997" y="7978"/>
                  <a:pt x="10000" y="7592"/>
                </a:cubicBezTo>
                <a:cubicBezTo>
                  <a:pt x="10000" y="7592"/>
                  <a:pt x="7436" y="8151"/>
                  <a:pt x="5984" y="3376"/>
                </a:cubicBezTo>
                <a:lnTo>
                  <a:pt x="6773" y="3376"/>
                </a:lnTo>
                <a:lnTo>
                  <a:pt x="5000" y="0"/>
                </a:lnTo>
                <a:close/>
              </a:path>
            </a:pathLst>
          </a:custGeom>
          <a:gradFill rotWithShape="1">
            <a:gsLst>
              <a:gs pos="0">
                <a:srgbClr val="C00000"/>
              </a:gs>
              <a:gs pos="44000">
                <a:srgbClr val="C00000"/>
              </a:gs>
              <a:gs pos="82000">
                <a:sysClr val="window" lastClr="FFFFFF">
                  <a:alpha val="0"/>
                </a:sysClr>
              </a:gs>
            </a:gsLst>
            <a:lin ang="5400000" scaled="1"/>
          </a:gradFill>
          <a:ln w="9525">
            <a:noFill/>
            <a:round/>
          </a:ln>
        </p:spPr>
        <p:txBody>
          <a:bodyPr wrap="none" lIns="162548" tIns="81273" rIns="162548" bIns="81273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sp>
        <p:nvSpPr>
          <p:cNvPr id="26" name="Freeform 37"/>
          <p:cNvSpPr/>
          <p:nvPr>
            <p:custDataLst>
              <p:tags r:id="rId23"/>
            </p:custDataLst>
          </p:nvPr>
        </p:nvSpPr>
        <p:spPr bwMode="auto">
          <a:xfrm flipV="1">
            <a:off x="4763770" y="5353685"/>
            <a:ext cx="402590" cy="388620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  <a:gd name="connsiteX0" fmla="*/ 5000 w 10000"/>
              <a:gd name="connsiteY0" fmla="*/ 0 h 10000"/>
              <a:gd name="connsiteX1" fmla="*/ 3189 w 10000"/>
              <a:gd name="connsiteY1" fmla="*/ 2129 h 10000"/>
              <a:gd name="connsiteX2" fmla="*/ 3976 w 10000"/>
              <a:gd name="connsiteY2" fmla="*/ 2129 h 10000"/>
              <a:gd name="connsiteX3" fmla="*/ 0 w 10000"/>
              <a:gd name="connsiteY3" fmla="*/ 4897 h 10000"/>
              <a:gd name="connsiteX4" fmla="*/ 0 w 10000"/>
              <a:gd name="connsiteY4" fmla="*/ 7463 h 10000"/>
              <a:gd name="connsiteX5" fmla="*/ 10000 w 10000"/>
              <a:gd name="connsiteY5" fmla="*/ 10000 h 10000"/>
              <a:gd name="connsiteX6" fmla="*/ 10000 w 10000"/>
              <a:gd name="connsiteY6" fmla="*/ 4789 h 10000"/>
              <a:gd name="connsiteX7" fmla="*/ 5984 w 10000"/>
              <a:gd name="connsiteY7" fmla="*/ 2129 h 10000"/>
              <a:gd name="connsiteX8" fmla="*/ 6773 w 10000"/>
              <a:gd name="connsiteY8" fmla="*/ 2129 h 10000"/>
              <a:gd name="connsiteX9" fmla="*/ 5000 w 10000"/>
              <a:gd name="connsiteY9" fmla="*/ 0 h 10000"/>
              <a:gd name="connsiteX0-1" fmla="*/ 5000 w 10000"/>
              <a:gd name="connsiteY0-2" fmla="*/ 0 h 7463"/>
              <a:gd name="connsiteX1-3" fmla="*/ 3189 w 10000"/>
              <a:gd name="connsiteY1-4" fmla="*/ 2129 h 7463"/>
              <a:gd name="connsiteX2-5" fmla="*/ 3976 w 10000"/>
              <a:gd name="connsiteY2-6" fmla="*/ 2129 h 7463"/>
              <a:gd name="connsiteX3-7" fmla="*/ 0 w 10000"/>
              <a:gd name="connsiteY3-8" fmla="*/ 4897 h 7463"/>
              <a:gd name="connsiteX4-9" fmla="*/ 0 w 10000"/>
              <a:gd name="connsiteY4-10" fmla="*/ 7463 h 7463"/>
              <a:gd name="connsiteX5-11" fmla="*/ 10000 w 10000"/>
              <a:gd name="connsiteY5-12" fmla="*/ 6308 h 7463"/>
              <a:gd name="connsiteX6-13" fmla="*/ 10000 w 10000"/>
              <a:gd name="connsiteY6-14" fmla="*/ 4789 h 7463"/>
              <a:gd name="connsiteX7-15" fmla="*/ 5984 w 10000"/>
              <a:gd name="connsiteY7-16" fmla="*/ 2129 h 7463"/>
              <a:gd name="connsiteX8-17" fmla="*/ 6773 w 10000"/>
              <a:gd name="connsiteY8-18" fmla="*/ 2129 h 7463"/>
              <a:gd name="connsiteX9-19" fmla="*/ 5000 w 10000"/>
              <a:gd name="connsiteY9-20" fmla="*/ 0 h 7463"/>
              <a:gd name="connsiteX0-21" fmla="*/ 5000 w 10000"/>
              <a:gd name="connsiteY0-22" fmla="*/ 0 h 8452"/>
              <a:gd name="connsiteX1-23" fmla="*/ 3189 w 10000"/>
              <a:gd name="connsiteY1-24" fmla="*/ 2853 h 8452"/>
              <a:gd name="connsiteX2-25" fmla="*/ 3976 w 10000"/>
              <a:gd name="connsiteY2-26" fmla="*/ 2853 h 8452"/>
              <a:gd name="connsiteX3-27" fmla="*/ 0 w 10000"/>
              <a:gd name="connsiteY3-28" fmla="*/ 6562 h 8452"/>
              <a:gd name="connsiteX4-29" fmla="*/ 0 w 10000"/>
              <a:gd name="connsiteY4-30" fmla="*/ 8452 h 8452"/>
              <a:gd name="connsiteX5-31" fmla="*/ 10000 w 10000"/>
              <a:gd name="connsiteY5-32" fmla="*/ 8452 h 8452"/>
              <a:gd name="connsiteX6-33" fmla="*/ 10000 w 10000"/>
              <a:gd name="connsiteY6-34" fmla="*/ 6417 h 8452"/>
              <a:gd name="connsiteX7-35" fmla="*/ 5984 w 10000"/>
              <a:gd name="connsiteY7-36" fmla="*/ 2853 h 8452"/>
              <a:gd name="connsiteX8-37" fmla="*/ 6773 w 10000"/>
              <a:gd name="connsiteY8-38" fmla="*/ 2853 h 8452"/>
              <a:gd name="connsiteX9-39" fmla="*/ 5000 w 10000"/>
              <a:gd name="connsiteY9-40" fmla="*/ 0 h 8452"/>
              <a:gd name="connsiteX0-41" fmla="*/ 5000 w 10000"/>
              <a:gd name="connsiteY0-42" fmla="*/ 0 h 10000"/>
              <a:gd name="connsiteX1-43" fmla="*/ 3189 w 10000"/>
              <a:gd name="connsiteY1-44" fmla="*/ 3376 h 10000"/>
              <a:gd name="connsiteX2-45" fmla="*/ 3976 w 10000"/>
              <a:gd name="connsiteY2-46" fmla="*/ 3376 h 10000"/>
              <a:gd name="connsiteX3-47" fmla="*/ 0 w 10000"/>
              <a:gd name="connsiteY3-48" fmla="*/ 7764 h 10000"/>
              <a:gd name="connsiteX4-49" fmla="*/ 0 w 10000"/>
              <a:gd name="connsiteY4-50" fmla="*/ 8750 h 10000"/>
              <a:gd name="connsiteX5-51" fmla="*/ 10000 w 10000"/>
              <a:gd name="connsiteY5-52" fmla="*/ 10000 h 10000"/>
              <a:gd name="connsiteX6-53" fmla="*/ 10000 w 10000"/>
              <a:gd name="connsiteY6-54" fmla="*/ 7592 h 10000"/>
              <a:gd name="connsiteX7-55" fmla="*/ 5984 w 10000"/>
              <a:gd name="connsiteY7-56" fmla="*/ 3376 h 10000"/>
              <a:gd name="connsiteX8-57" fmla="*/ 6773 w 10000"/>
              <a:gd name="connsiteY8-58" fmla="*/ 3376 h 10000"/>
              <a:gd name="connsiteX9-59" fmla="*/ 5000 w 10000"/>
              <a:gd name="connsiteY9-60" fmla="*/ 0 h 10000"/>
              <a:gd name="connsiteX0-61" fmla="*/ 5000 w 10000"/>
              <a:gd name="connsiteY0-62" fmla="*/ 0 h 8750"/>
              <a:gd name="connsiteX1-63" fmla="*/ 3189 w 10000"/>
              <a:gd name="connsiteY1-64" fmla="*/ 3376 h 8750"/>
              <a:gd name="connsiteX2-65" fmla="*/ 3976 w 10000"/>
              <a:gd name="connsiteY2-66" fmla="*/ 3376 h 8750"/>
              <a:gd name="connsiteX3-67" fmla="*/ 0 w 10000"/>
              <a:gd name="connsiteY3-68" fmla="*/ 7764 h 8750"/>
              <a:gd name="connsiteX4-69" fmla="*/ 0 w 10000"/>
              <a:gd name="connsiteY4-70" fmla="*/ 8750 h 8750"/>
              <a:gd name="connsiteX5-71" fmla="*/ 9992 w 10000"/>
              <a:gd name="connsiteY5-72" fmla="*/ 8750 h 8750"/>
              <a:gd name="connsiteX6-73" fmla="*/ 10000 w 10000"/>
              <a:gd name="connsiteY6-74" fmla="*/ 7592 h 8750"/>
              <a:gd name="connsiteX7-75" fmla="*/ 5984 w 10000"/>
              <a:gd name="connsiteY7-76" fmla="*/ 3376 h 8750"/>
              <a:gd name="connsiteX8-77" fmla="*/ 6773 w 10000"/>
              <a:gd name="connsiteY8-78" fmla="*/ 3376 h 8750"/>
              <a:gd name="connsiteX9-79" fmla="*/ 5000 w 10000"/>
              <a:gd name="connsiteY9-80" fmla="*/ 0 h 8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8750">
                <a:moveTo>
                  <a:pt x="5000" y="0"/>
                </a:moveTo>
                <a:lnTo>
                  <a:pt x="3189" y="3376"/>
                </a:lnTo>
                <a:lnTo>
                  <a:pt x="3976" y="3376"/>
                </a:lnTo>
                <a:cubicBezTo>
                  <a:pt x="3012" y="8477"/>
                  <a:pt x="0" y="7764"/>
                  <a:pt x="0" y="7764"/>
                </a:cubicBezTo>
                <a:lnTo>
                  <a:pt x="0" y="8750"/>
                </a:lnTo>
                <a:lnTo>
                  <a:pt x="9992" y="8750"/>
                </a:lnTo>
                <a:cubicBezTo>
                  <a:pt x="9995" y="8364"/>
                  <a:pt x="9997" y="7978"/>
                  <a:pt x="10000" y="7592"/>
                </a:cubicBezTo>
                <a:cubicBezTo>
                  <a:pt x="10000" y="7592"/>
                  <a:pt x="7436" y="8151"/>
                  <a:pt x="5984" y="3376"/>
                </a:cubicBezTo>
                <a:lnTo>
                  <a:pt x="6773" y="3376"/>
                </a:lnTo>
                <a:lnTo>
                  <a:pt x="5000" y="0"/>
                </a:lnTo>
                <a:close/>
              </a:path>
            </a:pathLst>
          </a:custGeom>
          <a:gradFill rotWithShape="1">
            <a:gsLst>
              <a:gs pos="0">
                <a:srgbClr val="C00000"/>
              </a:gs>
              <a:gs pos="44000">
                <a:srgbClr val="C00000"/>
              </a:gs>
              <a:gs pos="82000">
                <a:sysClr val="window" lastClr="FFFFFF">
                  <a:alpha val="0"/>
                </a:sysClr>
              </a:gs>
            </a:gsLst>
            <a:lin ang="5400000" scaled="1"/>
          </a:gradFill>
          <a:ln w="9525">
            <a:noFill/>
            <a:round/>
          </a:ln>
        </p:spPr>
        <p:txBody>
          <a:bodyPr wrap="none" lIns="162548" tIns="81273" rIns="162548" bIns="81273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sp>
        <p:nvSpPr>
          <p:cNvPr id="27" name="Freeform 37"/>
          <p:cNvSpPr/>
          <p:nvPr>
            <p:custDataLst>
              <p:tags r:id="rId24"/>
            </p:custDataLst>
          </p:nvPr>
        </p:nvSpPr>
        <p:spPr bwMode="auto">
          <a:xfrm flipV="1">
            <a:off x="10216515" y="5353685"/>
            <a:ext cx="402590" cy="388620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  <a:gd name="connsiteX0" fmla="*/ 5000 w 10000"/>
              <a:gd name="connsiteY0" fmla="*/ 0 h 10000"/>
              <a:gd name="connsiteX1" fmla="*/ 3189 w 10000"/>
              <a:gd name="connsiteY1" fmla="*/ 2129 h 10000"/>
              <a:gd name="connsiteX2" fmla="*/ 3976 w 10000"/>
              <a:gd name="connsiteY2" fmla="*/ 2129 h 10000"/>
              <a:gd name="connsiteX3" fmla="*/ 0 w 10000"/>
              <a:gd name="connsiteY3" fmla="*/ 4897 h 10000"/>
              <a:gd name="connsiteX4" fmla="*/ 0 w 10000"/>
              <a:gd name="connsiteY4" fmla="*/ 7463 h 10000"/>
              <a:gd name="connsiteX5" fmla="*/ 10000 w 10000"/>
              <a:gd name="connsiteY5" fmla="*/ 10000 h 10000"/>
              <a:gd name="connsiteX6" fmla="*/ 10000 w 10000"/>
              <a:gd name="connsiteY6" fmla="*/ 4789 h 10000"/>
              <a:gd name="connsiteX7" fmla="*/ 5984 w 10000"/>
              <a:gd name="connsiteY7" fmla="*/ 2129 h 10000"/>
              <a:gd name="connsiteX8" fmla="*/ 6773 w 10000"/>
              <a:gd name="connsiteY8" fmla="*/ 2129 h 10000"/>
              <a:gd name="connsiteX9" fmla="*/ 5000 w 10000"/>
              <a:gd name="connsiteY9" fmla="*/ 0 h 10000"/>
              <a:gd name="connsiteX0-1" fmla="*/ 5000 w 10000"/>
              <a:gd name="connsiteY0-2" fmla="*/ 0 h 7463"/>
              <a:gd name="connsiteX1-3" fmla="*/ 3189 w 10000"/>
              <a:gd name="connsiteY1-4" fmla="*/ 2129 h 7463"/>
              <a:gd name="connsiteX2-5" fmla="*/ 3976 w 10000"/>
              <a:gd name="connsiteY2-6" fmla="*/ 2129 h 7463"/>
              <a:gd name="connsiteX3-7" fmla="*/ 0 w 10000"/>
              <a:gd name="connsiteY3-8" fmla="*/ 4897 h 7463"/>
              <a:gd name="connsiteX4-9" fmla="*/ 0 w 10000"/>
              <a:gd name="connsiteY4-10" fmla="*/ 7463 h 7463"/>
              <a:gd name="connsiteX5-11" fmla="*/ 10000 w 10000"/>
              <a:gd name="connsiteY5-12" fmla="*/ 6308 h 7463"/>
              <a:gd name="connsiteX6-13" fmla="*/ 10000 w 10000"/>
              <a:gd name="connsiteY6-14" fmla="*/ 4789 h 7463"/>
              <a:gd name="connsiteX7-15" fmla="*/ 5984 w 10000"/>
              <a:gd name="connsiteY7-16" fmla="*/ 2129 h 7463"/>
              <a:gd name="connsiteX8-17" fmla="*/ 6773 w 10000"/>
              <a:gd name="connsiteY8-18" fmla="*/ 2129 h 7463"/>
              <a:gd name="connsiteX9-19" fmla="*/ 5000 w 10000"/>
              <a:gd name="connsiteY9-20" fmla="*/ 0 h 7463"/>
              <a:gd name="connsiteX0-21" fmla="*/ 5000 w 10000"/>
              <a:gd name="connsiteY0-22" fmla="*/ 0 h 8452"/>
              <a:gd name="connsiteX1-23" fmla="*/ 3189 w 10000"/>
              <a:gd name="connsiteY1-24" fmla="*/ 2853 h 8452"/>
              <a:gd name="connsiteX2-25" fmla="*/ 3976 w 10000"/>
              <a:gd name="connsiteY2-26" fmla="*/ 2853 h 8452"/>
              <a:gd name="connsiteX3-27" fmla="*/ 0 w 10000"/>
              <a:gd name="connsiteY3-28" fmla="*/ 6562 h 8452"/>
              <a:gd name="connsiteX4-29" fmla="*/ 0 w 10000"/>
              <a:gd name="connsiteY4-30" fmla="*/ 8452 h 8452"/>
              <a:gd name="connsiteX5-31" fmla="*/ 10000 w 10000"/>
              <a:gd name="connsiteY5-32" fmla="*/ 8452 h 8452"/>
              <a:gd name="connsiteX6-33" fmla="*/ 10000 w 10000"/>
              <a:gd name="connsiteY6-34" fmla="*/ 6417 h 8452"/>
              <a:gd name="connsiteX7-35" fmla="*/ 5984 w 10000"/>
              <a:gd name="connsiteY7-36" fmla="*/ 2853 h 8452"/>
              <a:gd name="connsiteX8-37" fmla="*/ 6773 w 10000"/>
              <a:gd name="connsiteY8-38" fmla="*/ 2853 h 8452"/>
              <a:gd name="connsiteX9-39" fmla="*/ 5000 w 10000"/>
              <a:gd name="connsiteY9-40" fmla="*/ 0 h 8452"/>
              <a:gd name="connsiteX0-41" fmla="*/ 5000 w 10000"/>
              <a:gd name="connsiteY0-42" fmla="*/ 0 h 10000"/>
              <a:gd name="connsiteX1-43" fmla="*/ 3189 w 10000"/>
              <a:gd name="connsiteY1-44" fmla="*/ 3376 h 10000"/>
              <a:gd name="connsiteX2-45" fmla="*/ 3976 w 10000"/>
              <a:gd name="connsiteY2-46" fmla="*/ 3376 h 10000"/>
              <a:gd name="connsiteX3-47" fmla="*/ 0 w 10000"/>
              <a:gd name="connsiteY3-48" fmla="*/ 7764 h 10000"/>
              <a:gd name="connsiteX4-49" fmla="*/ 0 w 10000"/>
              <a:gd name="connsiteY4-50" fmla="*/ 8750 h 10000"/>
              <a:gd name="connsiteX5-51" fmla="*/ 10000 w 10000"/>
              <a:gd name="connsiteY5-52" fmla="*/ 10000 h 10000"/>
              <a:gd name="connsiteX6-53" fmla="*/ 10000 w 10000"/>
              <a:gd name="connsiteY6-54" fmla="*/ 7592 h 10000"/>
              <a:gd name="connsiteX7-55" fmla="*/ 5984 w 10000"/>
              <a:gd name="connsiteY7-56" fmla="*/ 3376 h 10000"/>
              <a:gd name="connsiteX8-57" fmla="*/ 6773 w 10000"/>
              <a:gd name="connsiteY8-58" fmla="*/ 3376 h 10000"/>
              <a:gd name="connsiteX9-59" fmla="*/ 5000 w 10000"/>
              <a:gd name="connsiteY9-60" fmla="*/ 0 h 10000"/>
              <a:gd name="connsiteX0-61" fmla="*/ 5000 w 10000"/>
              <a:gd name="connsiteY0-62" fmla="*/ 0 h 8750"/>
              <a:gd name="connsiteX1-63" fmla="*/ 3189 w 10000"/>
              <a:gd name="connsiteY1-64" fmla="*/ 3376 h 8750"/>
              <a:gd name="connsiteX2-65" fmla="*/ 3976 w 10000"/>
              <a:gd name="connsiteY2-66" fmla="*/ 3376 h 8750"/>
              <a:gd name="connsiteX3-67" fmla="*/ 0 w 10000"/>
              <a:gd name="connsiteY3-68" fmla="*/ 7764 h 8750"/>
              <a:gd name="connsiteX4-69" fmla="*/ 0 w 10000"/>
              <a:gd name="connsiteY4-70" fmla="*/ 8750 h 8750"/>
              <a:gd name="connsiteX5-71" fmla="*/ 9992 w 10000"/>
              <a:gd name="connsiteY5-72" fmla="*/ 8750 h 8750"/>
              <a:gd name="connsiteX6-73" fmla="*/ 10000 w 10000"/>
              <a:gd name="connsiteY6-74" fmla="*/ 7592 h 8750"/>
              <a:gd name="connsiteX7-75" fmla="*/ 5984 w 10000"/>
              <a:gd name="connsiteY7-76" fmla="*/ 3376 h 8750"/>
              <a:gd name="connsiteX8-77" fmla="*/ 6773 w 10000"/>
              <a:gd name="connsiteY8-78" fmla="*/ 3376 h 8750"/>
              <a:gd name="connsiteX9-79" fmla="*/ 5000 w 10000"/>
              <a:gd name="connsiteY9-80" fmla="*/ 0 h 8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8750">
                <a:moveTo>
                  <a:pt x="5000" y="0"/>
                </a:moveTo>
                <a:lnTo>
                  <a:pt x="3189" y="3376"/>
                </a:lnTo>
                <a:lnTo>
                  <a:pt x="3976" y="3376"/>
                </a:lnTo>
                <a:cubicBezTo>
                  <a:pt x="3012" y="8477"/>
                  <a:pt x="0" y="7764"/>
                  <a:pt x="0" y="7764"/>
                </a:cubicBezTo>
                <a:lnTo>
                  <a:pt x="0" y="8750"/>
                </a:lnTo>
                <a:lnTo>
                  <a:pt x="9992" y="8750"/>
                </a:lnTo>
                <a:cubicBezTo>
                  <a:pt x="9995" y="8364"/>
                  <a:pt x="9997" y="7978"/>
                  <a:pt x="10000" y="7592"/>
                </a:cubicBezTo>
                <a:cubicBezTo>
                  <a:pt x="10000" y="7592"/>
                  <a:pt x="7436" y="8151"/>
                  <a:pt x="5984" y="3376"/>
                </a:cubicBezTo>
                <a:lnTo>
                  <a:pt x="6773" y="3376"/>
                </a:lnTo>
                <a:lnTo>
                  <a:pt x="5000" y="0"/>
                </a:lnTo>
                <a:close/>
              </a:path>
            </a:pathLst>
          </a:custGeom>
          <a:gradFill rotWithShape="1">
            <a:gsLst>
              <a:gs pos="0">
                <a:srgbClr val="C00000"/>
              </a:gs>
              <a:gs pos="44000">
                <a:srgbClr val="C00000"/>
              </a:gs>
              <a:gs pos="82000">
                <a:sysClr val="window" lastClr="FFFFFF">
                  <a:alpha val="0"/>
                </a:sysClr>
              </a:gs>
            </a:gsLst>
            <a:lin ang="5400000" scaled="1"/>
          </a:gradFill>
          <a:ln w="9525">
            <a:noFill/>
            <a:round/>
          </a:ln>
        </p:spPr>
        <p:txBody>
          <a:bodyPr wrap="none" lIns="162548" tIns="81273" rIns="162548" bIns="81273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89000" y="2098675"/>
            <a:ext cx="5058410" cy="1946910"/>
          </a:xfrm>
          <a:prstGeom prst="rect">
            <a:avLst/>
          </a:prstGeom>
          <a:noFill/>
          <a:ln w="12700">
            <a:solidFill>
              <a:srgbClr val="AFB1B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89000" y="4276725"/>
            <a:ext cx="5058410" cy="1946910"/>
          </a:xfrm>
          <a:prstGeom prst="rect">
            <a:avLst/>
          </a:prstGeom>
          <a:noFill/>
          <a:ln w="12700">
            <a:solidFill>
              <a:srgbClr val="AFB1B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181725" y="4276725"/>
            <a:ext cx="5058410" cy="1946910"/>
          </a:xfrm>
          <a:prstGeom prst="rect">
            <a:avLst/>
          </a:prstGeom>
          <a:noFill/>
          <a:ln w="12700">
            <a:solidFill>
              <a:srgbClr val="AFB1B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6181725" y="2080895"/>
            <a:ext cx="5058410" cy="1946910"/>
          </a:xfrm>
          <a:prstGeom prst="rect">
            <a:avLst/>
          </a:prstGeom>
          <a:noFill/>
          <a:ln w="12700">
            <a:solidFill>
              <a:srgbClr val="AFB1B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>
          <a:xfrm>
            <a:off x="221615" y="267335"/>
            <a:ext cx="11155680" cy="457200"/>
          </a:xfrm>
        </p:spPr>
        <p:txBody>
          <a:bodyPr wrap="none"/>
          <a:lstStyle/>
          <a:p>
            <a:pPr algn="l"/>
            <a:r>
              <a:rPr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6</a:t>
            </a:r>
            <a:r>
              <a:rPr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两类网络能力</a:t>
            </a: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需求：推理承载与 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Agent </a:t>
            </a: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互联</a:t>
            </a:r>
            <a:endParaRPr lang="zh-CN" altLang="en-US" sz="2800" b="1">
              <a:solidFill>
                <a:schemeClr val="accent1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27080" cy="9220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面向智能体业务新范式，网络需要提供推理承载与智能体互联两类核心能力，分别支撑模型推理调度与多智能体协同交互需求。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5345" y="4878070"/>
            <a:ext cx="4970780" cy="127190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altLang="zh-CN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① 推理网络 —— 智能体运行的算力底座</a:t>
            </a:r>
            <a:endParaRPr altLang="zh-CN" sz="16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50000"/>
              </a:lnSpc>
            </a:pPr>
            <a:r>
              <a:rPr lang="zh-CN" sz="1400" b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用户</a:t>
            </a:r>
            <a:r>
              <a:rPr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↔算力</a:t>
            </a: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算力</a:t>
            </a:r>
            <a:r>
              <a:rPr altLang="zh-CN" sz="1400" b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↔算力：</a:t>
            </a:r>
            <a:endParaRPr altLang="zh-CN" sz="1400" b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50000"/>
              </a:lnSpc>
            </a:pPr>
            <a:r>
              <a:rPr altLang="zh-CN" sz="1200" b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KV Cache/中间层数据流 · 长距无损传输 · 带宽收敛 · 确定性时延</a:t>
            </a:r>
            <a:endParaRPr altLang="zh-CN" sz="1200" b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50000"/>
              </a:lnSpc>
            </a:pPr>
            <a:r>
              <a:rPr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→ 第二章 · 云边协同推理网络</a:t>
            </a:r>
            <a:endParaRPr altLang="zh-CN"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45936" y="4877880"/>
            <a:ext cx="5221224" cy="127190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altLang="zh-CN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② 协同网络 —— 智能体互联的互通层</a:t>
            </a:r>
            <a:endParaRPr altLang="zh-CN" sz="16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50000"/>
              </a:lnSpc>
            </a:pPr>
            <a:r>
              <a:rPr altLang="zh-CN" sz="1400" b="0">
                <a:solidFill>
                  <a:srgbClr val="0A2540"/>
                </a:solidFill>
                <a:latin typeface="微软雅黑" charset="0"/>
                <a:ea typeface="微软雅黑" charset="0"/>
                <a:cs typeface="微软雅黑" charset="0"/>
              </a:rPr>
              <a:t>智能体↔智能体：</a:t>
            </a:r>
            <a:endParaRPr altLang="zh-CN" sz="1400" b="0">
              <a:solidFill>
                <a:srgbClr val="0A254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50000"/>
              </a:lnSpc>
            </a:pPr>
            <a:r>
              <a:rPr altLang="zh-CN" sz="1200" b="0">
                <a:solidFill>
                  <a:srgbClr val="0A2540"/>
                </a:solidFill>
                <a:latin typeface="微软雅黑" charset="0"/>
                <a:ea typeface="微软雅黑" charset="0"/>
                <a:cs typeface="微软雅黑" charset="0"/>
              </a:rPr>
              <a:t>统一标识 · 语义寻址 · 协议转译 · 任务编排</a:t>
            </a:r>
            <a:endParaRPr altLang="zh-CN" sz="1200" b="0">
              <a:solidFill>
                <a:srgbClr val="0A254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50000"/>
              </a:lnSpc>
            </a:pPr>
            <a:r>
              <a:rPr altLang="zh-CN" sz="1200" b="1">
                <a:solidFill>
                  <a:srgbClr val="0A2540"/>
                </a:solidFill>
                <a:latin typeface="微软雅黑" charset="0"/>
                <a:ea typeface="微软雅黑" charset="0"/>
                <a:cs typeface="微软雅黑" charset="0"/>
              </a:rPr>
              <a:t>→ 第三章 </a:t>
            </a:r>
            <a:r>
              <a:rPr lang="zh-CN" sz="1200" b="1">
                <a:solidFill>
                  <a:srgbClr val="0A2540"/>
                </a:solidFill>
                <a:latin typeface="微软雅黑" charset="0"/>
                <a:ea typeface="微软雅黑" charset="0"/>
                <a:cs typeface="微软雅黑" charset="0"/>
              </a:rPr>
              <a:t>智能体互联网络</a:t>
            </a:r>
            <a:endParaRPr lang="zh-CN" sz="1200" b="1">
              <a:solidFill>
                <a:srgbClr val="0A25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855345" y="1889760"/>
            <a:ext cx="10676255" cy="2597785"/>
            <a:chOff x="1368" y="2913"/>
            <a:chExt cx="16813" cy="4091"/>
          </a:xfrm>
        </p:grpSpPr>
        <p:sp>
          <p:nvSpPr>
            <p:cNvPr id="53" name="圆角矩形 52"/>
            <p:cNvSpPr/>
            <p:nvPr/>
          </p:nvSpPr>
          <p:spPr>
            <a:xfrm>
              <a:off x="3526" y="2969"/>
              <a:ext cx="14607" cy="15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68" y="4537"/>
              <a:ext cx="1336" cy="1817"/>
            </a:xfrm>
            <a:prstGeom prst="rect">
              <a:avLst/>
            </a:prstGeom>
          </p:spPr>
        </p:pic>
        <p:sp>
          <p:nvSpPr>
            <p:cNvPr id="52" name="圆角矩形 51"/>
            <p:cNvSpPr/>
            <p:nvPr/>
          </p:nvSpPr>
          <p:spPr>
            <a:xfrm>
              <a:off x="3574" y="4850"/>
              <a:ext cx="14607" cy="52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201" y="4529"/>
              <a:ext cx="2304" cy="34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altLang="zh-CN" sz="1000" b="1">
                  <a:solidFill>
                    <a:srgbClr val="285091"/>
                  </a:solidFill>
                  <a:latin typeface="思源黑体 CN"/>
                </a:rPr>
                <a:t>① 意图 / ⑤ 闭环</a:t>
              </a:r>
              <a:endParaRPr altLang="zh-CN" sz="1000" b="1">
                <a:solidFill>
                  <a:srgbClr val="285091"/>
                </a:solidFill>
                <a:latin typeface="思源黑体 CN"/>
              </a:endParaRPr>
            </a:p>
          </p:txBody>
        </p:sp>
        <p:sp>
          <p:nvSpPr>
            <p:cNvPr id="12" name="Left-Right Arrow 11"/>
            <p:cNvSpPr/>
            <p:nvPr/>
          </p:nvSpPr>
          <p:spPr>
            <a:xfrm>
              <a:off x="6091" y="3713"/>
              <a:ext cx="720" cy="259"/>
            </a:xfrm>
            <a:prstGeom prst="leftRightArrow">
              <a:avLst/>
            </a:prstGeom>
            <a:solidFill>
              <a:schemeClr val="bg1"/>
            </a:solidFill>
            <a:ln w="6350">
              <a:solidFill>
                <a:srgbClr val="2850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Left-Right Arrow 12"/>
            <p:cNvSpPr/>
            <p:nvPr/>
          </p:nvSpPr>
          <p:spPr>
            <a:xfrm>
              <a:off x="9547" y="3713"/>
              <a:ext cx="720" cy="259"/>
            </a:xfrm>
            <a:prstGeom prst="leftRightArrow">
              <a:avLst/>
            </a:prstGeom>
            <a:solidFill>
              <a:schemeClr val="bg1"/>
            </a:solidFill>
            <a:ln w="6350">
              <a:solidFill>
                <a:srgbClr val="2850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eft-Right Arrow 13"/>
            <p:cNvSpPr/>
            <p:nvPr/>
          </p:nvSpPr>
          <p:spPr>
            <a:xfrm>
              <a:off x="13003" y="3713"/>
              <a:ext cx="720" cy="259"/>
            </a:xfrm>
            <a:prstGeom prst="leftRightArrow">
              <a:avLst/>
            </a:prstGeom>
            <a:solidFill>
              <a:schemeClr val="bg1"/>
            </a:solidFill>
            <a:ln w="6350">
              <a:solidFill>
                <a:srgbClr val="2850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515" y="4054"/>
              <a:ext cx="1872" cy="34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altLang="zh-CN" sz="1050" b="1">
                  <a:solidFill>
                    <a:srgbClr val="285091"/>
                  </a:solidFill>
                  <a:latin typeface="思源黑体 CN"/>
                </a:rPr>
                <a:t>② 消息流</a:t>
              </a:r>
              <a:endParaRPr altLang="zh-CN" sz="1050" b="1">
                <a:solidFill>
                  <a:srgbClr val="285091"/>
                </a:solidFill>
                <a:latin typeface="思源黑体 CN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74" y="5384"/>
              <a:ext cx="14559" cy="6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575" y="5539"/>
              <a:ext cx="14267" cy="368"/>
            </a:xfrm>
            <a:prstGeom prst="rect">
              <a:avLst/>
            </a:prstGeom>
            <a:noFill/>
          </p:spPr>
          <p:txBody>
            <a:bodyPr wrap="square" lIns="25400" tIns="12700" rIns="25400" bIns="127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altLang="zh-CN" sz="1250" b="1">
                  <a:solidFill>
                    <a:srgbClr val="0A2540"/>
                  </a:solidFill>
                  <a:latin typeface="思源黑体 CN"/>
                </a:rPr>
                <a:t>基础网络（物理承载）：新型城域网 · 广域骨干网 ·</a:t>
              </a:r>
              <a:r>
                <a:rPr lang="zh-CN" sz="1250" b="1">
                  <a:solidFill>
                    <a:srgbClr val="0A2540"/>
                  </a:solidFill>
                  <a:latin typeface="思源黑体 CN"/>
                </a:rPr>
                <a:t>智算中心网络</a:t>
              </a:r>
              <a:r>
                <a:rPr altLang="zh-CN" sz="1250" b="1">
                  <a:solidFill>
                    <a:srgbClr val="0A2540"/>
                  </a:solidFill>
                  <a:latin typeface="思源黑体 CN"/>
                </a:rPr>
                <a:t> </a:t>
              </a:r>
              <a:endParaRPr altLang="zh-CN" sz="1250" b="1">
                <a:solidFill>
                  <a:srgbClr val="0A2540"/>
                </a:solidFill>
                <a:latin typeface="思源黑体 CN"/>
              </a:endParaRP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716" y="4408"/>
              <a:ext cx="0" cy="1869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172" y="4489"/>
              <a:ext cx="0" cy="1788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1628" y="4225"/>
              <a:ext cx="0" cy="2052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5084" y="4203"/>
              <a:ext cx="0" cy="2074"/>
            </a:xfrm>
            <a:prstGeom prst="line">
              <a:avLst/>
            </a:prstGeom>
            <a:ln w="12700">
              <a:solidFill>
                <a:srgbClr val="595959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1640" y="4450"/>
              <a:ext cx="2160" cy="34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altLang="zh-CN" sz="1050" b="1">
                  <a:solidFill>
                    <a:srgbClr val="285091"/>
                  </a:solidFill>
                  <a:latin typeface="思源黑体 CN"/>
                </a:rPr>
                <a:t>③ 推理调用</a:t>
              </a:r>
              <a:endParaRPr altLang="zh-CN" sz="1050" b="1">
                <a:solidFill>
                  <a:srgbClr val="285091"/>
                </a:solidFill>
                <a:latin typeface="思源黑体 CN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574" y="6277"/>
              <a:ext cx="5363" cy="727"/>
            </a:xfrm>
            <a:prstGeom prst="rect">
              <a:avLst/>
            </a:prstGeom>
            <a:solidFill>
              <a:srgbClr val="FDFDFC"/>
            </a:solidFill>
            <a:ln w="15240">
              <a:solidFill>
                <a:srgbClr val="2850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81" y="6366"/>
              <a:ext cx="5148" cy="31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altLang="zh-CN" sz="1150" b="1">
                  <a:solidFill>
                    <a:srgbClr val="285091"/>
                  </a:solidFill>
                  <a:latin typeface="思源黑体 CN"/>
                </a:rPr>
                <a:t>边缘算力池（企业园区/边缘）</a:t>
              </a:r>
              <a:endParaRPr altLang="zh-CN" sz="1150" b="1">
                <a:solidFill>
                  <a:srgbClr val="285091"/>
                </a:solidFill>
                <a:latin typeface="思源黑体 CN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879" y="6277"/>
              <a:ext cx="6222" cy="726"/>
            </a:xfrm>
            <a:prstGeom prst="rect">
              <a:avLst/>
            </a:prstGeom>
            <a:solidFill>
              <a:srgbClr val="FDFDFC"/>
            </a:solidFill>
            <a:ln w="15240">
              <a:solidFill>
                <a:srgbClr val="2850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975" y="6363"/>
              <a:ext cx="5982" cy="31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altLang="zh-CN" sz="1150" b="1">
                  <a:solidFill>
                    <a:srgbClr val="285091"/>
                  </a:solidFill>
                  <a:latin typeface="思源黑体 CN"/>
                </a:rPr>
                <a:t>中心算力池（智算中心）</a:t>
              </a:r>
              <a:endParaRPr altLang="zh-CN" sz="1150" b="1">
                <a:solidFill>
                  <a:srgbClr val="285091"/>
                </a:solidFill>
                <a:latin typeface="思源黑体 CN"/>
              </a:endParaRPr>
            </a:p>
          </p:txBody>
        </p:sp>
        <p:sp>
          <p:nvSpPr>
            <p:cNvPr id="34" name="Left-Right Arrow 33"/>
            <p:cNvSpPr/>
            <p:nvPr/>
          </p:nvSpPr>
          <p:spPr>
            <a:xfrm>
              <a:off x="9448" y="6266"/>
              <a:ext cx="1670" cy="288"/>
            </a:xfrm>
            <a:prstGeom prst="leftRightArrow">
              <a:avLst/>
            </a:prstGeom>
            <a:solidFill>
              <a:srgbClr val="2850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267" y="6491"/>
              <a:ext cx="2016" cy="27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altLang="zh-CN" sz="1000" b="1">
                  <a:solidFill>
                    <a:srgbClr val="285091"/>
                  </a:solidFill>
                  <a:latin typeface="思源黑体 CN"/>
                </a:rPr>
                <a:t>④ </a:t>
              </a:r>
              <a:r>
                <a:rPr lang="zh-CN" sz="1000" b="1">
                  <a:solidFill>
                    <a:srgbClr val="285091"/>
                  </a:solidFill>
                  <a:latin typeface="思源黑体 CN"/>
                </a:rPr>
                <a:t>协同</a:t>
              </a:r>
              <a:r>
                <a:rPr lang="zh-CN" altLang="en-US" sz="1000" b="1">
                  <a:solidFill>
                    <a:srgbClr val="285091"/>
                  </a:solidFill>
                  <a:latin typeface="思源黑体 CN"/>
                </a:rPr>
                <a:t>计算</a:t>
              </a:r>
              <a:endParaRPr lang="zh-CN" altLang="en-US" sz="1000" b="1">
                <a:solidFill>
                  <a:srgbClr val="285091"/>
                </a:solidFill>
                <a:latin typeface="思源黑体 CN"/>
              </a:endParaRPr>
            </a:p>
          </p:txBody>
        </p:sp>
        <p:pic>
          <p:nvPicPr>
            <p:cNvPr id="44" name="图片 43" descr="283eb4e2-3967-4788-8c36-773a8f3e2b27"/>
            <p:cNvPicPr>
              <a:picLocks noChangeAspect="1"/>
            </p:cNvPicPr>
            <p:nvPr/>
          </p:nvPicPr>
          <p:blipFill>
            <a:blip r:embed="rId2"/>
            <a:srcRect b="29715"/>
            <a:stretch>
              <a:fillRect/>
            </a:stretch>
          </p:blipFill>
          <p:spPr>
            <a:xfrm>
              <a:off x="10618" y="3071"/>
              <a:ext cx="1894" cy="1010"/>
            </a:xfrm>
            <a:prstGeom prst="rect">
              <a:avLst/>
            </a:prstGeom>
          </p:spPr>
        </p:pic>
        <p:pic>
          <p:nvPicPr>
            <p:cNvPr id="45" name="图片 44" descr="283eb4e2-3967-4788-8c36-773a8f3e2b27"/>
            <p:cNvPicPr>
              <a:picLocks noChangeAspect="1"/>
            </p:cNvPicPr>
            <p:nvPr/>
          </p:nvPicPr>
          <p:blipFill>
            <a:blip r:embed="rId2"/>
            <a:srcRect l="42872" b="29715"/>
            <a:stretch>
              <a:fillRect/>
            </a:stretch>
          </p:blipFill>
          <p:spPr>
            <a:xfrm>
              <a:off x="14543" y="3054"/>
              <a:ext cx="1082" cy="1010"/>
            </a:xfrm>
            <a:prstGeom prst="rect">
              <a:avLst/>
            </a:prstGeom>
          </p:spPr>
        </p:pic>
        <p:pic>
          <p:nvPicPr>
            <p:cNvPr id="46" name="图片 45" descr="283eb4e2-3967-4788-8c36-773a8f3e2b27"/>
            <p:cNvPicPr>
              <a:picLocks noChangeAspect="1"/>
            </p:cNvPicPr>
            <p:nvPr/>
          </p:nvPicPr>
          <p:blipFill>
            <a:blip r:embed="rId2"/>
            <a:srcRect b="29715"/>
            <a:stretch>
              <a:fillRect/>
            </a:stretch>
          </p:blipFill>
          <p:spPr>
            <a:xfrm>
              <a:off x="7302" y="3107"/>
              <a:ext cx="1894" cy="1010"/>
            </a:xfrm>
            <a:prstGeom prst="rect">
              <a:avLst/>
            </a:prstGeom>
          </p:spPr>
        </p:pic>
        <p:pic>
          <p:nvPicPr>
            <p:cNvPr id="47" name="图片 46" descr="283eb4e2-3967-4788-8c36-773a8f3e2b27"/>
            <p:cNvPicPr>
              <a:picLocks noChangeAspect="1"/>
            </p:cNvPicPr>
            <p:nvPr/>
          </p:nvPicPr>
          <p:blipFill>
            <a:blip r:embed="rId2"/>
            <a:srcRect b="29715"/>
            <a:stretch>
              <a:fillRect/>
            </a:stretch>
          </p:blipFill>
          <p:spPr>
            <a:xfrm>
              <a:off x="3869" y="3140"/>
              <a:ext cx="1894" cy="1010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3495" y="4054"/>
              <a:ext cx="220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企业智能体</a:t>
              </a:r>
              <a:r>
                <a:rPr lang="en-US" altLang="zh-CN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A</a:t>
              </a:r>
              <a:endParaRPr lang="en-US" altLang="zh-CN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177" y="4090"/>
              <a:ext cx="220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企业智能体</a:t>
              </a:r>
              <a:r>
                <a:rPr lang="en-US" altLang="zh-CN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B</a:t>
              </a:r>
              <a:endParaRPr lang="en-US" altLang="zh-CN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618" y="4054"/>
              <a:ext cx="220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企业智能体</a:t>
              </a:r>
              <a:r>
                <a:rPr lang="en-US" altLang="zh-CN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C</a:t>
              </a:r>
              <a:endParaRPr lang="en-US" altLang="zh-CN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040" y="3973"/>
              <a:ext cx="220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云端智能体</a:t>
              </a:r>
              <a:r>
                <a:rPr lang="en-US" altLang="zh-CN" sz="100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C</a:t>
              </a:r>
              <a:endParaRPr lang="en-US" altLang="zh-CN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574" y="4850"/>
              <a:ext cx="133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>
                  <a:solidFill>
                    <a:schemeClr val="accent1">
                      <a:lumMod val="75000"/>
                    </a:schemeClr>
                  </a:solidFill>
                  <a:latin typeface="微软雅黑" charset="0"/>
                  <a:ea typeface="微软雅黑" charset="0"/>
                </a:rPr>
                <a:t>推理网络</a:t>
              </a:r>
              <a:endParaRPr lang="zh-CN" altLang="en-US" sz="120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526" y="2913"/>
              <a:ext cx="215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>
                  <a:solidFill>
                    <a:schemeClr val="accent1">
                      <a:lumMod val="75000"/>
                    </a:schemeClr>
                  </a:solidFill>
                  <a:latin typeface="微软雅黑" charset="0"/>
                  <a:ea typeface="微软雅黑" charset="0"/>
                </a:rPr>
                <a:t>智能体</a:t>
              </a:r>
              <a:r>
                <a:rPr lang="zh-CN" altLang="en-US" sz="1200">
                  <a:solidFill>
                    <a:schemeClr val="accent1">
                      <a:lumMod val="75000"/>
                    </a:schemeClr>
                  </a:solidFill>
                  <a:latin typeface="微软雅黑" charset="0"/>
                  <a:ea typeface="微软雅黑" charset="0"/>
                </a:rPr>
                <a:t>互联网络</a:t>
              </a:r>
              <a:endParaRPr lang="zh-CN" altLang="en-US" sz="120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56" name="左右箭头 55"/>
            <p:cNvSpPr/>
            <p:nvPr/>
          </p:nvSpPr>
          <p:spPr>
            <a:xfrm>
              <a:off x="2564" y="5145"/>
              <a:ext cx="784" cy="287"/>
            </a:xfrm>
            <a:prstGeom prst="left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TextBox 17"/>
            <p:cNvSpPr txBox="1"/>
            <p:nvPr/>
          </p:nvSpPr>
          <p:spPr>
            <a:xfrm>
              <a:off x="8171" y="4988"/>
              <a:ext cx="3469" cy="258"/>
            </a:xfrm>
            <a:prstGeom prst="rect">
              <a:avLst/>
            </a:prstGeom>
            <a:noFill/>
          </p:spPr>
          <p:txBody>
            <a:bodyPr wrap="square" lIns="25400" tIns="12700" rIns="25400" bIns="127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altLang="zh-CN" sz="1250" b="1">
                  <a:solidFill>
                    <a:srgbClr val="0A2540"/>
                  </a:solidFill>
                  <a:latin typeface="思源黑体 CN"/>
                </a:rPr>
                <a:t> </a:t>
              </a:r>
              <a:r>
                <a:rPr lang="en-US" sz="1250" b="1">
                  <a:solidFill>
                    <a:srgbClr val="0A2540"/>
                  </a:solidFill>
                  <a:latin typeface="思源黑体 CN"/>
                </a:rPr>
                <a:t>KV Cache</a:t>
              </a:r>
              <a:r>
                <a:rPr altLang="zh-CN" sz="1250" b="1">
                  <a:solidFill>
                    <a:srgbClr val="0A2540"/>
                  </a:solidFill>
                  <a:latin typeface="思源黑体 CN"/>
                </a:rPr>
                <a:t> </a:t>
              </a:r>
              <a:endParaRPr lang="zh-CN" sz="1250" b="1">
                <a:solidFill>
                  <a:srgbClr val="0A2540"/>
                </a:solidFill>
                <a:latin typeface="思源黑体 CN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4800" y="4875"/>
              <a:ext cx="2587" cy="48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zh-CN" sz="1250">
                  <a:solidFill>
                    <a:srgbClr val="0A2540"/>
                  </a:solidFill>
                  <a:latin typeface="思源黑体 CN"/>
                  <a:sym typeface="+mn-ea"/>
                </a:rPr>
                <a:t>模型张量</a:t>
              </a:r>
              <a:r>
                <a:rPr altLang="zh-CN" sz="1250">
                  <a:solidFill>
                    <a:srgbClr val="0A2540"/>
                  </a:solidFill>
                  <a:latin typeface="思源黑体 CN"/>
                  <a:sym typeface="+mn-ea"/>
                </a:rPr>
                <a:t> </a:t>
              </a:r>
              <a:endParaRPr lang="zh-CN" altLang="zh-CN" sz="1250">
                <a:solidFill>
                  <a:srgbClr val="0A2540"/>
                </a:solidFill>
                <a:latin typeface="思源黑体 CN"/>
                <a:sym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2512" y="4894"/>
              <a:ext cx="5022" cy="44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zh-CN" sz="1250">
                  <a:solidFill>
                    <a:srgbClr val="0A2540"/>
                  </a:solidFill>
                  <a:latin typeface="思源黑体 CN"/>
                  <a:sym typeface="+mn-ea"/>
                </a:rPr>
                <a:t>推理任务与状态传输</a:t>
              </a:r>
              <a:endParaRPr lang="zh-CN" altLang="en-US" sz="1250">
                <a:solidFill>
                  <a:srgbClr val="0A2540"/>
                </a:solidFill>
                <a:latin typeface="思源黑体 CN"/>
                <a:sym typeface="+mn-ea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793750" y="4833620"/>
            <a:ext cx="5058410" cy="1446530"/>
          </a:xfrm>
          <a:prstGeom prst="rect">
            <a:avLst/>
          </a:prstGeom>
          <a:noFill/>
          <a:ln w="12700">
            <a:solidFill>
              <a:srgbClr val="AFB1B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257925" y="4833620"/>
            <a:ext cx="5058410" cy="1446530"/>
          </a:xfrm>
          <a:prstGeom prst="rect">
            <a:avLst/>
          </a:prstGeom>
          <a:noFill/>
          <a:ln w="12700">
            <a:solidFill>
              <a:srgbClr val="AFB1B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endParaRPr lang="zh-CN" altLang="en-US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>
            <p:custDataLst>
              <p:tags r:id="rId1"/>
            </p:custDataLst>
          </p:nvPr>
        </p:nvGrpSpPr>
        <p:grpSpPr>
          <a:xfrm>
            <a:off x="417195" y="27158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417195" y="34626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17195" y="42094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9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94280" y="27381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zh-CN" altLang="en-US" dirty="0" err="1">
                <a:solidFill>
                  <a:schemeClr val="bg1"/>
                </a:solidFill>
              </a:rPr>
              <a:t>智能体业务背景与网络需求</a:t>
            </a:r>
            <a:endParaRPr kumimoji="1" lang="zh-CN" altLang="en-US" dirty="0" err="1">
              <a:solidFill>
                <a:schemeClr val="bg1"/>
              </a:solidFill>
            </a:endParaRPr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94280" y="42379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sym typeface="+mn-ea"/>
              </a:rPr>
              <a:t>智能体互联网络实践</a:t>
            </a:r>
            <a:endParaRPr kumimoji="1" lang="en-US" dirty="0" err="1"/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4280" y="34880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solidFill>
                  <a:schemeClr val="accent4"/>
                </a:solidFill>
                <a:sym typeface="+mn-ea"/>
              </a:rPr>
              <a:t>云边协同推理网络实践</a:t>
            </a:r>
            <a:endParaRPr kumimoji="1" lang="en-US" dirty="0" err="1">
              <a:solidFill>
                <a:schemeClr val="accent4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>
          <a:xfrm>
            <a:off x="221615" y="267335"/>
            <a:ext cx="9114155" cy="393065"/>
          </a:xfrm>
        </p:spPr>
        <p:txBody>
          <a:bodyPr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2.1 传统企业算力租赁模式痛点 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280" y="864870"/>
            <a:ext cx="11516995" cy="838835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传统运营商租赁算力模式主要分为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私有化租赁部署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和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云服务租赁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两种，私有化租赁导致一次性投资成本高、扩容性差，云服务租赁存在数据安全隐患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无法满足“既要安全，又要弹性”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07390" y="2239010"/>
            <a:ext cx="5228590" cy="1769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客户类型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政府、央国企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行业客户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方案特点：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可满足企业定制化组网及模型部署需求，但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一次性投资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成本高，且企业自有机房条件有限导致扩容灵活性差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cxnSp>
        <p:nvCxnSpPr>
          <p:cNvPr id="59" name="直接连接符 3"/>
          <p:cNvCxnSpPr/>
          <p:nvPr/>
        </p:nvCxnSpPr>
        <p:spPr>
          <a:xfrm>
            <a:off x="707760" y="3319842"/>
            <a:ext cx="49843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40"/>
          <p:cNvSpPr/>
          <p:nvPr/>
        </p:nvSpPr>
        <p:spPr>
          <a:xfrm>
            <a:off x="861578" y="4235512"/>
            <a:ext cx="805180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方正兰亭细黑_GBK"/>
              </a:rPr>
              <a:t>一体机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方正兰亭细黑_GBK"/>
            </a:endParaRPr>
          </a:p>
        </p:txBody>
      </p:sp>
      <p:grpSp>
        <p:nvGrpSpPr>
          <p:cNvPr id="61" name="组合 114"/>
          <p:cNvGrpSpPr/>
          <p:nvPr/>
        </p:nvGrpSpPr>
        <p:grpSpPr>
          <a:xfrm>
            <a:off x="963813" y="3470972"/>
            <a:ext cx="645160" cy="478790"/>
            <a:chOff x="3373648" y="2758355"/>
            <a:chExt cx="753985" cy="386948"/>
          </a:xfrm>
        </p:grpSpPr>
        <p:pic>
          <p:nvPicPr>
            <p:cNvPr id="62" name="图片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3373648" y="2758355"/>
              <a:ext cx="344548" cy="383083"/>
            </a:xfrm>
            <a:prstGeom prst="rect">
              <a:avLst/>
            </a:prstGeom>
            <a:solidFill>
              <a:srgbClr val="F0F3F8"/>
            </a:solidFill>
          </p:spPr>
        </p:pic>
        <p:pic>
          <p:nvPicPr>
            <p:cNvPr id="63" name="图片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3783085" y="2762220"/>
              <a:ext cx="344548" cy="383083"/>
            </a:xfrm>
            <a:prstGeom prst="rect">
              <a:avLst/>
            </a:prstGeom>
            <a:solidFill>
              <a:srgbClr val="F0F3F8"/>
            </a:solidFill>
          </p:spPr>
        </p:pic>
      </p:grpSp>
      <p:sp>
        <p:nvSpPr>
          <p:cNvPr id="64" name="文本框 38"/>
          <p:cNvSpPr txBox="1"/>
          <p:nvPr/>
        </p:nvSpPr>
        <p:spPr>
          <a:xfrm>
            <a:off x="859038" y="3967542"/>
            <a:ext cx="807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企业站点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788791" y="3434142"/>
            <a:ext cx="1084637" cy="808509"/>
            <a:chOff x="14880" y="2868"/>
            <a:chExt cx="3117" cy="3553"/>
          </a:xfrm>
        </p:grpSpPr>
        <p:sp>
          <p:nvSpPr>
            <p:cNvPr id="66" name="Freeform 6"/>
            <p:cNvSpPr/>
            <p:nvPr/>
          </p:nvSpPr>
          <p:spPr bwMode="auto">
            <a:xfrm>
              <a:off x="14880" y="2868"/>
              <a:ext cx="2596" cy="2325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-1" fmla="*/ 8448 w 10000"/>
                <a:gd name="connsiteY0-2" fmla="*/ 9807 h 10000"/>
                <a:gd name="connsiteX1-3" fmla="*/ 1220 w 10000"/>
                <a:gd name="connsiteY1-4" fmla="*/ 9711 h 10000"/>
                <a:gd name="connsiteX2-5" fmla="*/ 199 w 10000"/>
                <a:gd name="connsiteY2-6" fmla="*/ 6988 h 10000"/>
                <a:gd name="connsiteX3-7" fmla="*/ 1470 w 10000"/>
                <a:gd name="connsiteY3-8" fmla="*/ 4211 h 10000"/>
                <a:gd name="connsiteX4-9" fmla="*/ 3806 w 10000"/>
                <a:gd name="connsiteY4-10" fmla="*/ 627 h 10000"/>
                <a:gd name="connsiteX5-11" fmla="*/ 6684 w 10000"/>
                <a:gd name="connsiteY5-12" fmla="*/ 2940 h 10000"/>
                <a:gd name="connsiteX6-13" fmla="*/ 8621 w 10000"/>
                <a:gd name="connsiteY6-14" fmla="*/ 2867 h 10000"/>
                <a:gd name="connsiteX7-15" fmla="*/ 9353 w 10000"/>
                <a:gd name="connsiteY7-16" fmla="*/ 5815 h 10000"/>
                <a:gd name="connsiteX8-17" fmla="*/ 9841 w 10000"/>
                <a:gd name="connsiteY8-18" fmla="*/ 8096 h 10000"/>
                <a:gd name="connsiteX9-19" fmla="*/ 8448 w 10000"/>
                <a:gd name="connsiteY9-20" fmla="*/ 9807 h 10000"/>
                <a:gd name="connsiteX0-21" fmla="*/ 8448 w 10000"/>
                <a:gd name="connsiteY0-22" fmla="*/ 9807 h 10000"/>
                <a:gd name="connsiteX1-23" fmla="*/ 1220 w 10000"/>
                <a:gd name="connsiteY1-24" fmla="*/ 9711 h 10000"/>
                <a:gd name="connsiteX2-25" fmla="*/ 199 w 10000"/>
                <a:gd name="connsiteY2-26" fmla="*/ 6988 h 10000"/>
                <a:gd name="connsiteX3-27" fmla="*/ 1638 w 10000"/>
                <a:gd name="connsiteY3-28" fmla="*/ 4336 h 10000"/>
                <a:gd name="connsiteX4-29" fmla="*/ 3806 w 10000"/>
                <a:gd name="connsiteY4-30" fmla="*/ 627 h 10000"/>
                <a:gd name="connsiteX5-31" fmla="*/ 6684 w 10000"/>
                <a:gd name="connsiteY5-32" fmla="*/ 2940 h 10000"/>
                <a:gd name="connsiteX6-33" fmla="*/ 8621 w 10000"/>
                <a:gd name="connsiteY6-34" fmla="*/ 2867 h 10000"/>
                <a:gd name="connsiteX7-35" fmla="*/ 9353 w 10000"/>
                <a:gd name="connsiteY7-36" fmla="*/ 5815 h 10000"/>
                <a:gd name="connsiteX8-37" fmla="*/ 9841 w 10000"/>
                <a:gd name="connsiteY8-38" fmla="*/ 8096 h 10000"/>
                <a:gd name="connsiteX9-39" fmla="*/ 8448 w 10000"/>
                <a:gd name="connsiteY9-40" fmla="*/ 9807 h 10000"/>
                <a:gd name="connsiteX0-41" fmla="*/ 8448 w 10000"/>
                <a:gd name="connsiteY0-42" fmla="*/ 9807 h 10000"/>
                <a:gd name="connsiteX1-43" fmla="*/ 1220 w 10000"/>
                <a:gd name="connsiteY1-44" fmla="*/ 9711 h 10000"/>
                <a:gd name="connsiteX2-45" fmla="*/ 199 w 10000"/>
                <a:gd name="connsiteY2-46" fmla="*/ 6988 h 10000"/>
                <a:gd name="connsiteX3-47" fmla="*/ 1638 w 10000"/>
                <a:gd name="connsiteY3-48" fmla="*/ 4336 h 10000"/>
                <a:gd name="connsiteX4-49" fmla="*/ 3806 w 10000"/>
                <a:gd name="connsiteY4-50" fmla="*/ 627 h 10000"/>
                <a:gd name="connsiteX5-51" fmla="*/ 6684 w 10000"/>
                <a:gd name="connsiteY5-52" fmla="*/ 2940 h 10000"/>
                <a:gd name="connsiteX6-53" fmla="*/ 8621 w 10000"/>
                <a:gd name="connsiteY6-54" fmla="*/ 2867 h 10000"/>
                <a:gd name="connsiteX7-55" fmla="*/ 9054 w 10000"/>
                <a:gd name="connsiteY7-56" fmla="*/ 5692 h 10000"/>
                <a:gd name="connsiteX8-57" fmla="*/ 9841 w 10000"/>
                <a:gd name="connsiteY8-58" fmla="*/ 8096 h 10000"/>
                <a:gd name="connsiteX9-59" fmla="*/ 8448 w 10000"/>
                <a:gd name="connsiteY9-60" fmla="*/ 980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0F3F8"/>
            </a:solidFill>
            <a:ln w="3175">
              <a:solidFill>
                <a:sysClr val="window" lastClr="FFFFFF">
                  <a:lumMod val="40000"/>
                  <a:lumOff val="60000"/>
                </a:sys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327" tIns="45665" rIns="91327" bIns="45665" rtlCol="0" anchor="b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1pPr>
              <a:lvl2pPr marL="447675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2pPr>
              <a:lvl3pPr marL="904875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3pPr>
              <a:lvl4pPr marL="1360170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4pPr>
              <a:lvl5pPr marL="1817370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5pPr>
              <a:lvl6pPr marL="22853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6pPr>
              <a:lvl7pPr marL="27425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7pPr>
              <a:lvl8pPr marL="31997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8pPr>
              <a:lvl9pPr marL="36569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9pPr>
            </a:lstStyle>
            <a:p>
              <a:pPr marL="0" marR="0" lvl="0" indent="0" algn="ctr" defTabSz="7213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pic>
          <p:nvPicPr>
            <p:cNvPr id="67" name="图片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57" y="3930"/>
              <a:ext cx="1608" cy="890"/>
            </a:xfrm>
            <a:prstGeom prst="rect">
              <a:avLst/>
            </a:prstGeom>
            <a:solidFill>
              <a:srgbClr val="F0F3F8"/>
            </a:solidFill>
          </p:spPr>
        </p:pic>
        <p:sp>
          <p:nvSpPr>
            <p:cNvPr id="68" name="文本框 38"/>
            <p:cNvSpPr txBox="1"/>
            <p:nvPr/>
          </p:nvSpPr>
          <p:spPr>
            <a:xfrm>
              <a:off x="15163" y="5204"/>
              <a:ext cx="2834" cy="1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b="1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defRPr>
              </a:lvl1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运营商机房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pic>
        <p:nvPicPr>
          <p:cNvPr id="69" name="图片 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605" y="3573207"/>
            <a:ext cx="662940" cy="448310"/>
          </a:xfrm>
          <a:prstGeom prst="rect">
            <a:avLst/>
          </a:prstGeom>
        </p:spPr>
      </p:pic>
      <p:sp>
        <p:nvSpPr>
          <p:cNvPr id="70" name="文本框 38"/>
          <p:cNvSpPr txBox="1"/>
          <p:nvPr/>
        </p:nvSpPr>
        <p:spPr>
          <a:xfrm>
            <a:off x="4370325" y="3571937"/>
            <a:ext cx="662940" cy="169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OTN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专线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cxnSp>
        <p:nvCxnSpPr>
          <p:cNvPr id="71" name="直接连接符 186"/>
          <p:cNvCxnSpPr/>
          <p:nvPr/>
        </p:nvCxnSpPr>
        <p:spPr>
          <a:xfrm flipH="1">
            <a:off x="4429380" y="3759262"/>
            <a:ext cx="479425" cy="0"/>
          </a:xfrm>
          <a:prstGeom prst="line">
            <a:avLst/>
          </a:prstGeom>
          <a:ln w="28575">
            <a:gradFill>
              <a:gsLst>
                <a:gs pos="70000">
                  <a:srgbClr val="00B050"/>
                </a:gs>
                <a:gs pos="0">
                  <a:srgbClr val="FF0000"/>
                </a:gs>
                <a:gs pos="27000">
                  <a:srgbClr val="FFC000"/>
                </a:gs>
                <a:gs pos="47000">
                  <a:srgbClr val="FFFF00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</a:ln>
        </p:spPr>
        <p:style>
          <a:lnRef idx="2">
            <a:srgbClr val="475F77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72" name="文本框 38"/>
          <p:cNvSpPr txBox="1"/>
          <p:nvPr/>
        </p:nvSpPr>
        <p:spPr>
          <a:xfrm>
            <a:off x="3839465" y="3946587"/>
            <a:ext cx="8794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企业站点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2784386" y="3435066"/>
            <a:ext cx="962430" cy="696562"/>
            <a:chOff x="15163" y="3028"/>
            <a:chExt cx="2941" cy="3366"/>
          </a:xfrm>
        </p:grpSpPr>
        <p:sp>
          <p:nvSpPr>
            <p:cNvPr id="74" name="Freeform 6"/>
            <p:cNvSpPr/>
            <p:nvPr/>
          </p:nvSpPr>
          <p:spPr bwMode="auto">
            <a:xfrm>
              <a:off x="15163" y="3028"/>
              <a:ext cx="2596" cy="2325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-1" fmla="*/ 8448 w 10000"/>
                <a:gd name="connsiteY0-2" fmla="*/ 9807 h 10000"/>
                <a:gd name="connsiteX1-3" fmla="*/ 1220 w 10000"/>
                <a:gd name="connsiteY1-4" fmla="*/ 9711 h 10000"/>
                <a:gd name="connsiteX2-5" fmla="*/ 199 w 10000"/>
                <a:gd name="connsiteY2-6" fmla="*/ 6988 h 10000"/>
                <a:gd name="connsiteX3-7" fmla="*/ 1470 w 10000"/>
                <a:gd name="connsiteY3-8" fmla="*/ 4211 h 10000"/>
                <a:gd name="connsiteX4-9" fmla="*/ 3806 w 10000"/>
                <a:gd name="connsiteY4-10" fmla="*/ 627 h 10000"/>
                <a:gd name="connsiteX5-11" fmla="*/ 6684 w 10000"/>
                <a:gd name="connsiteY5-12" fmla="*/ 2940 h 10000"/>
                <a:gd name="connsiteX6-13" fmla="*/ 8621 w 10000"/>
                <a:gd name="connsiteY6-14" fmla="*/ 2867 h 10000"/>
                <a:gd name="connsiteX7-15" fmla="*/ 9353 w 10000"/>
                <a:gd name="connsiteY7-16" fmla="*/ 5815 h 10000"/>
                <a:gd name="connsiteX8-17" fmla="*/ 9841 w 10000"/>
                <a:gd name="connsiteY8-18" fmla="*/ 8096 h 10000"/>
                <a:gd name="connsiteX9-19" fmla="*/ 8448 w 10000"/>
                <a:gd name="connsiteY9-20" fmla="*/ 9807 h 10000"/>
                <a:gd name="connsiteX0-21" fmla="*/ 8448 w 10000"/>
                <a:gd name="connsiteY0-22" fmla="*/ 9807 h 10000"/>
                <a:gd name="connsiteX1-23" fmla="*/ 1220 w 10000"/>
                <a:gd name="connsiteY1-24" fmla="*/ 9711 h 10000"/>
                <a:gd name="connsiteX2-25" fmla="*/ 199 w 10000"/>
                <a:gd name="connsiteY2-26" fmla="*/ 6988 h 10000"/>
                <a:gd name="connsiteX3-27" fmla="*/ 1638 w 10000"/>
                <a:gd name="connsiteY3-28" fmla="*/ 4336 h 10000"/>
                <a:gd name="connsiteX4-29" fmla="*/ 3806 w 10000"/>
                <a:gd name="connsiteY4-30" fmla="*/ 627 h 10000"/>
                <a:gd name="connsiteX5-31" fmla="*/ 6684 w 10000"/>
                <a:gd name="connsiteY5-32" fmla="*/ 2940 h 10000"/>
                <a:gd name="connsiteX6-33" fmla="*/ 8621 w 10000"/>
                <a:gd name="connsiteY6-34" fmla="*/ 2867 h 10000"/>
                <a:gd name="connsiteX7-35" fmla="*/ 9353 w 10000"/>
                <a:gd name="connsiteY7-36" fmla="*/ 5815 h 10000"/>
                <a:gd name="connsiteX8-37" fmla="*/ 9841 w 10000"/>
                <a:gd name="connsiteY8-38" fmla="*/ 8096 h 10000"/>
                <a:gd name="connsiteX9-39" fmla="*/ 8448 w 10000"/>
                <a:gd name="connsiteY9-40" fmla="*/ 9807 h 10000"/>
                <a:gd name="connsiteX0-41" fmla="*/ 8448 w 10000"/>
                <a:gd name="connsiteY0-42" fmla="*/ 9807 h 10000"/>
                <a:gd name="connsiteX1-43" fmla="*/ 1220 w 10000"/>
                <a:gd name="connsiteY1-44" fmla="*/ 9711 h 10000"/>
                <a:gd name="connsiteX2-45" fmla="*/ 199 w 10000"/>
                <a:gd name="connsiteY2-46" fmla="*/ 6988 h 10000"/>
                <a:gd name="connsiteX3-47" fmla="*/ 1638 w 10000"/>
                <a:gd name="connsiteY3-48" fmla="*/ 4336 h 10000"/>
                <a:gd name="connsiteX4-49" fmla="*/ 3806 w 10000"/>
                <a:gd name="connsiteY4-50" fmla="*/ 627 h 10000"/>
                <a:gd name="connsiteX5-51" fmla="*/ 6684 w 10000"/>
                <a:gd name="connsiteY5-52" fmla="*/ 2940 h 10000"/>
                <a:gd name="connsiteX6-53" fmla="*/ 8621 w 10000"/>
                <a:gd name="connsiteY6-54" fmla="*/ 2867 h 10000"/>
                <a:gd name="connsiteX7-55" fmla="*/ 9054 w 10000"/>
                <a:gd name="connsiteY7-56" fmla="*/ 5692 h 10000"/>
                <a:gd name="connsiteX8-57" fmla="*/ 9841 w 10000"/>
                <a:gd name="connsiteY8-58" fmla="*/ 8096 h 10000"/>
                <a:gd name="connsiteX9-59" fmla="*/ 8448 w 10000"/>
                <a:gd name="connsiteY9-60" fmla="*/ 980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0F3F8"/>
            </a:solidFill>
            <a:ln w="3175">
              <a:solidFill>
                <a:sysClr val="window" lastClr="FFFFFF">
                  <a:lumMod val="40000"/>
                  <a:lumOff val="60000"/>
                </a:sys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327" tIns="45665" rIns="91327" bIns="45665" rtlCol="0" anchor="b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1pPr>
              <a:lvl2pPr marL="447675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2pPr>
              <a:lvl3pPr marL="904875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3pPr>
              <a:lvl4pPr marL="1360170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4pPr>
              <a:lvl5pPr marL="1817370" indent="127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5pPr>
              <a:lvl6pPr marL="22853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6pPr>
              <a:lvl7pPr marL="27425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7pPr>
              <a:lvl8pPr marL="31997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8pPr>
              <a:lvl9pPr marL="3656965" algn="l" defTabSz="914400" rtl="0" eaLnBrk="1" latinLnBrk="0" hangingPunct="1">
                <a:defRPr kern="1200">
                  <a:solidFill>
                    <a:srgbClr val="1D1D1A"/>
                  </a:solidFill>
                  <a:latin typeface="Arial" panose="020B0604020202090204" pitchFamily="34" charset="0"/>
                  <a:ea typeface="宋体" pitchFamily="2" charset="-122"/>
                  <a:cs typeface="+mn-ea"/>
                </a:defRPr>
              </a:lvl9pPr>
            </a:lstStyle>
            <a:p>
              <a:pPr marL="0" marR="0" lvl="0" indent="0" algn="ctr" defTabSz="7213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pic>
          <p:nvPicPr>
            <p:cNvPr id="75" name="图片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27" y="4191"/>
              <a:ext cx="1608" cy="890"/>
            </a:xfrm>
            <a:prstGeom prst="rect">
              <a:avLst/>
            </a:prstGeom>
            <a:solidFill>
              <a:srgbClr val="F0F3F8"/>
            </a:solidFill>
          </p:spPr>
        </p:pic>
        <p:sp>
          <p:nvSpPr>
            <p:cNvPr id="76" name="文本框 38"/>
            <p:cNvSpPr txBox="1"/>
            <p:nvPr/>
          </p:nvSpPr>
          <p:spPr>
            <a:xfrm>
              <a:off x="15271" y="5513"/>
              <a:ext cx="2833" cy="88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R="0" lvl="0" indent="0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b="1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defRPr>
              </a:lvl1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客户机房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77" name="文本框 43"/>
            <p:cNvSpPr txBox="1"/>
            <p:nvPr/>
          </p:nvSpPr>
          <p:spPr>
            <a:xfrm>
              <a:off x="15472" y="4675"/>
              <a:ext cx="2131" cy="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00" b="1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</a:defRPr>
              </a:lvl1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pic>
        <p:nvPicPr>
          <p:cNvPr id="78" name="图片 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903" y="3517962"/>
            <a:ext cx="793115" cy="513715"/>
          </a:xfrm>
          <a:prstGeom prst="rect">
            <a:avLst/>
          </a:prstGeom>
        </p:spPr>
      </p:pic>
      <p:cxnSp>
        <p:nvCxnSpPr>
          <p:cNvPr id="79" name="直接箭头连接符 33"/>
          <p:cNvCxnSpPr/>
          <p:nvPr/>
        </p:nvCxnSpPr>
        <p:spPr>
          <a:xfrm flipH="1">
            <a:off x="2511308" y="3780852"/>
            <a:ext cx="313690" cy="1905"/>
          </a:xfrm>
          <a:prstGeom prst="straightConnector1">
            <a:avLst/>
          </a:prstGeom>
          <a:ln w="28575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38"/>
          <p:cNvSpPr txBox="1"/>
          <p:nvPr/>
        </p:nvSpPr>
        <p:spPr>
          <a:xfrm>
            <a:off x="2400183" y="4228527"/>
            <a:ext cx="1177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客户机房部署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81" name="文本框 38"/>
          <p:cNvSpPr txBox="1"/>
          <p:nvPr/>
        </p:nvSpPr>
        <p:spPr>
          <a:xfrm>
            <a:off x="2498608" y="3510342"/>
            <a:ext cx="457835" cy="18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直连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82" name="文本框 38"/>
          <p:cNvSpPr txBox="1"/>
          <p:nvPr/>
        </p:nvSpPr>
        <p:spPr>
          <a:xfrm>
            <a:off x="1920758" y="3951032"/>
            <a:ext cx="818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企业站点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83" name="文本框 38"/>
          <p:cNvSpPr txBox="1"/>
          <p:nvPr/>
        </p:nvSpPr>
        <p:spPr>
          <a:xfrm>
            <a:off x="4254120" y="4228527"/>
            <a:ext cx="1286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运营商机房部署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667786" y="4645908"/>
            <a:ext cx="5135719" cy="1540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运营商搬一体机到企业机房物理部署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企业在自有机房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运营商机房内部署服务器、网络设备及虚拟化平台，通过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直连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/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专线方式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接入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提供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“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硬件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软件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网络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服务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”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的集成化打包交付方案，通常与客户签订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年长期合同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78368" y="3389057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微软雅黑" panose="020B0502040204020203" charset="-122"/>
                <a:cs typeface="+mn-cs"/>
              </a:rPr>
              <a:t>①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charset="0"/>
              <a:ea typeface="微软雅黑" panose="020B0502040204020203" charset="-122"/>
              <a:cs typeface="+mn-cs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713113" y="3389057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微软雅黑" panose="020B0502040204020203" charset="-122"/>
                <a:cs typeface="+mn-cs"/>
              </a:rPr>
              <a:t>②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charset="0"/>
              <a:ea typeface="微软雅黑" panose="020B0502040204020203" charset="-122"/>
              <a:cs typeface="+mn-c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62300" y="3389057"/>
            <a:ext cx="360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charset="0"/>
                <a:ea typeface="微软雅黑" panose="020B0502040204020203" charset="-122"/>
                <a:cs typeface="+mn-cs"/>
              </a:rPr>
              <a:t>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charset="0"/>
              <a:ea typeface="微软雅黑" panose="020B0502040204020203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251310" y="2363325"/>
            <a:ext cx="5232930" cy="198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客户类型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普适性客户群体，例如中小型企业、个人等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方案特点：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按需灵活扩缩容、成本低，但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难以满足行业个性化需求，存在数据安全隐患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cxnSp>
        <p:nvCxnSpPr>
          <p:cNvPr id="90" name="直接连接符 23"/>
          <p:cNvCxnSpPr/>
          <p:nvPr/>
        </p:nvCxnSpPr>
        <p:spPr>
          <a:xfrm>
            <a:off x="6382753" y="3447794"/>
            <a:ext cx="49948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6334793" y="4770368"/>
            <a:ext cx="5019572" cy="1540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IaaS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：提供多种类型的云主机、裸金属资源，即开即用，满足个人开发者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和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企业业务部署需求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订阅制-按需付费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（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包月/年付费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）</a:t>
            </a:r>
            <a:endParaRPr kumimoji="0" lang="zh-CN" altLang="en-US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MaaS</a:t>
            </a: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提供通用大模型能力，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按卡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时灵活计费或按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token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使用量付费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293" y="3547840"/>
            <a:ext cx="4253875" cy="1169190"/>
          </a:xfrm>
          <a:prstGeom prst="rect">
            <a:avLst/>
          </a:prstGeom>
        </p:spPr>
      </p:pic>
      <p:sp>
        <p:nvSpPr>
          <p:cNvPr id="14" name="矩形: 圆角 16"/>
          <p:cNvSpPr/>
          <p:nvPr>
            <p:custDataLst>
              <p:tags r:id="rId6"/>
            </p:custDataLst>
          </p:nvPr>
        </p:nvSpPr>
        <p:spPr>
          <a:xfrm>
            <a:off x="6155690" y="2090420"/>
            <a:ext cx="5346065" cy="4175760"/>
          </a:xfrm>
          <a:prstGeom prst="roundRect">
            <a:avLst>
              <a:gd name="adj" fmla="val 5283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15" name="矩形: 圆角 16"/>
          <p:cNvSpPr/>
          <p:nvPr>
            <p:custDataLst>
              <p:tags r:id="rId7"/>
            </p:custDataLst>
          </p:nvPr>
        </p:nvSpPr>
        <p:spPr>
          <a:xfrm>
            <a:off x="732155" y="2091055"/>
            <a:ext cx="5346065" cy="4175125"/>
          </a:xfrm>
          <a:prstGeom prst="roundRect">
            <a:avLst>
              <a:gd name="adj" fmla="val 5283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53" name="Bullet1"/>
          <p:cNvSpPr/>
          <p:nvPr/>
        </p:nvSpPr>
        <p:spPr>
          <a:xfrm>
            <a:off x="1653497" y="1899999"/>
            <a:ext cx="3065438" cy="44156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私有化租赁部署</a:t>
            </a:r>
            <a:endParaRPr kumimoji="1" lang="zh-CN" altLang="en-US" sz="1600" b="1" dirty="0">
              <a:solidFill>
                <a:srgbClr val="C00000"/>
              </a:solidFill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47" name="Bullet2"/>
          <p:cNvSpPr/>
          <p:nvPr/>
        </p:nvSpPr>
        <p:spPr>
          <a:xfrm>
            <a:off x="7430656" y="1898729"/>
            <a:ext cx="3065438" cy="44156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6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云服务租赁</a:t>
            </a:r>
            <a:endParaRPr kumimoji="1" lang="zh-CN" altLang="en-US" sz="1600" b="1" dirty="0">
              <a:solidFill>
                <a:srgbClr val="C00000"/>
              </a:solidFill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18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2.2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云边协同分布式推理方案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2" name="矩形: 圆角 12"/>
          <p:cNvSpPr/>
          <p:nvPr/>
        </p:nvSpPr>
        <p:spPr>
          <a:xfrm>
            <a:off x="678180" y="1769110"/>
            <a:ext cx="10819765" cy="1711960"/>
          </a:xfrm>
          <a:prstGeom prst="roundRect">
            <a:avLst>
              <a:gd name="adj" fmla="val 8672"/>
            </a:avLst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83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341" name="图片 340"/>
          <p:cNvPicPr>
            <a:picLocks noChangeAspect="1"/>
          </p:cNvPicPr>
          <p:nvPr/>
        </p:nvPicPr>
        <p:blipFill>
          <a:blip r:embed="rId3"/>
          <a:srcRect t="65264"/>
          <a:stretch>
            <a:fillRect/>
          </a:stretch>
        </p:blipFill>
        <p:spPr>
          <a:xfrm>
            <a:off x="5369560" y="5469890"/>
            <a:ext cx="5945505" cy="10433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b="38907"/>
          <a:stretch>
            <a:fillRect/>
          </a:stretch>
        </p:blipFill>
        <p:spPr>
          <a:xfrm>
            <a:off x="5424805" y="3746500"/>
            <a:ext cx="6017260" cy="157607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96925" y="3538220"/>
            <a:ext cx="4012565" cy="1282700"/>
            <a:chOff x="673100" y="1130301"/>
            <a:chExt cx="7471836" cy="2146300"/>
          </a:xfrm>
        </p:grpSpPr>
        <p:sp>
          <p:nvSpPr>
            <p:cNvPr id="13" name="矩形: 圆角 11" descr="D:\51PPT模板网\51pptmoban.com\图片.jpg"/>
            <p:cNvSpPr/>
            <p:nvPr/>
          </p:nvSpPr>
          <p:spPr>
            <a:xfrm rot="16200000">
              <a:off x="3318706" y="-1306874"/>
              <a:ext cx="1729435" cy="7020647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9050" cap="flat">
              <a:solidFill>
                <a:srgbClr val="BD4845">
                  <a:alpha val="59423"/>
                </a:srgbClr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矩形: 圆角 12" descr="D:\51PPT模板网\51pptmoban.com\图片.jpg"/>
            <p:cNvSpPr/>
            <p:nvPr/>
          </p:nvSpPr>
          <p:spPr>
            <a:xfrm rot="16200000">
              <a:off x="3465437" y="-1306872"/>
              <a:ext cx="1887164" cy="7020646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9050" cap="flat">
              <a:solidFill>
                <a:srgbClr val="C00000"/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矩形: 圆角 13" descr="D:\51PPT模板网\51pptmoban.com\图片.jpg"/>
            <p:cNvSpPr/>
            <p:nvPr/>
          </p:nvSpPr>
          <p:spPr>
            <a:xfrm rot="16200000">
              <a:off x="3561462" y="-1306873"/>
              <a:ext cx="2146300" cy="7020648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srgbClr val="BD4845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21385" y="4059555"/>
            <a:ext cx="614680" cy="332740"/>
            <a:chOff x="918925" y="2321563"/>
            <a:chExt cx="1145165" cy="609757"/>
          </a:xfrm>
        </p:grpSpPr>
        <p:sp>
          <p:nvSpPr>
            <p:cNvPr id="29" name="梯形 28"/>
            <p:cNvSpPr/>
            <p:nvPr/>
          </p:nvSpPr>
          <p:spPr>
            <a:xfrm rot="5400000" flipH="1" flipV="1">
              <a:off x="718504" y="2540695"/>
              <a:ext cx="609757" cy="171494"/>
            </a:xfrm>
            <a:prstGeom prst="trapezoid">
              <a:avLst>
                <a:gd name="adj" fmla="val 65277"/>
              </a:avLst>
            </a:prstGeom>
            <a:solidFill>
              <a:srgbClr val="BD48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918925" y="2321564"/>
              <a:ext cx="1145165" cy="493999"/>
            </a:xfrm>
            <a:prstGeom prst="rect">
              <a:avLst/>
            </a:prstGeom>
            <a:gradFill>
              <a:gsLst>
                <a:gs pos="0">
                  <a:srgbClr val="FFEDEE"/>
                </a:gs>
                <a:gs pos="44000">
                  <a:srgbClr val="BD4845"/>
                </a:gs>
              </a:gsLst>
              <a:lin ang="2700000" scaled="0"/>
            </a:gradFill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75000" lnSpcReduction="20000"/>
            </a:bodyPr>
            <a:lstStyle/>
            <a:p>
              <a:pPr algn="ctr"/>
              <a:r>
                <a:rPr lang="en-US" altLang="zh-CN" b="1" dirty="0">
                  <a:solidFill>
                    <a:srgbClr val="FFFFFF"/>
                  </a:solidFill>
                  <a:cs typeface="+mn-ea"/>
                </a:rPr>
                <a:t>01</a:t>
              </a:r>
              <a:endParaRPr lang="zh-CN" altLang="en-US" b="1" dirty="0">
                <a:solidFill>
                  <a:srgbClr val="FFFFFF"/>
                </a:solidFill>
                <a:cs typeface="+mn-ea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598295" y="3698875"/>
            <a:ext cx="3197225" cy="1033145"/>
            <a:chOff x="1056262" y="2608133"/>
            <a:chExt cx="5954001" cy="1893173"/>
          </a:xfrm>
        </p:grpSpPr>
        <p:sp>
          <p:nvSpPr>
            <p:cNvPr id="32" name="Text1"/>
            <p:cNvSpPr txBox="1"/>
            <p:nvPr/>
          </p:nvSpPr>
          <p:spPr>
            <a:xfrm>
              <a:off x="1056262" y="3205058"/>
              <a:ext cx="5954001" cy="1296248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本地算力作为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P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节点，边缘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/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中心云端算力作为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D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节点，通过网络将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P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、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D</a:t>
              </a:r>
              <a:r>
                <a:rPr lang="zh-CN" altLang="en-US" sz="110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节点互联，实现混合推理</a:t>
              </a:r>
              <a:endParaRPr lang="zh-CN" altLang="en-US" sz="11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3" name="Bullet1"/>
            <p:cNvSpPr txBox="1"/>
            <p:nvPr/>
          </p:nvSpPr>
          <p:spPr>
            <a:xfrm>
              <a:off x="1162689" y="2608133"/>
              <a:ext cx="5646545" cy="597160"/>
            </a:xfrm>
            <a:prstGeom prst="rect">
              <a:avLst/>
            </a:prstGeom>
            <a:noFill/>
          </p:spPr>
          <p:txBody>
            <a:bodyPr wrap="square" rtlCol="0" anchor="b" anchorCtr="0"/>
            <a:lstStyle/>
            <a:p>
              <a:pPr>
                <a:lnSpc>
                  <a:spcPct val="120000"/>
                </a:lnSpc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方式一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：PD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分离拉远推理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96925" y="5069840"/>
            <a:ext cx="4012565" cy="1236980"/>
            <a:chOff x="673100" y="1130301"/>
            <a:chExt cx="7471836" cy="2146300"/>
          </a:xfrm>
        </p:grpSpPr>
        <p:sp>
          <p:nvSpPr>
            <p:cNvPr id="35" name="矩形: 圆角 11" descr="D:\51PPT模板网\51pptmoban.com\图片.jpg"/>
            <p:cNvSpPr/>
            <p:nvPr/>
          </p:nvSpPr>
          <p:spPr>
            <a:xfrm rot="16200000">
              <a:off x="3318706" y="-1306874"/>
              <a:ext cx="1729435" cy="7020647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9050" cap="flat">
              <a:solidFill>
                <a:srgbClr val="BD4845">
                  <a:alpha val="51535"/>
                </a:srgbClr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矩形: 圆角 12" descr="D:\51PPT模板网\51pptmoban.com\图片.jpg"/>
            <p:cNvSpPr/>
            <p:nvPr/>
          </p:nvSpPr>
          <p:spPr>
            <a:xfrm rot="16200000">
              <a:off x="3465436" y="-1306873"/>
              <a:ext cx="1887164" cy="7020647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9050" cap="flat">
              <a:solidFill>
                <a:srgbClr val="C00000"/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矩形: 圆角 13" descr="D:\51PPT模板网\51pptmoban.com\图片.jpg"/>
            <p:cNvSpPr/>
            <p:nvPr/>
          </p:nvSpPr>
          <p:spPr>
            <a:xfrm rot="16200000">
              <a:off x="3561462" y="-1306873"/>
              <a:ext cx="2146300" cy="7020648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srgbClr val="BD4845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31545" y="5563870"/>
            <a:ext cx="614680" cy="332740"/>
            <a:chOff x="937635" y="2321563"/>
            <a:chExt cx="1145165" cy="609757"/>
          </a:xfrm>
        </p:grpSpPr>
        <p:sp>
          <p:nvSpPr>
            <p:cNvPr id="39" name="梯形 38"/>
            <p:cNvSpPr/>
            <p:nvPr/>
          </p:nvSpPr>
          <p:spPr>
            <a:xfrm rot="5400000" flipH="1" flipV="1">
              <a:off x="718504" y="2540695"/>
              <a:ext cx="609757" cy="171494"/>
            </a:xfrm>
            <a:prstGeom prst="trapezoid">
              <a:avLst>
                <a:gd name="adj" fmla="val 65277"/>
              </a:avLst>
            </a:prstGeom>
            <a:solidFill>
              <a:srgbClr val="BD4845"/>
            </a:solidFill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  <a:endParaRPr lang="zh-CN" altLang="en-US" b="1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37635" y="2321564"/>
              <a:ext cx="1145165" cy="493999"/>
            </a:xfrm>
            <a:prstGeom prst="rect">
              <a:avLst/>
            </a:prstGeom>
            <a:gradFill>
              <a:gsLst>
                <a:gs pos="0">
                  <a:srgbClr val="FFEDEE"/>
                </a:gs>
                <a:gs pos="44000">
                  <a:srgbClr val="BD4845"/>
                </a:gs>
              </a:gsLst>
              <a:lin ang="2700000" scaled="0"/>
            </a:gradFill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75000" lnSpcReduction="20000"/>
            </a:bodyPr>
            <a:lstStyle/>
            <a:p>
              <a:pPr algn="ctr"/>
              <a:r>
                <a:rPr lang="en-US" altLang="zh-CN" b="1" dirty="0">
                  <a:solidFill>
                    <a:srgbClr val="FFFFFF"/>
                  </a:solidFill>
                  <a:cs typeface="+mn-ea"/>
                </a:rPr>
                <a:t>02</a:t>
              </a:r>
              <a:endParaRPr lang="zh-CN" altLang="en-US" b="1" dirty="0">
                <a:solidFill>
                  <a:srgbClr val="FFFFFF"/>
                </a:solidFill>
                <a:cs typeface="+mn-ea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598295" y="5190490"/>
            <a:ext cx="3096260" cy="1033780"/>
            <a:chOff x="1148617" y="2511615"/>
            <a:chExt cx="5765980" cy="1893174"/>
          </a:xfrm>
        </p:grpSpPr>
        <p:sp>
          <p:nvSpPr>
            <p:cNvPr id="42" name="Text1"/>
            <p:cNvSpPr txBox="1"/>
            <p:nvPr/>
          </p:nvSpPr>
          <p:spPr>
            <a:xfrm>
              <a:off x="1148617" y="3108724"/>
              <a:ext cx="5765980" cy="1296065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P</a:t>
              </a:r>
              <a:r>
                <a:rPr lang="zh-CN" altLang="en-US" sz="1100" dirty="0">
                  <a:highlight>
                    <a:srgbClr val="000000">
                      <a:alpha val="0"/>
                    </a:srgbClr>
                  </a:highlight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节点及</a:t>
              </a:r>
              <a:r>
                <a:rPr lang="en-US" altLang="zh-CN" sz="1100" dirty="0">
                  <a:highlight>
                    <a:srgbClr val="000000">
                      <a:alpha val="0"/>
                    </a:srgbClr>
                  </a:highlight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D</a:t>
              </a:r>
              <a:r>
                <a:rPr lang="zh-CN" altLang="en-US" sz="1100" dirty="0">
                  <a:highlight>
                    <a:srgbClr val="000000">
                      <a:alpha val="0"/>
                    </a:srgbClr>
                  </a:highlight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节点模型的前几层和最后几层部署在本地，</a:t>
              </a:r>
              <a:r>
                <a:rPr lang="en-US" altLang="zh-CN" sz="1100" dirty="0">
                  <a:highlight>
                    <a:srgbClr val="000000">
                      <a:alpha val="0"/>
                    </a:srgbClr>
                  </a:highlight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D</a:t>
              </a:r>
              <a:r>
                <a:rPr lang="zh-CN" altLang="en-US" sz="1100" dirty="0">
                  <a:highlight>
                    <a:srgbClr val="000000">
                      <a:alpha val="0"/>
                    </a:srgbClr>
                  </a:highlight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节点模型的中间几层部署在云端。</a:t>
              </a:r>
              <a:endParaRPr lang="zh-CN" altLang="en-US" sz="1100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endParaRPr>
            </a:p>
          </p:txBody>
        </p:sp>
        <p:sp>
          <p:nvSpPr>
            <p:cNvPr id="43" name="Bullet1"/>
            <p:cNvSpPr txBox="1"/>
            <p:nvPr/>
          </p:nvSpPr>
          <p:spPr>
            <a:xfrm>
              <a:off x="1148617" y="2511615"/>
              <a:ext cx="5646545" cy="597160"/>
            </a:xfrm>
            <a:prstGeom prst="rect">
              <a:avLst/>
            </a:prstGeom>
            <a:noFill/>
          </p:spPr>
          <p:txBody>
            <a:bodyPr wrap="square" rtlCol="0" anchor="b" anchorCtr="0"/>
            <a:lstStyle/>
            <a:p>
              <a:pPr>
                <a:lnSpc>
                  <a:spcPct val="120000"/>
                </a:lnSpc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方式二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：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rPr>
                <a:t>模型分层拉远推理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endParaRPr>
            </a:p>
          </p:txBody>
        </p:sp>
      </p:grpSp>
      <p:sp>
        <p:nvSpPr>
          <p:cNvPr id="44" name="文本框 3"/>
          <p:cNvSpPr txBox="1"/>
          <p:nvPr/>
        </p:nvSpPr>
        <p:spPr>
          <a:xfrm>
            <a:off x="335280" y="897255"/>
            <a:ext cx="11450320" cy="81026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云边协同推理模式通过高性能网络将企业私有算力和云上算力互联，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在实现弹性扩容的同时，降低综合成本并满足数据本地化需求，有效解决了传统算力租赁模式在成本、灵活性与安全性之间的矛盾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02" y="1965660"/>
            <a:ext cx="2249170" cy="145986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文本框 4"/>
          <p:cNvSpPr txBox="1"/>
          <p:nvPr/>
        </p:nvSpPr>
        <p:spPr>
          <a:xfrm>
            <a:off x="7325404" y="2140640"/>
            <a:ext cx="4179463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5900" marR="0" lvl="0" indent="-21590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算力：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云上算力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本地算力结合，高安全业务部署本地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  <a:p>
            <a:pPr marL="215900" lvl="0" indent="-215900" defTabSz="913765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应用：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快速集成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AI</a:t>
            </a:r>
            <a:r>
              <a:rPr lang="zh-CN" alt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能力，加速业务创新和上线速度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  <a:p>
            <a:pPr marL="215900" marR="0" lvl="0" indent="-21590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网络：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智算专线，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多租户安全隔离、算卡灵活扩容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67347" y="3221130"/>
            <a:ext cx="1031573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企业园区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3505" y="1900226"/>
            <a:ext cx="15392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数据安全不出域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8" name="箭头: 左右 177"/>
          <p:cNvSpPr/>
          <p:nvPr/>
        </p:nvSpPr>
        <p:spPr>
          <a:xfrm>
            <a:off x="3148254" y="2466092"/>
            <a:ext cx="1880185" cy="360366"/>
          </a:xfrm>
          <a:prstGeom prst="leftRightArrow">
            <a:avLst/>
          </a:prstGeom>
          <a:gradFill flip="none" rotWithShape="1">
            <a:gsLst>
              <a:gs pos="0">
                <a:srgbClr val="666666">
                  <a:lumMod val="60000"/>
                  <a:lumOff val="40000"/>
                </a:srgbClr>
              </a:gs>
              <a:gs pos="100000">
                <a:srgbClr val="666666">
                  <a:lumMod val="39000"/>
                  <a:lumOff val="61000"/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87142" tIns="43571" rIns="87142" bIns="4357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2040204020203" charset="-122"/>
              <a:ea typeface="微软雅黑"/>
              <a:cs typeface="+mn-cs"/>
              <a:sym typeface="Arial" panose="020B060402020209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6184" y="2515521"/>
            <a:ext cx="1724325" cy="261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分布式推理、训练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90650" y="2262033"/>
            <a:ext cx="15953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模型分割部署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92219" y="3221130"/>
            <a:ext cx="128870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智算中心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93418" y="1900226"/>
            <a:ext cx="1916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算力补充，弹性扩容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48435" y="2134797"/>
            <a:ext cx="2314575" cy="1267460"/>
          </a:xfrm>
          <a:prstGeom prst="rect">
            <a:avLst/>
          </a:prstGeom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852" y="2784819"/>
            <a:ext cx="189679" cy="260268"/>
          </a:xfrm>
          <a:prstGeom prst="rect">
            <a:avLst/>
          </a:prstGeom>
        </p:spPr>
      </p:pic>
      <p:pic>
        <p:nvPicPr>
          <p:cNvPr id="20" name="Picture 4" descr="伊顿 E 系列机柜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82" y="2206722"/>
            <a:ext cx="1149635" cy="97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619" y="2784819"/>
            <a:ext cx="189679" cy="2602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2.2.1 </a:t>
            </a:r>
            <a:r>
              <a:rPr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云边协同分布式</a:t>
            </a:r>
            <a:r>
              <a:rPr lang="en-US" altLang="zh-CN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推理技术方案</a:t>
            </a:r>
            <a:r>
              <a:rPr lang="en-US" altLang="zh-CN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—PD</a:t>
            </a:r>
            <a:r>
              <a:rPr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+mn-ea"/>
              </a:rPr>
              <a:t>分离推理</a:t>
            </a:r>
            <a:endParaRPr lang="zh-CN" altLang="en-US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280" y="890270"/>
            <a:ext cx="11516995" cy="838835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业界广泛探索集群化低成本推理优化方案，实现以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DeepSeek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、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Azure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的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Splitwise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、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Kimi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的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Mooncake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为代表的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PD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分离推理方案，云商争相集成相关能力并实现规模商用。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5915" y="1778000"/>
            <a:ext cx="5998210" cy="54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</a:rPr>
              <a:t>PD分离支持大规模、高并发、长序列场景下的集群推理性能提升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微软雅黑" panose="020B0502040204020203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76250" y="3586480"/>
            <a:ext cx="5556250" cy="2559685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accent1">
                <a:alpha val="2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2040204020203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55675" y="3685540"/>
            <a:ext cx="1925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等线" panose="02010600030101010101" charset="-122"/>
              </a:rPr>
              <a:t>Splitwise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等线" panose="02010600030101010101" charset="-122"/>
              </a:rPr>
              <a:t>优化方案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等线" panose="0201060003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7365" y="5181600"/>
            <a:ext cx="2848610" cy="1174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12090" marR="0" lvl="0" indent="-212090" algn="just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+mn-ea"/>
              </a:rPr>
              <a:t>Azure的Splitwise采用PD分离推理，成本降低20%的情况下，吞吐量提升至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+mn-ea"/>
              </a:rPr>
              <a:t>1.4倍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+mn-ea"/>
              </a:rPr>
              <a:t>，相同的成本和功耗预算下，吞吐量提升至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+mn-ea"/>
              </a:rPr>
              <a:t>2.35倍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微软雅黑" panose="020B0502040204020203" charset="-122"/>
              <a:cs typeface="+mn-cs"/>
              <a:sym typeface="+mn-ea"/>
            </a:endParaRPr>
          </a:p>
        </p:txBody>
      </p:sp>
      <p:pic>
        <p:nvPicPr>
          <p:cNvPr id="36" name="图片 35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5675" y="4064635"/>
            <a:ext cx="2058670" cy="1075690"/>
          </a:xfrm>
          <a:prstGeom prst="rect">
            <a:avLst/>
          </a:prstGeom>
        </p:spPr>
      </p:pic>
      <p:pic>
        <p:nvPicPr>
          <p:cNvPr id="37" name="Picture 4" descr="D:\welink\images\DB32F48F-2818-457E-940D-3B40B2001D9D.pn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57"/>
          <a:stretch>
            <a:fillRect/>
          </a:stretch>
        </p:blipFill>
        <p:spPr bwMode="auto">
          <a:xfrm>
            <a:off x="3676650" y="4064635"/>
            <a:ext cx="1981200" cy="10852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文本框 37"/>
          <p:cNvSpPr txBox="1"/>
          <p:nvPr/>
        </p:nvSpPr>
        <p:spPr>
          <a:xfrm>
            <a:off x="3553460" y="3685540"/>
            <a:ext cx="2073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等线" panose="02010600030101010101" charset="-122"/>
              </a:rPr>
              <a:t>Mooncake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等线" panose="02010600030101010101" charset="-122"/>
              </a:rPr>
              <a:t>优化方案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等线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55975" y="5181600"/>
            <a:ext cx="2708275" cy="1160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12090" marR="0" lvl="0" indent="-212090" algn="just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+mn-ea"/>
              </a:rPr>
              <a:t>月之暗面Kimi的Mooncake采用PD分离推理，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等线" panose="02010600030101010101" charset="-122"/>
              </a:rPr>
              <a:t>有效吞吐平均提升至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等线" panose="02010600030101010101" charset="-122"/>
              </a:rPr>
              <a:t>1.75倍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等线" panose="02010600030101010101" charset="-122"/>
              </a:rPr>
              <a:t>，特定场景提升至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  <a:sym typeface="等线" panose="02010600030101010101" charset="-122"/>
              </a:rPr>
              <a:t>5.25倍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微软雅黑" panose="020B0502040204020203" charset="-122"/>
              <a:cs typeface="+mn-cs"/>
              <a:sym typeface="等线" panose="02010600030101010101" charset="-122"/>
            </a:endParaRPr>
          </a:p>
        </p:txBody>
      </p:sp>
      <p:pic>
        <p:nvPicPr>
          <p:cNvPr id="150" name="图片 149" descr="图片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575" y="2342515"/>
            <a:ext cx="2247900" cy="10845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3385" y="2389505"/>
            <a:ext cx="20593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2" indent="0" algn="just" defTabSz="914400" rtl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Prefill</a:t>
            </a:r>
            <a:r>
              <a:rPr kumimoji="1" lang="zh-C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资源池计</a:t>
            </a:r>
            <a:r>
              <a:rPr kumimoji="1" lang="zh-CN" altLang="en-US" sz="1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算首</a:t>
            </a:r>
            <a:r>
              <a:rPr kumimoji="1" lang="en-US" altLang="zh-CN" sz="1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kumimoji="1" lang="zh-CN" altLang="en-US" sz="1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，并</a:t>
            </a:r>
            <a:r>
              <a:rPr kumimoji="1" lang="zh-C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通过机间通信网络将</a:t>
            </a:r>
            <a:r>
              <a:rPr kumimoji="1"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KVcache</a:t>
            </a:r>
            <a:r>
              <a:rPr kumimoji="1" lang="zh-C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传输给</a:t>
            </a:r>
            <a:r>
              <a:rPr kumimoji="1" lang="en-US" altLang="zh-CN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Decode</a:t>
            </a:r>
            <a:r>
              <a:rPr kumimoji="1" lang="zh-C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池</a:t>
            </a:r>
            <a:r>
              <a:rPr kumimoji="1" lang="en-US" altLang="zh-CN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kumimoji="1" lang="en-US" altLang="zh-CN" sz="12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12360" y="2446020"/>
            <a:ext cx="12750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2" indent="0" algn="just" defTabSz="914400" rtl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en-US" altLang="zh-CN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Decode</a:t>
            </a:r>
            <a:r>
              <a:rPr kumimoji="1" lang="zh-C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资源池运算完，把结果返回给用户</a:t>
            </a:r>
            <a:endParaRPr kumimoji="1" lang="zh-CN" altLang="en-US" sz="12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153" name="圆角矩形 3"/>
          <p:cNvSpPr/>
          <p:nvPr>
            <p:custDataLst>
              <p:tags r:id="rId7"/>
            </p:custDataLst>
          </p:nvPr>
        </p:nvSpPr>
        <p:spPr>
          <a:xfrm>
            <a:off x="6419215" y="1952625"/>
            <a:ext cx="5493385" cy="4434205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765">
              <a:defRPr/>
            </a:pP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矩形 153"/>
              <p:cNvSpPr/>
              <p:nvPr>
                <p:custDataLst>
                  <p:tags r:id="rId8"/>
                </p:custDataLst>
              </p:nvPr>
            </p:nvSpPr>
            <p:spPr>
              <a:xfrm>
                <a:off x="6419215" y="1964055"/>
                <a:ext cx="5494020" cy="13646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just" fontAlgn="auto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charset="0"/>
                  <a:buChar char="n"/>
                </a:pPr>
                <a:r>
                  <a:rPr kumimoji="1" lang="zh-CN" altLang="en-US" sz="1400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</a:rPr>
                  <a:t>PD分离拉远场景下，由于产生了跨长距的通信流量，对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  <a:sym typeface="+mn-ea"/>
                  </a:rPr>
                  <a:t>影响推理性能的指标有了新的定义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</a:rPr>
                  <a:t>，即：</a:t>
                </a:r>
                <a:endParaRPr kumimoji="1" lang="zh-CN" altLang="en-US" sz="1400" dirty="0">
                  <a:solidFill>
                    <a:srgbClr val="000000"/>
                  </a:solidFill>
                  <a:latin typeface="微软雅黑" panose="020B0502040204020203" charset="-122"/>
                  <a:ea typeface="微软雅黑" panose="020B0502040204020203" charset="-122"/>
                </a:endParaRPr>
              </a:p>
              <a:p>
                <a:pPr marL="742950" lvl="1" indent="-285750" algn="just" fontAlgn="auto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zh-CN" altLang="en-US" sz="1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</a:rPr>
                        </m:ctrlPr>
                      </m:sSupPr>
                      <m:e>
                        <m:r>
                          <a:rPr kumimoji="1" lang="zh-CN" altLang="en-US" sz="1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</a:rPr>
                          <m:t>𝐓𝐓𝐅𝐓</m:t>
                        </m:r>
                      </m:e>
                      <m:sup>
                        <m:r>
                          <a:rPr kumimoji="1" lang="zh-CN" altLang="en-US" sz="1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1400" b="1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</a:rPr>
                  <a:t>：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</a:rPr>
                  <a:t>首token和第二个token返回用户所用的时间</a:t>
                </a:r>
                <a:endParaRPr kumimoji="1" lang="zh-CN" altLang="en-US" sz="1400" dirty="0">
                  <a:solidFill>
                    <a:srgbClr val="000000"/>
                  </a:solidFill>
                  <a:latin typeface="微软雅黑" panose="020B0502040204020203" charset="-122"/>
                  <a:ea typeface="微软雅黑" panose="020B0502040204020203" charset="-122"/>
                </a:endParaRPr>
              </a:p>
              <a:p>
                <a:pPr marL="742950" lvl="1" indent="-285750" algn="just" fontAlgn="auto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zh-CN" altLang="en-US" sz="1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</a:rPr>
                        </m:ctrlPr>
                      </m:sSupPr>
                      <m:e>
                        <m:r>
                          <a:rPr kumimoji="1" lang="zh-CN" altLang="en-US" sz="1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</a:rPr>
                          <m:t>𝐓𝐏𝐎𝐓</m:t>
                        </m:r>
                      </m:e>
                      <m:sup>
                        <m:r>
                          <a:rPr kumimoji="1" lang="zh-CN" altLang="en-US" sz="1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1400" b="1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</a:rPr>
                  <a:t>：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微软雅黑" panose="020B0502040204020203" charset="-122"/>
                    <a:ea typeface="微软雅黑" panose="020B0502040204020203" charset="-122"/>
                  </a:rPr>
                  <a:t>后续每个token返回用户所用的时间</a:t>
                </a:r>
                <a:endParaRPr kumimoji="1" lang="zh-CN" altLang="en-US" sz="1400" dirty="0">
                  <a:solidFill>
                    <a:srgbClr val="000000"/>
                  </a:solidFill>
                  <a:latin typeface="微软雅黑" panose="020B0502040204020203" charset="-122"/>
                  <a:ea typeface="微软雅黑" panose="020B0502040204020203" charset="-122"/>
                </a:endParaRPr>
              </a:p>
            </p:txBody>
          </p:sp>
        </mc:Choice>
        <mc:Fallback>
          <p:sp>
            <p:nvSpPr>
              <p:cNvPr id="154" name="矩形 15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6419215" y="1964055"/>
                <a:ext cx="5494020" cy="136461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文本框 154"/>
          <p:cNvSpPr txBox="1"/>
          <p:nvPr/>
        </p:nvSpPr>
        <p:spPr>
          <a:xfrm>
            <a:off x="7901305" y="1778000"/>
            <a:ext cx="2529840" cy="33845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</a:ln>
        </p:spPr>
        <p:txBody>
          <a:bodyPr wrap="square" lIns="89996" tIns="46798" rIns="89996" bIns="46798" rtlCol="0" anchor="t">
            <a:spAutoFit/>
          </a:bodyPr>
          <a:lstStyle/>
          <a:p>
            <a:r>
              <a:rPr kumimoji="1" lang="en-US" altLang="zh-CN" sz="16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PD</a:t>
            </a:r>
            <a:r>
              <a:rPr kumimoji="1" lang="zh-CN" altLang="en-US" sz="16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分离</a:t>
            </a:r>
            <a:r>
              <a:rPr kumimoji="1" sz="16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推理拉远业务流程</a:t>
            </a:r>
            <a:endParaRPr kumimoji="1" lang="en-US" altLang="zh-CN" sz="1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本框 157"/>
              <p:cNvSpPr txBox="1"/>
              <p:nvPr/>
            </p:nvSpPr>
            <p:spPr>
              <a:xfrm>
                <a:off x="6419215" y="5946775"/>
                <a:ext cx="5494020" cy="44831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square" lIns="89996" tIns="46798" rIns="89996" bIns="46798" rtlCol="0" anchor="t">
                <a:noAutofit/>
              </a:bodyPr>
              <a:lstStyle/>
              <a:p>
                <a:pPr marL="285750" indent="-285750" algn="just" fontAlgn="auto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charset="0"/>
                  <a:buChar char="n"/>
                </a:pPr>
                <a:r>
                  <a:rPr lang="en-US" altLang="zh-CN" sz="1400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PD</a:t>
                </a:r>
                <a:r>
                  <a:rPr lang="zh-CN" altLang="en-US" sz="1400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分离拉远影响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  <m:t>𝑇𝑇𝐹𝑇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400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  <m:t>𝑇𝑃𝑂𝑇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</a:rPr>
                  <a:t>，但对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  <m:t>𝑇𝑃𝑂𝑇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</a:rPr>
                  <a:t>影响较小</a:t>
                </a:r>
                <a:endParaRPr lang="en-US" altLang="zh-CN" sz="1400" i="1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endParaRPr>
              </a:p>
              <a:p>
                <a:pPr lvl="1" indent="0" algn="just" fontAlgn="auto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90204" pitchFamily="34" charset="0"/>
                  <a:buNone/>
                </a:pPr>
                <a:endParaRPr lang="en-US" altLang="zh-CN" sz="1400" dirty="0">
                  <a:latin typeface="Cambria Math" panose="02040503050406030204" pitchFamily="18" charset="0"/>
                  <a:ea typeface="微软雅黑" panose="020B0502040204020203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158" name="文本框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215" y="5946775"/>
                <a:ext cx="5494020" cy="448310"/>
              </a:xfrm>
              <a:prstGeom prst="rect">
                <a:avLst/>
              </a:prstGeom>
              <a:blipFill rotWithShape="1">
                <a:blip r:embed="rId11"/>
                <a:stretch>
                  <a:fillRect b="-49717"/>
                </a:stretch>
              </a:blipFill>
              <a:ln w="12700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9" name="图片 1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1455" y="3448050"/>
            <a:ext cx="5186680" cy="17640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本框 159"/>
              <p:cNvSpPr txBox="1"/>
              <p:nvPr/>
            </p:nvSpPr>
            <p:spPr>
              <a:xfrm>
                <a:off x="8908415" y="5189220"/>
                <a:ext cx="2893695" cy="65024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  <m:t>𝑻𝑻𝑭𝑻</m:t>
                        </m:r>
                      </m:e>
                      <m:sup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=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①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②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③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④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⑤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⑥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⑦</a:t>
                </a:r>
                <a:endParaRPr lang="zh-CN" altLang="en-US" sz="1400" b="1" dirty="0"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endParaRPr>
              </a:p>
              <a:p>
                <a:pPr algn="just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2040204020203" charset="-122"/>
                            <a:cs typeface="Cambria Math" panose="02040503050406030204" pitchFamily="18" charset="0"/>
                          </a:rPr>
                          <m:t>𝑻𝑷𝑶𝑻</m:t>
                        </m:r>
                      </m:e>
                      <m:sup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=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⑤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⑥</a:t>
                </a:r>
                <a:r>
                  <a:rPr lang="en-US" altLang="zh-CN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+</a:t>
                </a:r>
                <a:r>
                  <a:rPr lang="zh-CN" altLang="en-US" sz="1400" b="1" dirty="0"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⑦</a:t>
                </a:r>
                <a:endParaRPr lang="zh-CN" altLang="en-US" sz="1400" b="1" dirty="0"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endParaRPr>
              </a:p>
              <a:p>
                <a:pPr algn="just">
                  <a:buNone/>
                </a:pPr>
                <a:endParaRPr lang="zh-CN" altLang="en-US" sz="1400" b="1" dirty="0"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  <a:sym typeface="+mn-ea"/>
                </a:endParaRPr>
              </a:p>
            </p:txBody>
          </p:sp>
        </mc:Choice>
        <mc:Fallback>
          <p:sp>
            <p:nvSpPr>
              <p:cNvPr id="160" name="文本框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415" y="5189220"/>
                <a:ext cx="2893695" cy="650240"/>
              </a:xfrm>
              <a:prstGeom prst="rect">
                <a:avLst/>
              </a:prstGeom>
              <a:blipFill rotWithShape="1">
                <a:blip r:embed="rId13"/>
                <a:stretch>
                  <a:fillRect b="-39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矩形 161"/>
          <p:cNvSpPr/>
          <p:nvPr/>
        </p:nvSpPr>
        <p:spPr>
          <a:xfrm>
            <a:off x="6517005" y="3430905"/>
            <a:ext cx="5285105" cy="25019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2.2.1 </a:t>
            </a:r>
            <a:r>
              <a:rPr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技术可行</a:t>
            </a:r>
            <a:r>
              <a:rPr lang="en-US" altLang="zh-CN"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：PD</a:t>
            </a:r>
            <a:r>
              <a:rPr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分离拉远推理现网试验</a:t>
            </a:r>
            <a:endParaRPr lang="zh-CN" altLang="en-US" noProof="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5280" y="859790"/>
            <a:ext cx="11428730" cy="9220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基于上海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400GE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智算实验网和广东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800G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波分设备，完成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DeepSeek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蒸馏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70B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模型、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DeepSeek-R1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满血版模型在不同带宽收敛比下的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PD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分离推理拉远试验，充分验证其技术可行性。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384" name="矩形 7"/>
          <p:cNvSpPr/>
          <p:nvPr>
            <p:custDataLst>
              <p:tags r:id="rId3"/>
            </p:custDataLst>
          </p:nvPr>
        </p:nvSpPr>
        <p:spPr>
          <a:xfrm>
            <a:off x="335280" y="1909445"/>
            <a:ext cx="5688965" cy="4536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1084580" y="1772920"/>
            <a:ext cx="4190365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lvl="0" algn="ctr"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上海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400GE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智算试验网</a:t>
            </a:r>
            <a:endParaRPr lang="zh-CN" altLang="en-US" sz="1600" b="1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4" name="矩形 7"/>
          <p:cNvSpPr/>
          <p:nvPr>
            <p:custDataLst>
              <p:tags r:id="rId4"/>
            </p:custDataLst>
          </p:nvPr>
        </p:nvSpPr>
        <p:spPr>
          <a:xfrm>
            <a:off x="6222365" y="1905000"/>
            <a:ext cx="5688965" cy="45840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6936105" y="1768475"/>
            <a:ext cx="4190365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lvl="0" algn="ctr"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广东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800G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波分设备</a:t>
            </a:r>
            <a:endParaRPr lang="zh-CN" altLang="en-US" sz="1600" b="1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" y="2104944"/>
            <a:ext cx="2588895" cy="23958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181985" y="2121454"/>
            <a:ext cx="2782570" cy="2353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</a:rPr>
              <a:t>模型：</a:t>
            </a:r>
            <a:r>
              <a:rPr lang="en-US" altLang="zh-CN" sz="1400" noProof="0">
                <a:latin typeface="Times New Roman" panose="02020503050405090304" pitchFamily="18" charset="0"/>
                <a:ea typeface="微软雅黑" panose="020B0502040204020203" charset="-122"/>
                <a:cs typeface="Times New Roman" panose="02020503050405090304" pitchFamily="18" charset="0"/>
                <a:sym typeface="+mn-ea"/>
              </a:rPr>
              <a:t>DeepSeek-R1-Distill- Llama-70B</a:t>
            </a:r>
            <a:endParaRPr lang="en-US" altLang="zh-CN" sz="1400" dirty="0">
              <a:latin typeface="微软雅黑" panose="020B0502040204020203" charset="-122"/>
              <a:ea typeface="微软雅黑" panose="020B0502040204020203" charset="-122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</a:rPr>
              <a:t>部署：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vDC2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机房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1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台服务器部署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1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个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P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实例，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vDC1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机房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台服务器部署</a:t>
            </a:r>
            <a:r>
              <a:rPr lang="en-US" sz="1400" dirty="0">
                <a:latin typeface="微软雅黑" panose="020B0502040204020203" charset="-122"/>
                <a:ea typeface="微软雅黑" panose="020B0502040204020203" charset="-122"/>
              </a:rPr>
              <a:t>2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个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D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实例。</a:t>
            </a:r>
            <a:endParaRPr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</a:rPr>
              <a:t>算力规模：</a:t>
            </a:r>
            <a:r>
              <a:rPr lang="en-US" sz="1400" dirty="0">
                <a:latin typeface="微软雅黑" panose="020B0502040204020203" charset="-122"/>
                <a:ea typeface="微软雅黑" panose="020B0502040204020203" charset="-122"/>
              </a:rPr>
              <a:t>3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台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（1P2D）</a:t>
            </a:r>
            <a:endParaRPr lang="en-US" altLang="zh-CN" sz="1400" dirty="0">
              <a:latin typeface="微软雅黑" panose="020B0502040204020203" charset="-122"/>
              <a:ea typeface="微软雅黑" panose="020B0502040204020203" charset="-122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</a:rPr>
              <a:t>距离：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252km</a:t>
            </a:r>
            <a:endParaRPr lang="zh-CN" altLang="en-US" sz="1400" b="1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6"/>
            </p:custDataLst>
          </p:nvPr>
        </p:nvGraphicFramePr>
        <p:xfrm>
          <a:off x="405765" y="4660184"/>
          <a:ext cx="5559425" cy="1511382"/>
        </p:xfrm>
        <a:graphic>
          <a:graphicData uri="http://schemas.openxmlformats.org/drawingml/2006/table">
            <a:tbl>
              <a:tblPr firstRow="1"/>
              <a:tblGrid>
                <a:gridCol w="1240790"/>
                <a:gridCol w="1582420"/>
                <a:gridCol w="1607185"/>
                <a:gridCol w="1129030"/>
              </a:tblGrid>
              <a:tr h="287635">
                <a:tc grid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noProof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微软雅黑" panose="020B0502040204020203" charset="-122"/>
                          <a:cs typeface="Times New Roman" panose="02020503050405090304" pitchFamily="18" charset="0"/>
                          <a:sym typeface="+mn-ea"/>
                        </a:rPr>
                        <a:t>4k</a:t>
                      </a:r>
                      <a:r>
                        <a:rPr lang="zh-CN" altLang="en-US" sz="1200" b="1" noProof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微软雅黑" panose="020B0502040204020203" charset="-122"/>
                          <a:cs typeface="Times New Roman" panose="02020503050405090304" pitchFamily="18" charset="0"/>
                          <a:sym typeface="+mn-ea"/>
                        </a:rPr>
                        <a:t>输入、</a:t>
                      </a:r>
                      <a:r>
                        <a:rPr lang="en-US" altLang="zh-CN" sz="1200" b="1" noProof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微软雅黑" panose="020B0502040204020203" charset="-122"/>
                          <a:cs typeface="Times New Roman" panose="02020503050405090304" pitchFamily="18" charset="0"/>
                          <a:sym typeface="+mn-ea"/>
                        </a:rPr>
                        <a:t>512</a:t>
                      </a:r>
                      <a:r>
                        <a:rPr lang="zh-CN" altLang="en-US" sz="1200" b="1" noProof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微软雅黑" panose="020B0502040204020203" charset="-122"/>
                          <a:cs typeface="Times New Roman" panose="02020503050405090304" pitchFamily="18" charset="0"/>
                          <a:sym typeface="+mn-ea"/>
                        </a:rPr>
                        <a:t>输出，单并发</a:t>
                      </a:r>
                      <a:endParaRPr lang="zh-CN" altLang="en-US" sz="1200" b="1" noProof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ea typeface="微软雅黑" panose="020B0502040204020203" charset="-122"/>
                        <a:cs typeface="Times New Roman" panose="0202050305040509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 anchor="ctr">
                    <a:solidFill>
                      <a:srgbClr val="842423"/>
                    </a:solidFill>
                  </a:tcPr>
                </a:tc>
                <a:tc hMerge="1">
                  <a:tcPr anchor="ctr">
                    <a:solidFill>
                      <a:srgbClr val="842423"/>
                    </a:solidFill>
                  </a:tcPr>
                </a:tc>
                <a:tc hMerge="1">
                  <a:tcPr anchor="ctr">
                    <a:solidFill>
                      <a:srgbClr val="842423"/>
                    </a:solidFill>
                  </a:tcPr>
                </a:tc>
              </a:tr>
              <a:tr h="360842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带宽收敛比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未拉远 ttft_ratio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PD拉远 ttft_ratio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满足率劣化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2876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4:1（400G）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/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>
                    <a:solidFill>
                      <a:srgbClr val="DBE4F2"/>
                    </a:solidFill>
                  </a:tcPr>
                </a:tc>
              </a:tr>
              <a:tr h="2876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8:1</a:t>
                      </a: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（200G）</a:t>
                      </a:r>
                      <a:endParaRPr lang="en-US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/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>
                    <a:solidFill>
                      <a:srgbClr val="DBE4F2"/>
                    </a:solidFill>
                  </a:tcPr>
                </a:tc>
              </a:tr>
              <a:tr h="2876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32:1</a:t>
                      </a: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（50G）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0.99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1%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>
                    <a:solidFill>
                      <a:srgbClr val="DBE4F2"/>
                    </a:solidFill>
                  </a:tcPr>
                </a:tc>
              </a:tr>
            </a:tbl>
          </a:graphicData>
        </a:graphic>
      </p:graphicFrame>
      <p:pic>
        <p:nvPicPr>
          <p:cNvPr id="117" name="图片 1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970" y="2179955"/>
            <a:ext cx="2926715" cy="202692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403715" y="2143250"/>
            <a:ext cx="2537460" cy="1821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1450" indent="-1714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模型</a:t>
            </a:r>
            <a:r>
              <a:rPr lang="en-US" altLang="zh-CN" sz="1400" b="1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：DeepSeek-671B</a:t>
            </a:r>
            <a:endParaRPr lang="en-US" altLang="zh-CN" sz="1400" b="1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部署：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沙溪2台服务器1个P实例，南方基地6台服务器1个P实例和1个D实例</a:t>
            </a:r>
            <a:endParaRPr lang="zh-CN" altLang="en-US" sz="1400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算力规模：</a:t>
            </a:r>
            <a:r>
              <a:rPr lang="en-US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8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台</a:t>
            </a:r>
            <a:r>
              <a:rPr lang="en-US" altLang="zh-CN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（2P1D）</a:t>
            </a:r>
            <a:endParaRPr lang="en-US" altLang="zh-CN" sz="1400" dirty="0">
              <a:latin typeface="微软雅黑" panose="020B0502040204020203" charset="-122"/>
              <a:ea typeface="微软雅黑" panose="020B0502040204020203" charset="-122"/>
            </a:endParaRPr>
          </a:p>
          <a:p>
            <a:pPr marL="171450" indent="-1714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距离：</a:t>
            </a:r>
            <a:r>
              <a:rPr lang="zh-CN" altLang="en-US" sz="14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50km</a:t>
            </a:r>
            <a:endParaRPr lang="en-US" altLang="zh-CN" sz="1400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8"/>
            </p:custDataLst>
          </p:nvPr>
        </p:nvGraphicFramePr>
        <p:xfrm>
          <a:off x="6383020" y="4300220"/>
          <a:ext cx="5400040" cy="1663700"/>
        </p:xfrm>
        <a:graphic>
          <a:graphicData uri="http://schemas.openxmlformats.org/drawingml/2006/table">
            <a:tbl>
              <a:tblPr firstRow="1"/>
              <a:tblGrid>
                <a:gridCol w="1364615"/>
                <a:gridCol w="1001395"/>
                <a:gridCol w="681355"/>
                <a:gridCol w="756285"/>
                <a:gridCol w="808355"/>
                <a:gridCol w="788035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序列长度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并发数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未拉远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ttft_ratio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PD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拉远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ttft_ratio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 anchor="ctr">
                    <a:solidFill>
                      <a:srgbClr val="842423"/>
                    </a:solidFill>
                  </a:tcPr>
                </a:tc>
                <a:tc hMerge="1">
                  <a:tcPr anchor="ctr">
                    <a:solidFill>
                      <a:srgbClr val="8424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带宽收敛比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>
                    <a:solidFill>
                      <a:srgbClr val="FBE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1:1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rgbClr val="FBE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8:1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rgbClr val="FBE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16:1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rgbClr val="FBE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32:1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rgbClr val="FBED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64:1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</a:txBody>
                  <a:tcPr anchor="ctr">
                    <a:solidFill>
                      <a:srgbClr val="FBEDDB"/>
                    </a:solidFill>
                  </a:tcPr>
                </a:tc>
              </a:tr>
              <a:tr h="93218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1k</a:t>
                      </a:r>
                      <a:r>
                        <a:rPr lang="zh-CN" altLang="en-US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输入，</a:t>
                      </a: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宋体" pitchFamily="2" charset="-122"/>
                        </a:rPr>
                        <a:t>27/s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宋体" pitchFamily="2" charset="-122"/>
                      </a:endParaRPr>
                    </a:p>
                    <a:p>
                      <a:pPr indent="0" algn="l" fontAlgn="auto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2k</a:t>
                      </a:r>
                      <a:r>
                        <a:rPr lang="zh-CN" altLang="en-US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输入，</a:t>
                      </a: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宋体" pitchFamily="2" charset="-122"/>
                        </a:rPr>
                        <a:t>15/s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宋体" pitchFamily="2" charset="-122"/>
                      </a:endParaRPr>
                    </a:p>
                    <a:p>
                      <a:pPr indent="0" algn="l" fontAlgn="auto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4k</a:t>
                      </a:r>
                      <a:r>
                        <a:rPr lang="zh-CN" altLang="en-US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输入，</a:t>
                      </a: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7/s</a:t>
                      </a:r>
                      <a:endParaRPr lang="en-US" altLang="zh-CN" sz="120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8k</a:t>
                      </a:r>
                      <a:r>
                        <a:rPr lang="zh-CN" altLang="en-US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输入，</a:t>
                      </a:r>
                      <a:r>
                        <a:rPr lang="en-US" altLang="zh-CN" sz="120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  <a:sym typeface="+mn-ea"/>
                        </a:rPr>
                        <a:t>1.7/s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  <a:sym typeface="宋体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1</a:t>
                      </a:r>
                      <a:endParaRPr lang="en-US" altLang="zh-CN" sz="1200" b="0" dirty="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522730" y="6197600"/>
            <a:ext cx="4501515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TTFT*</a:t>
            </a:r>
            <a:r>
              <a:rPr lang="zh-CN" altLang="en-US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满足率：全部用户请求满足首</a:t>
            </a:r>
            <a:r>
              <a:rPr lang="en-US" altLang="zh-CN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lang="zh-CN" altLang="en-US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和第二个</a:t>
            </a:r>
            <a:r>
              <a:rPr lang="en-US" altLang="zh-CN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token</a:t>
            </a:r>
            <a:r>
              <a:rPr lang="zh-CN" altLang="en-US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时延</a:t>
            </a:r>
            <a:r>
              <a:rPr lang="en-US" altLang="zh-CN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&lt;2s</a:t>
            </a:r>
            <a:r>
              <a:rPr lang="zh-CN" altLang="en-US" sz="1000" dirty="0">
                <a:latin typeface="微软雅黑" panose="020B0502040204020203" charset="-122"/>
                <a:ea typeface="微软雅黑" panose="020B0502040204020203" charset="-122"/>
                <a:sym typeface="+mn-ea"/>
              </a:rPr>
              <a:t>的比例</a:t>
            </a:r>
            <a:endParaRPr lang="zh-CN" altLang="en-US" sz="1000" dirty="0"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23000" y="6057265"/>
            <a:ext cx="57181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测试结论：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不同带宽收敛比下，PD分离拉远后的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TTFT无明显劣化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。</a:t>
            </a:r>
            <a:endParaRPr lang="zh-CN" altLang="en-US" sz="14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占位符 81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>
          <a:xfrm>
            <a:off x="221615" y="267335"/>
            <a:ext cx="9207500" cy="444500"/>
          </a:xfrm>
        </p:spPr>
        <p:txBody>
          <a:bodyPr/>
          <a:p>
            <a:r>
              <a:rPr lang="zh-CN" altLang="en-US"/>
              <a:t>2.2.2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模型分层边云协同算网解决方案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3" name="标题 8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4" name="矩形: 圆角 12"/>
          <p:cNvSpPr/>
          <p:nvPr/>
        </p:nvSpPr>
        <p:spPr>
          <a:xfrm>
            <a:off x="8042910" y="4951730"/>
            <a:ext cx="3886200" cy="1519555"/>
          </a:xfrm>
          <a:prstGeom prst="roundRect">
            <a:avLst>
              <a:gd name="adj" fmla="val 8672"/>
            </a:avLst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83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53" name="矩形: 圆角 12"/>
          <p:cNvSpPr/>
          <p:nvPr/>
        </p:nvSpPr>
        <p:spPr>
          <a:xfrm>
            <a:off x="8042910" y="3411220"/>
            <a:ext cx="3886200" cy="1447800"/>
          </a:xfrm>
          <a:prstGeom prst="roundRect">
            <a:avLst>
              <a:gd name="adj" fmla="val 8672"/>
            </a:avLst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83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6" name="矩形: 圆角 12"/>
          <p:cNvSpPr/>
          <p:nvPr/>
        </p:nvSpPr>
        <p:spPr>
          <a:xfrm>
            <a:off x="8042910" y="1881505"/>
            <a:ext cx="3886200" cy="1447800"/>
          </a:xfrm>
          <a:prstGeom prst="roundRect">
            <a:avLst>
              <a:gd name="adj" fmla="val 8672"/>
            </a:avLst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83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" name="矩形: 圆角 12"/>
          <p:cNvSpPr/>
          <p:nvPr/>
        </p:nvSpPr>
        <p:spPr>
          <a:xfrm>
            <a:off x="466090" y="1881505"/>
            <a:ext cx="7494905" cy="4600575"/>
          </a:xfrm>
          <a:prstGeom prst="roundRect">
            <a:avLst>
              <a:gd name="adj" fmla="val 8672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1151366" y="2648039"/>
            <a:ext cx="863600" cy="6115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" y="879475"/>
            <a:ext cx="11624945" cy="92202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模型分层方案进一步降低互联带宽需求与数据泄漏风险，在实现弹性扩容的同时，降低综合成本并满足数据本地化需求，有效解决了传统算力租赁模式在成本、灵活性与安全性之间的矛盾。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1195" y="1949469"/>
            <a:ext cx="462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边云协同算网解决方案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5" name="Picture 10" descr="F:\02-绿叶公司-胶片素材\PNG元素\图片97-2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4874CB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988" y="4103270"/>
            <a:ext cx="1586865" cy="102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6"/>
          <p:cNvCxnSpPr/>
          <p:nvPr/>
        </p:nvCxnSpPr>
        <p:spPr>
          <a:xfrm flipV="1">
            <a:off x="3177651" y="3219952"/>
            <a:ext cx="2310130" cy="5080"/>
          </a:xfrm>
          <a:prstGeom prst="straightConnector1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8" name="文本框 7"/>
          <p:cNvSpPr txBox="1"/>
          <p:nvPr/>
        </p:nvSpPr>
        <p:spPr>
          <a:xfrm>
            <a:off x="2756646" y="2805932"/>
            <a:ext cx="3152140" cy="3575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训推：样本和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Prompt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数据不出域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34141" y="2303481"/>
            <a:ext cx="246761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3765">
              <a:defRPr sz="1200" b="1" kern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边云协同训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推，数据安全不出域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2" t="4703" r="36575"/>
          <a:stretch>
            <a:fillRect/>
          </a:stretch>
        </p:blipFill>
        <p:spPr bwMode="auto">
          <a:xfrm>
            <a:off x="2095233" y="4272815"/>
            <a:ext cx="278130" cy="563880"/>
          </a:xfrm>
          <a:prstGeom prst="rect">
            <a:avLst/>
          </a:prstGeom>
          <a:noFill/>
        </p:spPr>
      </p:pic>
      <p:sp>
        <p:nvSpPr>
          <p:cNvPr id="11" name="流程图: 多文档 37"/>
          <p:cNvSpPr/>
          <p:nvPr/>
        </p:nvSpPr>
        <p:spPr>
          <a:xfrm>
            <a:off x="1148448" y="3964205"/>
            <a:ext cx="262890" cy="395605"/>
          </a:xfrm>
          <a:prstGeom prst="flowChartMultidocumen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1D1D1A"/>
            </a:solidFill>
            <a:prstDash val="solid"/>
            <a:miter lim="800000"/>
            <a:headEnd type="none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数据</a:t>
            </a:r>
            <a:endParaRPr kumimoji="0" lang="zh-CN" altLang="en-US" sz="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2" name="Freeform 118"/>
          <p:cNvSpPr>
            <a:spLocks noEditPoints="1"/>
          </p:cNvSpPr>
          <p:nvPr/>
        </p:nvSpPr>
        <p:spPr bwMode="auto">
          <a:xfrm>
            <a:off x="778243" y="4619525"/>
            <a:ext cx="268605" cy="346075"/>
          </a:xfrm>
          <a:custGeom>
            <a:avLst/>
            <a:gdLst/>
            <a:ahLst/>
            <a:cxnLst>
              <a:cxn ang="0">
                <a:pos x="2600" y="1750"/>
              </a:cxn>
              <a:cxn ang="0">
                <a:pos x="4050" y="1600"/>
              </a:cxn>
              <a:cxn ang="0">
                <a:pos x="6000" y="850"/>
              </a:cxn>
              <a:cxn ang="0">
                <a:pos x="8000" y="150"/>
              </a:cxn>
              <a:cxn ang="0">
                <a:pos x="9500" y="50"/>
              </a:cxn>
              <a:cxn ang="0">
                <a:pos x="11050" y="700"/>
              </a:cxn>
              <a:cxn ang="0">
                <a:pos x="11500" y="4650"/>
              </a:cxn>
              <a:cxn ang="0">
                <a:pos x="11200" y="6850"/>
              </a:cxn>
              <a:cxn ang="0">
                <a:pos x="10401" y="9200"/>
              </a:cxn>
              <a:cxn ang="0">
                <a:pos x="9400" y="10550"/>
              </a:cxn>
              <a:cxn ang="0">
                <a:pos x="8150" y="10800"/>
              </a:cxn>
              <a:cxn ang="0">
                <a:pos x="5350" y="10700"/>
              </a:cxn>
              <a:cxn ang="0">
                <a:pos x="4550" y="9950"/>
              </a:cxn>
              <a:cxn ang="0">
                <a:pos x="3350" y="7600"/>
              </a:cxn>
              <a:cxn ang="0">
                <a:pos x="2900" y="5550"/>
              </a:cxn>
              <a:cxn ang="0">
                <a:pos x="7500" y="6000"/>
              </a:cxn>
              <a:cxn ang="0">
                <a:pos x="9350" y="6000"/>
              </a:cxn>
              <a:cxn ang="0">
                <a:pos x="6900" y="5550"/>
              </a:cxn>
              <a:cxn ang="0">
                <a:pos x="4600" y="5800"/>
              </a:cxn>
              <a:cxn ang="0">
                <a:pos x="4950" y="7300"/>
              </a:cxn>
              <a:cxn ang="0">
                <a:pos x="7000" y="7150"/>
              </a:cxn>
              <a:cxn ang="0">
                <a:pos x="7449" y="7300"/>
              </a:cxn>
              <a:cxn ang="0">
                <a:pos x="9700" y="7300"/>
              </a:cxn>
              <a:cxn ang="0">
                <a:pos x="9800" y="5550"/>
              </a:cxn>
              <a:cxn ang="0">
                <a:pos x="6900" y="6000"/>
              </a:cxn>
              <a:cxn ang="0">
                <a:pos x="6650" y="6850"/>
              </a:cxn>
              <a:cxn ang="0">
                <a:pos x="5500" y="11500"/>
              </a:cxn>
              <a:cxn ang="0">
                <a:pos x="0" y="15900"/>
              </a:cxn>
              <a:cxn ang="0">
                <a:pos x="250" y="14050"/>
              </a:cxn>
              <a:cxn ang="0">
                <a:pos x="1100" y="12450"/>
              </a:cxn>
              <a:cxn ang="0">
                <a:pos x="11550" y="13000"/>
              </a:cxn>
              <a:cxn ang="0">
                <a:pos x="12400" y="14750"/>
              </a:cxn>
              <a:cxn ang="0">
                <a:pos x="10650" y="15600"/>
              </a:cxn>
              <a:cxn ang="0">
                <a:pos x="9800" y="13850"/>
              </a:cxn>
              <a:cxn ang="0">
                <a:pos x="9200" y="11500"/>
              </a:cxn>
              <a:cxn ang="0">
                <a:pos x="14750" y="15900"/>
              </a:cxn>
              <a:cxn ang="0">
                <a:pos x="14500" y="14050"/>
              </a:cxn>
              <a:cxn ang="0">
                <a:pos x="13700" y="12450"/>
              </a:cxn>
              <a:cxn ang="0">
                <a:pos x="5700" y="4600"/>
              </a:cxn>
              <a:cxn ang="0">
                <a:pos x="3800" y="4150"/>
              </a:cxn>
              <a:cxn ang="0">
                <a:pos x="4150" y="6550"/>
              </a:cxn>
              <a:cxn ang="0">
                <a:pos x="4950" y="8600"/>
              </a:cxn>
              <a:cxn ang="0">
                <a:pos x="6450" y="9750"/>
              </a:cxn>
              <a:cxn ang="0">
                <a:pos x="8750" y="9700"/>
              </a:cxn>
              <a:cxn ang="0">
                <a:pos x="9800" y="7950"/>
              </a:cxn>
              <a:cxn ang="0">
                <a:pos x="10300" y="6000"/>
              </a:cxn>
              <a:cxn ang="0">
                <a:pos x="9250" y="5050"/>
              </a:cxn>
              <a:cxn ang="0">
                <a:pos x="7449" y="5000"/>
              </a:cxn>
            </a:cxnLst>
            <a:rect l="0" t="0" r="r" b="b"/>
            <a:pathLst>
              <a:path w="14750" h="16550">
                <a:moveTo>
                  <a:pt x="2800" y="4800"/>
                </a:moveTo>
                <a:lnTo>
                  <a:pt x="2100" y="1701"/>
                </a:lnTo>
                <a:lnTo>
                  <a:pt x="2600" y="1750"/>
                </a:lnTo>
                <a:lnTo>
                  <a:pt x="3100" y="1750"/>
                </a:lnTo>
                <a:lnTo>
                  <a:pt x="3950" y="2900"/>
                </a:lnTo>
                <a:lnTo>
                  <a:pt x="4050" y="1600"/>
                </a:lnTo>
                <a:lnTo>
                  <a:pt x="4550" y="1450"/>
                </a:lnTo>
                <a:lnTo>
                  <a:pt x="5050" y="1250"/>
                </a:lnTo>
                <a:lnTo>
                  <a:pt x="6000" y="850"/>
                </a:lnTo>
                <a:lnTo>
                  <a:pt x="7000" y="450"/>
                </a:lnTo>
                <a:lnTo>
                  <a:pt x="7500" y="250"/>
                </a:lnTo>
                <a:lnTo>
                  <a:pt x="8000" y="150"/>
                </a:lnTo>
                <a:lnTo>
                  <a:pt x="8500" y="50"/>
                </a:lnTo>
                <a:lnTo>
                  <a:pt x="9000" y="0"/>
                </a:lnTo>
                <a:lnTo>
                  <a:pt x="9500" y="50"/>
                </a:lnTo>
                <a:lnTo>
                  <a:pt x="10000" y="200"/>
                </a:lnTo>
                <a:lnTo>
                  <a:pt x="10500" y="400"/>
                </a:lnTo>
                <a:lnTo>
                  <a:pt x="11050" y="700"/>
                </a:lnTo>
                <a:lnTo>
                  <a:pt x="11550" y="1150"/>
                </a:lnTo>
                <a:lnTo>
                  <a:pt x="12050" y="1701"/>
                </a:lnTo>
                <a:lnTo>
                  <a:pt x="11500" y="4650"/>
                </a:lnTo>
                <a:lnTo>
                  <a:pt x="11400" y="5400"/>
                </a:lnTo>
                <a:lnTo>
                  <a:pt x="11350" y="6150"/>
                </a:lnTo>
                <a:lnTo>
                  <a:pt x="11200" y="6850"/>
                </a:lnTo>
                <a:lnTo>
                  <a:pt x="11050" y="7500"/>
                </a:lnTo>
                <a:lnTo>
                  <a:pt x="10750" y="8400"/>
                </a:lnTo>
                <a:lnTo>
                  <a:pt x="10401" y="9200"/>
                </a:lnTo>
                <a:lnTo>
                  <a:pt x="9950" y="9900"/>
                </a:lnTo>
                <a:lnTo>
                  <a:pt x="9700" y="10250"/>
                </a:lnTo>
                <a:lnTo>
                  <a:pt x="9400" y="10550"/>
                </a:lnTo>
                <a:lnTo>
                  <a:pt x="9300" y="10700"/>
                </a:lnTo>
                <a:lnTo>
                  <a:pt x="9100" y="10700"/>
                </a:lnTo>
                <a:lnTo>
                  <a:pt x="8150" y="10800"/>
                </a:lnTo>
                <a:lnTo>
                  <a:pt x="7250" y="10850"/>
                </a:lnTo>
                <a:lnTo>
                  <a:pt x="6300" y="10800"/>
                </a:lnTo>
                <a:lnTo>
                  <a:pt x="5350" y="10700"/>
                </a:lnTo>
                <a:lnTo>
                  <a:pt x="5200" y="10700"/>
                </a:lnTo>
                <a:lnTo>
                  <a:pt x="5050" y="10550"/>
                </a:lnTo>
                <a:lnTo>
                  <a:pt x="4550" y="9950"/>
                </a:lnTo>
                <a:lnTo>
                  <a:pt x="4100" y="9250"/>
                </a:lnTo>
                <a:lnTo>
                  <a:pt x="3700" y="8450"/>
                </a:lnTo>
                <a:lnTo>
                  <a:pt x="3350" y="7600"/>
                </a:lnTo>
                <a:lnTo>
                  <a:pt x="3200" y="6950"/>
                </a:lnTo>
                <a:lnTo>
                  <a:pt x="3000" y="6250"/>
                </a:lnTo>
                <a:lnTo>
                  <a:pt x="2900" y="5550"/>
                </a:lnTo>
                <a:lnTo>
                  <a:pt x="2800" y="4800"/>
                </a:lnTo>
                <a:close/>
                <a:moveTo>
                  <a:pt x="9350" y="6000"/>
                </a:moveTo>
                <a:lnTo>
                  <a:pt x="7500" y="6000"/>
                </a:lnTo>
                <a:lnTo>
                  <a:pt x="7800" y="6850"/>
                </a:lnTo>
                <a:lnTo>
                  <a:pt x="9300" y="6850"/>
                </a:lnTo>
                <a:lnTo>
                  <a:pt x="9350" y="6000"/>
                </a:lnTo>
                <a:close/>
                <a:moveTo>
                  <a:pt x="7500" y="5550"/>
                </a:moveTo>
                <a:lnTo>
                  <a:pt x="7200" y="5550"/>
                </a:lnTo>
                <a:lnTo>
                  <a:pt x="6900" y="5550"/>
                </a:lnTo>
                <a:lnTo>
                  <a:pt x="4850" y="5550"/>
                </a:lnTo>
                <a:lnTo>
                  <a:pt x="4600" y="5550"/>
                </a:lnTo>
                <a:lnTo>
                  <a:pt x="4600" y="5800"/>
                </a:lnTo>
                <a:lnTo>
                  <a:pt x="4700" y="7100"/>
                </a:lnTo>
                <a:lnTo>
                  <a:pt x="4750" y="7300"/>
                </a:lnTo>
                <a:lnTo>
                  <a:pt x="4950" y="7300"/>
                </a:lnTo>
                <a:lnTo>
                  <a:pt x="6800" y="7300"/>
                </a:lnTo>
                <a:lnTo>
                  <a:pt x="6950" y="7300"/>
                </a:lnTo>
                <a:lnTo>
                  <a:pt x="7000" y="7150"/>
                </a:lnTo>
                <a:lnTo>
                  <a:pt x="7200" y="6500"/>
                </a:lnTo>
                <a:lnTo>
                  <a:pt x="7400" y="7150"/>
                </a:lnTo>
                <a:lnTo>
                  <a:pt x="7449" y="7300"/>
                </a:lnTo>
                <a:lnTo>
                  <a:pt x="7600" y="7300"/>
                </a:lnTo>
                <a:lnTo>
                  <a:pt x="9500" y="7300"/>
                </a:lnTo>
                <a:lnTo>
                  <a:pt x="9700" y="7300"/>
                </a:lnTo>
                <a:lnTo>
                  <a:pt x="9700" y="7100"/>
                </a:lnTo>
                <a:lnTo>
                  <a:pt x="9800" y="5800"/>
                </a:lnTo>
                <a:lnTo>
                  <a:pt x="9800" y="5550"/>
                </a:lnTo>
                <a:lnTo>
                  <a:pt x="9600" y="5550"/>
                </a:lnTo>
                <a:lnTo>
                  <a:pt x="7500" y="5550"/>
                </a:lnTo>
                <a:close/>
                <a:moveTo>
                  <a:pt x="6900" y="6000"/>
                </a:moveTo>
                <a:lnTo>
                  <a:pt x="5050" y="6000"/>
                </a:lnTo>
                <a:lnTo>
                  <a:pt x="5150" y="6850"/>
                </a:lnTo>
                <a:lnTo>
                  <a:pt x="6650" y="6850"/>
                </a:lnTo>
                <a:lnTo>
                  <a:pt x="6900" y="6000"/>
                </a:lnTo>
                <a:close/>
                <a:moveTo>
                  <a:pt x="1500" y="11950"/>
                </a:moveTo>
                <a:lnTo>
                  <a:pt x="5500" y="11500"/>
                </a:lnTo>
                <a:lnTo>
                  <a:pt x="7100" y="16550"/>
                </a:lnTo>
                <a:lnTo>
                  <a:pt x="50" y="16550"/>
                </a:lnTo>
                <a:lnTo>
                  <a:pt x="0" y="15900"/>
                </a:lnTo>
                <a:lnTo>
                  <a:pt x="50" y="15300"/>
                </a:lnTo>
                <a:lnTo>
                  <a:pt x="150" y="14650"/>
                </a:lnTo>
                <a:lnTo>
                  <a:pt x="250" y="14050"/>
                </a:lnTo>
                <a:lnTo>
                  <a:pt x="500" y="13500"/>
                </a:lnTo>
                <a:lnTo>
                  <a:pt x="750" y="12950"/>
                </a:lnTo>
                <a:lnTo>
                  <a:pt x="1100" y="12450"/>
                </a:lnTo>
                <a:lnTo>
                  <a:pt x="1500" y="11950"/>
                </a:lnTo>
                <a:close/>
                <a:moveTo>
                  <a:pt x="10650" y="13000"/>
                </a:moveTo>
                <a:lnTo>
                  <a:pt x="11550" y="13000"/>
                </a:lnTo>
                <a:lnTo>
                  <a:pt x="11550" y="13850"/>
                </a:lnTo>
                <a:lnTo>
                  <a:pt x="12400" y="13850"/>
                </a:lnTo>
                <a:lnTo>
                  <a:pt x="12400" y="14750"/>
                </a:lnTo>
                <a:lnTo>
                  <a:pt x="11550" y="14750"/>
                </a:lnTo>
                <a:lnTo>
                  <a:pt x="11550" y="15600"/>
                </a:lnTo>
                <a:lnTo>
                  <a:pt x="10650" y="15600"/>
                </a:lnTo>
                <a:lnTo>
                  <a:pt x="10650" y="14750"/>
                </a:lnTo>
                <a:lnTo>
                  <a:pt x="9800" y="14750"/>
                </a:lnTo>
                <a:lnTo>
                  <a:pt x="9800" y="13850"/>
                </a:lnTo>
                <a:lnTo>
                  <a:pt x="10650" y="13850"/>
                </a:lnTo>
                <a:lnTo>
                  <a:pt x="10650" y="13000"/>
                </a:lnTo>
                <a:close/>
                <a:moveTo>
                  <a:pt x="9200" y="11500"/>
                </a:moveTo>
                <a:lnTo>
                  <a:pt x="7650" y="16550"/>
                </a:lnTo>
                <a:lnTo>
                  <a:pt x="14750" y="16550"/>
                </a:lnTo>
                <a:lnTo>
                  <a:pt x="14750" y="15900"/>
                </a:lnTo>
                <a:lnTo>
                  <a:pt x="14700" y="15300"/>
                </a:lnTo>
                <a:lnTo>
                  <a:pt x="14650" y="14650"/>
                </a:lnTo>
                <a:lnTo>
                  <a:pt x="14500" y="14050"/>
                </a:lnTo>
                <a:lnTo>
                  <a:pt x="14300" y="13500"/>
                </a:lnTo>
                <a:lnTo>
                  <a:pt x="14000" y="12950"/>
                </a:lnTo>
                <a:lnTo>
                  <a:pt x="13700" y="12450"/>
                </a:lnTo>
                <a:lnTo>
                  <a:pt x="13250" y="11950"/>
                </a:lnTo>
                <a:lnTo>
                  <a:pt x="9200" y="11500"/>
                </a:lnTo>
                <a:close/>
                <a:moveTo>
                  <a:pt x="5700" y="4600"/>
                </a:moveTo>
                <a:lnTo>
                  <a:pt x="4750" y="4300"/>
                </a:lnTo>
                <a:lnTo>
                  <a:pt x="4250" y="4200"/>
                </a:lnTo>
                <a:lnTo>
                  <a:pt x="3800" y="4150"/>
                </a:lnTo>
                <a:lnTo>
                  <a:pt x="3850" y="5000"/>
                </a:lnTo>
                <a:lnTo>
                  <a:pt x="4000" y="5800"/>
                </a:lnTo>
                <a:lnTo>
                  <a:pt x="4150" y="6550"/>
                </a:lnTo>
                <a:lnTo>
                  <a:pt x="4349" y="7300"/>
                </a:lnTo>
                <a:lnTo>
                  <a:pt x="4600" y="8000"/>
                </a:lnTo>
                <a:lnTo>
                  <a:pt x="4950" y="8600"/>
                </a:lnTo>
                <a:lnTo>
                  <a:pt x="5300" y="9200"/>
                </a:lnTo>
                <a:lnTo>
                  <a:pt x="5700" y="9700"/>
                </a:lnTo>
                <a:lnTo>
                  <a:pt x="6450" y="9750"/>
                </a:lnTo>
                <a:lnTo>
                  <a:pt x="7250" y="9800"/>
                </a:lnTo>
                <a:lnTo>
                  <a:pt x="8000" y="9750"/>
                </a:lnTo>
                <a:lnTo>
                  <a:pt x="8750" y="9700"/>
                </a:lnTo>
                <a:lnTo>
                  <a:pt x="9150" y="9150"/>
                </a:lnTo>
                <a:lnTo>
                  <a:pt x="9500" y="8600"/>
                </a:lnTo>
                <a:lnTo>
                  <a:pt x="9800" y="7950"/>
                </a:lnTo>
                <a:lnTo>
                  <a:pt x="10050" y="7250"/>
                </a:lnTo>
                <a:lnTo>
                  <a:pt x="10200" y="6600"/>
                </a:lnTo>
                <a:lnTo>
                  <a:pt x="10300" y="6000"/>
                </a:lnTo>
                <a:lnTo>
                  <a:pt x="10450" y="4600"/>
                </a:lnTo>
                <a:lnTo>
                  <a:pt x="9850" y="4850"/>
                </a:lnTo>
                <a:lnTo>
                  <a:pt x="9250" y="5050"/>
                </a:lnTo>
                <a:lnTo>
                  <a:pt x="8650" y="5101"/>
                </a:lnTo>
                <a:lnTo>
                  <a:pt x="8050" y="5101"/>
                </a:lnTo>
                <a:lnTo>
                  <a:pt x="7449" y="5000"/>
                </a:lnTo>
                <a:lnTo>
                  <a:pt x="6900" y="4900"/>
                </a:lnTo>
                <a:lnTo>
                  <a:pt x="5700" y="460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3" name="任意多边形 62"/>
          <p:cNvSpPr/>
          <p:nvPr/>
        </p:nvSpPr>
        <p:spPr>
          <a:xfrm>
            <a:off x="1394193" y="4072790"/>
            <a:ext cx="701040" cy="462280"/>
          </a:xfrm>
          <a:custGeom>
            <a:avLst/>
            <a:gdLst>
              <a:gd name="connsiteX0" fmla="*/ 0 w 633742"/>
              <a:gd name="connsiteY0" fmla="*/ 0 h 425513"/>
              <a:gd name="connsiteX1" fmla="*/ 208230 w 633742"/>
              <a:gd name="connsiteY1" fmla="*/ 289711 h 425513"/>
              <a:gd name="connsiteX2" fmla="*/ 633742 w 633742"/>
              <a:gd name="connsiteY2" fmla="*/ 425513 h 42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3742" h="425513">
                <a:moveTo>
                  <a:pt x="0" y="0"/>
                </a:moveTo>
                <a:cubicBezTo>
                  <a:pt x="51303" y="109396"/>
                  <a:pt x="102606" y="218792"/>
                  <a:pt x="208230" y="289711"/>
                </a:cubicBezTo>
                <a:cubicBezTo>
                  <a:pt x="313854" y="360630"/>
                  <a:pt x="473798" y="393071"/>
                  <a:pt x="633742" y="425513"/>
                </a:cubicBezTo>
              </a:path>
            </a:pathLst>
          </a:custGeom>
          <a:noFill/>
          <a:ln w="12700" cap="flat" cmpd="sng" algn="ctr">
            <a:solidFill>
              <a:srgbClr val="0070C0"/>
            </a:solidFill>
            <a:prstDash val="dash"/>
            <a:miter lim="800000"/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4" name="任意多边形 63"/>
          <p:cNvSpPr/>
          <p:nvPr/>
        </p:nvSpPr>
        <p:spPr>
          <a:xfrm>
            <a:off x="1037323" y="4663340"/>
            <a:ext cx="1066165" cy="255905"/>
          </a:xfrm>
          <a:custGeom>
            <a:avLst/>
            <a:gdLst>
              <a:gd name="connsiteX0" fmla="*/ 0 w 1131683"/>
              <a:gd name="connsiteY0" fmla="*/ 235247 h 235247"/>
              <a:gd name="connsiteX1" fmla="*/ 425513 w 1131683"/>
              <a:gd name="connsiteY1" fmla="*/ 27017 h 235247"/>
              <a:gd name="connsiteX2" fmla="*/ 1131683 w 1131683"/>
              <a:gd name="connsiteY2" fmla="*/ 8910 h 23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1683" h="235247">
                <a:moveTo>
                  <a:pt x="0" y="235247"/>
                </a:moveTo>
                <a:cubicBezTo>
                  <a:pt x="118449" y="149993"/>
                  <a:pt x="236899" y="64740"/>
                  <a:pt x="425513" y="27017"/>
                </a:cubicBezTo>
                <a:cubicBezTo>
                  <a:pt x="614127" y="-10706"/>
                  <a:pt x="872905" y="-898"/>
                  <a:pt x="1131683" y="8910"/>
                </a:cubicBezTo>
              </a:path>
            </a:pathLst>
          </a:custGeom>
          <a:noFill/>
          <a:ln w="12700" cap="flat" cmpd="sng" algn="ctr">
            <a:solidFill>
              <a:srgbClr val="00B050"/>
            </a:solidFill>
            <a:prstDash val="dash"/>
            <a:miter lim="800000"/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34248" y="4836695"/>
            <a:ext cx="8235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算网一体机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5203" y="4999890"/>
            <a:ext cx="674370" cy="21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企业用户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9958" y="4112795"/>
            <a:ext cx="674370" cy="21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行业数据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98333" y="4135020"/>
            <a:ext cx="674370" cy="21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模型微调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48448" y="4733825"/>
            <a:ext cx="5105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推理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80576" y="3621494"/>
            <a:ext cx="857885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5B9BD5">
                    <a:lumMod val="40000"/>
                    <a:lumOff val="60000"/>
                  </a:srgbClr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数据不出园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79636" y="5228652"/>
            <a:ext cx="800100" cy="276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企业园区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cxnSp>
        <p:nvCxnSpPr>
          <p:cNvPr id="22" name="直接连接符 52"/>
          <p:cNvCxnSpPr>
            <a:stCxn id="49" idx="2"/>
            <a:endCxn id="50" idx="0"/>
          </p:cNvCxnSpPr>
          <p:nvPr/>
        </p:nvCxnSpPr>
        <p:spPr>
          <a:xfrm>
            <a:off x="5655678" y="4522370"/>
            <a:ext cx="0" cy="290830"/>
          </a:xfrm>
          <a:prstGeom prst="line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843" y="4566185"/>
            <a:ext cx="387350" cy="22606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657843" y="4328060"/>
            <a:ext cx="519430" cy="15367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智算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CPE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32311" y="5275007"/>
            <a:ext cx="150177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新型城域网</a:t>
            </a:r>
            <a:endParaRPr kumimoji="1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6" name="任意多边形: 形状 56"/>
          <p:cNvSpPr/>
          <p:nvPr/>
        </p:nvSpPr>
        <p:spPr>
          <a:xfrm>
            <a:off x="2316848" y="4482365"/>
            <a:ext cx="4145915" cy="142875"/>
          </a:xfrm>
          <a:custGeom>
            <a:avLst/>
            <a:gdLst>
              <a:gd name="connsiteX0" fmla="*/ 0 w 4619707"/>
              <a:gd name="connsiteY0" fmla="*/ 39757 h 151406"/>
              <a:gd name="connsiteX1" fmla="*/ 1001864 w 4619707"/>
              <a:gd name="connsiteY1" fmla="*/ 151075 h 151406"/>
              <a:gd name="connsiteX2" fmla="*/ 3371353 w 4619707"/>
              <a:gd name="connsiteY2" fmla="*/ 71562 h 151406"/>
              <a:gd name="connsiteX3" fmla="*/ 4619707 w 4619707"/>
              <a:gd name="connsiteY3" fmla="*/ 0 h 15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19707" h="151406">
                <a:moveTo>
                  <a:pt x="0" y="39757"/>
                </a:moveTo>
                <a:cubicBezTo>
                  <a:pt x="219986" y="92765"/>
                  <a:pt x="439972" y="145774"/>
                  <a:pt x="1001864" y="151075"/>
                </a:cubicBezTo>
                <a:cubicBezTo>
                  <a:pt x="1563756" y="156376"/>
                  <a:pt x="2768379" y="96741"/>
                  <a:pt x="3371353" y="71562"/>
                </a:cubicBezTo>
                <a:cubicBezTo>
                  <a:pt x="3974327" y="46383"/>
                  <a:pt x="4297017" y="23191"/>
                  <a:pt x="4619707" y="0"/>
                </a:cubicBezTo>
              </a:path>
            </a:pathLst>
          </a:custGeom>
          <a:noFill/>
          <a:ln w="12700" cap="flat" cmpd="sng" algn="ctr">
            <a:solidFill>
              <a:srgbClr val="0070C0"/>
            </a:solidFill>
            <a:prstDash val="dash"/>
            <a:miter lim="800000"/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7" name="任意多边形: 形状 57"/>
          <p:cNvSpPr/>
          <p:nvPr/>
        </p:nvSpPr>
        <p:spPr>
          <a:xfrm flipV="1">
            <a:off x="2323198" y="4778275"/>
            <a:ext cx="4002405" cy="140970"/>
          </a:xfrm>
          <a:custGeom>
            <a:avLst/>
            <a:gdLst>
              <a:gd name="connsiteX0" fmla="*/ 0 w 4627660"/>
              <a:gd name="connsiteY0" fmla="*/ 71562 h 95416"/>
              <a:gd name="connsiteX1" fmla="*/ 485030 w 4627660"/>
              <a:gd name="connsiteY1" fmla="*/ 71562 h 95416"/>
              <a:gd name="connsiteX2" fmla="*/ 1184745 w 4627660"/>
              <a:gd name="connsiteY2" fmla="*/ 95416 h 95416"/>
              <a:gd name="connsiteX3" fmla="*/ 2345635 w 4627660"/>
              <a:gd name="connsiteY3" fmla="*/ 87465 h 95416"/>
              <a:gd name="connsiteX4" fmla="*/ 3395207 w 4627660"/>
              <a:gd name="connsiteY4" fmla="*/ 79513 h 95416"/>
              <a:gd name="connsiteX5" fmla="*/ 4627660 w 4627660"/>
              <a:gd name="connsiteY5" fmla="*/ 0 h 95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7660" h="95416">
                <a:moveTo>
                  <a:pt x="0" y="71562"/>
                </a:moveTo>
                <a:cubicBezTo>
                  <a:pt x="143786" y="69574"/>
                  <a:pt x="287573" y="67586"/>
                  <a:pt x="485030" y="71562"/>
                </a:cubicBezTo>
                <a:cubicBezTo>
                  <a:pt x="682487" y="75538"/>
                  <a:pt x="1184745" y="95416"/>
                  <a:pt x="1184745" y="95416"/>
                </a:cubicBezTo>
                <a:lnTo>
                  <a:pt x="2345635" y="87465"/>
                </a:lnTo>
                <a:lnTo>
                  <a:pt x="3395207" y="79513"/>
                </a:lnTo>
                <a:cubicBezTo>
                  <a:pt x="3775544" y="64936"/>
                  <a:pt x="4201602" y="32468"/>
                  <a:pt x="4627660" y="0"/>
                </a:cubicBezTo>
              </a:path>
            </a:pathLst>
          </a:custGeom>
          <a:noFill/>
          <a:ln w="12700" cap="flat" cmpd="sng" algn="ctr">
            <a:solidFill>
              <a:srgbClr val="00B050"/>
            </a:solidFill>
            <a:prstDash val="dash"/>
            <a:miter lim="800000"/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8" name="云形 27"/>
          <p:cNvSpPr/>
          <p:nvPr/>
        </p:nvSpPr>
        <p:spPr>
          <a:xfrm>
            <a:off x="3099168" y="4121685"/>
            <a:ext cx="2702560" cy="1105535"/>
          </a:xfrm>
          <a:prstGeom prst="cloud">
            <a:avLst/>
          </a:prstGeom>
          <a:noFill/>
          <a:ln>
            <a:solidFill>
              <a:srgbClr val="DDDDDD">
                <a:lumMod val="90000"/>
              </a:srgbClr>
            </a:solidFill>
          </a:ln>
        </p:spPr>
        <p:style>
          <a:lnRef idx="2">
            <a:srgbClr val="E9002F">
              <a:shade val="50000"/>
            </a:srgbClr>
          </a:lnRef>
          <a:fillRef idx="1">
            <a:srgbClr val="E9002F"/>
          </a:fillRef>
          <a:effectRef idx="0">
            <a:srgbClr val="E9002F"/>
          </a:effectRef>
          <a:fontRef idx="minor">
            <a:srgbClr val="666666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3323" y="4484270"/>
            <a:ext cx="267335" cy="2501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703" y="4272815"/>
            <a:ext cx="267335" cy="25019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703" y="4813200"/>
            <a:ext cx="267335" cy="25019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223" y="4272815"/>
            <a:ext cx="267335" cy="25019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863" y="4813200"/>
            <a:ext cx="267335" cy="250190"/>
          </a:xfrm>
          <a:prstGeom prst="rect">
            <a:avLst/>
          </a:prstGeom>
        </p:spPr>
      </p:pic>
      <p:cxnSp>
        <p:nvCxnSpPr>
          <p:cNvPr id="34" name="直接连接符 64"/>
          <p:cNvCxnSpPr>
            <a:stCxn id="23" idx="3"/>
            <a:endCxn id="29" idx="1"/>
          </p:cNvCxnSpPr>
          <p:nvPr/>
        </p:nvCxnSpPr>
        <p:spPr>
          <a:xfrm flipV="1">
            <a:off x="3045193" y="4608730"/>
            <a:ext cx="278130" cy="69850"/>
          </a:xfrm>
          <a:prstGeom prst="line">
            <a:avLst/>
          </a:prstGeom>
          <a:ln>
            <a:solidFill>
              <a:srgbClr val="666666">
                <a:lumMod val="50000"/>
              </a:srgb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35" name="直接连接符 65"/>
          <p:cNvCxnSpPr>
            <a:stCxn id="29" idx="3"/>
            <a:endCxn id="30" idx="1"/>
          </p:cNvCxnSpPr>
          <p:nvPr/>
        </p:nvCxnSpPr>
        <p:spPr>
          <a:xfrm flipV="1">
            <a:off x="3590658" y="4397275"/>
            <a:ext cx="360045" cy="2114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36" name="直接连接符 66"/>
          <p:cNvCxnSpPr>
            <a:stCxn id="29" idx="3"/>
            <a:endCxn id="31" idx="1"/>
          </p:cNvCxnSpPr>
          <p:nvPr/>
        </p:nvCxnSpPr>
        <p:spPr>
          <a:xfrm>
            <a:off x="3590658" y="4608730"/>
            <a:ext cx="360045" cy="32893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37" name="直接连接符 67"/>
          <p:cNvCxnSpPr>
            <a:stCxn id="30" idx="3"/>
            <a:endCxn id="32" idx="1"/>
          </p:cNvCxnSpPr>
          <p:nvPr/>
        </p:nvCxnSpPr>
        <p:spPr>
          <a:xfrm>
            <a:off x="4218673" y="4397275"/>
            <a:ext cx="46355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39" name="直接连接符 68"/>
          <p:cNvCxnSpPr>
            <a:stCxn id="30" idx="3"/>
            <a:endCxn id="33" idx="1"/>
          </p:cNvCxnSpPr>
          <p:nvPr/>
        </p:nvCxnSpPr>
        <p:spPr>
          <a:xfrm>
            <a:off x="4218673" y="4397275"/>
            <a:ext cx="504825" cy="540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40" name="直接连接符 69"/>
          <p:cNvCxnSpPr>
            <a:stCxn id="31" idx="3"/>
            <a:endCxn id="32" idx="1"/>
          </p:cNvCxnSpPr>
          <p:nvPr/>
        </p:nvCxnSpPr>
        <p:spPr>
          <a:xfrm flipV="1">
            <a:off x="4218673" y="4397275"/>
            <a:ext cx="463550" cy="540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41" name="直接连接符 70"/>
          <p:cNvCxnSpPr>
            <a:stCxn id="31" idx="3"/>
            <a:endCxn id="33" idx="1"/>
          </p:cNvCxnSpPr>
          <p:nvPr/>
        </p:nvCxnSpPr>
        <p:spPr>
          <a:xfrm>
            <a:off x="4218673" y="4938295"/>
            <a:ext cx="5048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42" name="直接连接符 71"/>
          <p:cNvCxnSpPr>
            <a:stCxn id="32" idx="3"/>
            <a:endCxn id="50" idx="1"/>
          </p:cNvCxnSpPr>
          <p:nvPr/>
        </p:nvCxnSpPr>
        <p:spPr>
          <a:xfrm>
            <a:off x="4949558" y="4397275"/>
            <a:ext cx="572770" cy="540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43" name="直接连接符 72"/>
          <p:cNvCxnSpPr>
            <a:stCxn id="33" idx="3"/>
          </p:cNvCxnSpPr>
          <p:nvPr/>
        </p:nvCxnSpPr>
        <p:spPr>
          <a:xfrm flipV="1">
            <a:off x="4990198" y="4458870"/>
            <a:ext cx="538480" cy="47942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44" name="直接连接符 73"/>
          <p:cNvCxnSpPr>
            <a:stCxn id="32" idx="3"/>
            <a:endCxn id="49" idx="1"/>
          </p:cNvCxnSpPr>
          <p:nvPr/>
        </p:nvCxnSpPr>
        <p:spPr>
          <a:xfrm>
            <a:off x="4949558" y="4397275"/>
            <a:ext cx="57277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cxnSp>
        <p:nvCxnSpPr>
          <p:cNvPr id="45" name="直接连接符 74"/>
          <p:cNvCxnSpPr>
            <a:stCxn id="33" idx="3"/>
          </p:cNvCxnSpPr>
          <p:nvPr/>
        </p:nvCxnSpPr>
        <p:spPr>
          <a:xfrm flipV="1">
            <a:off x="4990198" y="4935120"/>
            <a:ext cx="530225" cy="317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rgbClr val="E9002F"/>
          </a:lnRef>
          <a:fillRef idx="0">
            <a:srgbClr val="E9002F"/>
          </a:fillRef>
          <a:effectRef idx="0">
            <a:srgbClr val="E9002F"/>
          </a:effectRef>
          <a:fontRef idx="minor">
            <a:srgbClr val="1D1D1A"/>
          </a:fontRef>
        </p:style>
      </p:cxnSp>
      <p:sp>
        <p:nvSpPr>
          <p:cNvPr id="46" name="文本框 45"/>
          <p:cNvSpPr txBox="1"/>
          <p:nvPr/>
        </p:nvSpPr>
        <p:spPr>
          <a:xfrm>
            <a:off x="3328403" y="4704615"/>
            <a:ext cx="269240" cy="246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A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804653" y="4008655"/>
            <a:ext cx="559435" cy="246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A-Leaf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01578" y="3892450"/>
            <a:ext cx="509905" cy="246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Spine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328" y="4272815"/>
            <a:ext cx="267335" cy="25019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328" y="4813200"/>
            <a:ext cx="267335" cy="25019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5328018" y="3861335"/>
            <a:ext cx="682625" cy="3079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kumimoji="1" sz="1000" b="1">
                <a:solidFill>
                  <a:srgbClr val="0070C0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S-Leaf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（智算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PE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）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66581" y="3329394"/>
            <a:ext cx="1337945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模型首尾部分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278366" y="267724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Em</a:t>
            </a:r>
            <a:endParaRPr kumimoji="0" lang="en-US" altLang="zh-CN" sz="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635236" y="267724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1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06206" y="2288023"/>
            <a:ext cx="227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小算力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Huawei Sans" panose="020C0503030203020204" pitchFamily="34" charset="0"/>
                <a:sym typeface="Wingdings" panose="05000000000000000000" pitchFamily="2" charset="2"/>
              </a:rPr>
              <a:t> 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数据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模型安全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278366" y="296426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Un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635236" y="296934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n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806552" y="2288023"/>
            <a:ext cx="2155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3765">
              <a:defRPr sz="1200" b="1" kern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智算云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Huawei Sans" panose="020C0503030203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 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训推算力弹性扩展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138657" y="2648039"/>
            <a:ext cx="1526542" cy="6115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292326" y="281186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2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669516" y="281186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3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053691" y="2811869"/>
            <a:ext cx="252095" cy="252095"/>
          </a:xfrm>
          <a:prstGeom prst="rect">
            <a:avLst/>
          </a:prstGeom>
          <a:noFill/>
          <a:ln w="6350" cap="flat" cmpd="sng" algn="ctr">
            <a:solidFill>
              <a:srgbClr val="1D1D1A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4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415006" y="2768689"/>
            <a:ext cx="252095" cy="3079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… …</a:t>
            </a:r>
            <a:endParaRPr kumimoji="1" lang="en-US" altLang="zh-CN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202366" y="3329394"/>
            <a:ext cx="1457960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模型中间主体部分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504676" y="3621494"/>
            <a:ext cx="179959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5B9BD5">
                    <a:lumMod val="40000"/>
                    <a:lumOff val="60000"/>
                  </a:srgbClr>
                </a:solidFill>
              </a14:hiddenFill>
            </a:ext>
          </a:extLst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传输中间层数据，不可还原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423136" y="3621494"/>
            <a:ext cx="99187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5B9BD5">
                    <a:lumMod val="40000"/>
                    <a:lumOff val="60000"/>
                  </a:srgbClr>
                </a:solidFill>
              </a14:hiddenFill>
            </a:ext>
          </a:extLst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算力灵活扩展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541881" y="5229287"/>
            <a:ext cx="79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智算中心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57" y="4274879"/>
            <a:ext cx="533553" cy="517273"/>
          </a:xfrm>
          <a:prstGeom prst="rect">
            <a:avLst/>
          </a:prstGeom>
        </p:spPr>
      </p:pic>
      <p:pic>
        <p:nvPicPr>
          <p:cNvPr id="70" name="图片 1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3" t="3923" r="4488" b="3185"/>
          <a:stretch>
            <a:fillRect/>
          </a:stretch>
        </p:blipFill>
        <p:spPr>
          <a:xfrm>
            <a:off x="6609571" y="4368023"/>
            <a:ext cx="374150" cy="31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图片 1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3" t="3923" r="4488" b="3185"/>
          <a:stretch>
            <a:fillRect/>
          </a:stretch>
        </p:blipFill>
        <p:spPr>
          <a:xfrm>
            <a:off x="7118841" y="4368023"/>
            <a:ext cx="374150" cy="31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图片 1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3" t="3923" r="4488" b="3185"/>
          <a:stretch>
            <a:fillRect/>
          </a:stretch>
        </p:blipFill>
        <p:spPr>
          <a:xfrm>
            <a:off x="6373351" y="4730608"/>
            <a:ext cx="374150" cy="31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图片 1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3" t="3923" r="4488" b="3185"/>
          <a:stretch>
            <a:fillRect/>
          </a:stretch>
        </p:blipFill>
        <p:spPr>
          <a:xfrm>
            <a:off x="6866746" y="4704573"/>
            <a:ext cx="374150" cy="31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图片 1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3" t="3923" r="4488" b="3185"/>
          <a:stretch>
            <a:fillRect/>
          </a:stretch>
        </p:blipFill>
        <p:spPr>
          <a:xfrm>
            <a:off x="7352521" y="4704573"/>
            <a:ext cx="374150" cy="310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直接连接符 211"/>
          <p:cNvCxnSpPr/>
          <p:nvPr/>
        </p:nvCxnSpPr>
        <p:spPr>
          <a:xfrm>
            <a:off x="2783951" y="2763609"/>
            <a:ext cx="635" cy="64008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1D1D1A">
                    <a:lumMod val="50000"/>
                    <a:lumOff val="50000"/>
                    <a:alpha val="0"/>
                  </a:srgbClr>
                </a:gs>
                <a:gs pos="50000">
                  <a:srgbClr val="1D1D1A">
                    <a:lumMod val="50000"/>
                    <a:lumOff val="50000"/>
                  </a:srgbClr>
                </a:gs>
                <a:gs pos="100000">
                  <a:srgbClr val="1D1D1A">
                    <a:lumMod val="50000"/>
                    <a:lumOff val="50000"/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</p:cxnSp>
      <p:cxnSp>
        <p:nvCxnSpPr>
          <p:cNvPr id="79" name="直接连接符 181"/>
          <p:cNvCxnSpPr/>
          <p:nvPr/>
        </p:nvCxnSpPr>
        <p:spPr>
          <a:xfrm>
            <a:off x="5874496" y="2763609"/>
            <a:ext cx="635" cy="640080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rgbClr val="1D1D1A">
                    <a:lumMod val="50000"/>
                    <a:lumOff val="50000"/>
                    <a:alpha val="0"/>
                  </a:srgbClr>
                </a:gs>
                <a:gs pos="50000">
                  <a:srgbClr val="1D1D1A">
                    <a:lumMod val="50000"/>
                    <a:lumOff val="50000"/>
                  </a:srgbClr>
                </a:gs>
                <a:gs pos="100000">
                  <a:srgbClr val="1D1D1A">
                    <a:lumMod val="50000"/>
                    <a:lumOff val="50000"/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</p:cxnSp>
      <p:grpSp>
        <p:nvGrpSpPr>
          <p:cNvPr id="106" name="组合 105"/>
          <p:cNvGrpSpPr/>
          <p:nvPr/>
        </p:nvGrpSpPr>
        <p:grpSpPr>
          <a:xfrm>
            <a:off x="532765" y="5835968"/>
            <a:ext cx="1687195" cy="453390"/>
            <a:chOff x="629806" y="5857290"/>
            <a:chExt cx="2311845" cy="647810"/>
          </a:xfrm>
        </p:grpSpPr>
        <p:sp>
          <p:nvSpPr>
            <p:cNvPr id="91" name="Rectangle 6"/>
            <p:cNvSpPr txBox="1"/>
            <p:nvPr/>
          </p:nvSpPr>
          <p:spPr>
            <a:xfrm>
              <a:off x="1172914" y="5857290"/>
              <a:ext cx="1296000" cy="513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r">
                <a:lnSpc>
                  <a:spcPct val="130000"/>
                </a:lnSpc>
                <a:defRPr kumimoji="1" sz="800">
                  <a:latin typeface="FZLanTingHeiS-R-GB" panose="02000000000000000000" pitchFamily="2" charset="-122"/>
                  <a:ea typeface="FZLanTingHeiS-R-GB" panose="02000000000000000000" pitchFamily="2" charset="-122"/>
                </a:defRPr>
              </a:lvl1pPr>
            </a:lstStyle>
            <a:p>
              <a:pPr marL="0" marR="0" lvl="0" indent="0" algn="ctr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425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一站方案  </a:t>
              </a: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轻</a:t>
              </a:r>
              <a:endPara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99" name="Arc 9_1"/>
            <p:cNvSpPr/>
            <p:nvPr/>
          </p:nvSpPr>
          <p:spPr>
            <a:xfrm>
              <a:off x="629806" y="6034654"/>
              <a:ext cx="2311845" cy="470446"/>
            </a:xfrm>
            <a:prstGeom prst="ellipse">
              <a:avLst/>
            </a:prstGeom>
            <a:gradFill>
              <a:gsLst>
                <a:gs pos="19000">
                  <a:srgbClr val="C00000">
                    <a:alpha val="0"/>
                  </a:srgbClr>
                </a:gs>
                <a:gs pos="100000">
                  <a:srgbClr val="C00000">
                    <a:alpha val="19000"/>
                  </a:srgbClr>
                </a:gs>
              </a:gsLst>
              <a:lin ang="5400000" scaled="1"/>
            </a:gradFill>
            <a:ln w="25400">
              <a:gradFill>
                <a:gsLst>
                  <a:gs pos="16000">
                    <a:srgbClr val="C00000">
                      <a:alpha val="0"/>
                    </a:srgbClr>
                  </a:gs>
                  <a:gs pos="74000">
                    <a:srgbClr val="C00000">
                      <a:alpha val="71767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ym typeface="Arial" panose="020B0604020202090204" pitchFamily="34" charset="0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2417445" y="5821363"/>
            <a:ext cx="1687195" cy="482600"/>
            <a:chOff x="3343833" y="5814726"/>
            <a:chExt cx="2311845" cy="690374"/>
          </a:xfrm>
        </p:grpSpPr>
        <p:sp>
          <p:nvSpPr>
            <p:cNvPr id="94" name="Rectangle 6"/>
            <p:cNvSpPr txBox="1"/>
            <p:nvPr/>
          </p:nvSpPr>
          <p:spPr>
            <a:xfrm>
              <a:off x="3872933" y="5814726"/>
              <a:ext cx="1296000" cy="5178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algn="r">
                <a:lnSpc>
                  <a:spcPct val="130000"/>
                </a:lnSpc>
                <a:defRPr kumimoji="1" sz="800">
                  <a:latin typeface="FZLanTingHeiS-R-GB" panose="02000000000000000000" pitchFamily="2" charset="-122"/>
                  <a:ea typeface="FZLanTingHeiS-R-GB" panose="02000000000000000000" pitchFamily="2" charset="-122"/>
                </a:defRPr>
              </a:lvl1pPr>
            </a:lstStyle>
            <a:p>
              <a:pPr marL="0" marR="0" lvl="0" indent="0" algn="ctr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425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算力扩容  </a:t>
              </a: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快</a:t>
              </a:r>
              <a:endPara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100" name="Arc 9_1"/>
            <p:cNvSpPr/>
            <p:nvPr/>
          </p:nvSpPr>
          <p:spPr>
            <a:xfrm>
              <a:off x="3343833" y="6034654"/>
              <a:ext cx="2311845" cy="470446"/>
            </a:xfrm>
            <a:prstGeom prst="ellipse">
              <a:avLst/>
            </a:prstGeom>
            <a:gradFill>
              <a:gsLst>
                <a:gs pos="19000">
                  <a:srgbClr val="C00000">
                    <a:alpha val="0"/>
                  </a:srgbClr>
                </a:gs>
                <a:gs pos="100000">
                  <a:srgbClr val="C00000">
                    <a:alpha val="19000"/>
                  </a:srgbClr>
                </a:gs>
              </a:gsLst>
              <a:lin ang="5400000" scaled="1"/>
            </a:gradFill>
            <a:ln w="25400">
              <a:gradFill>
                <a:gsLst>
                  <a:gs pos="16000">
                    <a:srgbClr val="C00000">
                      <a:alpha val="0"/>
                    </a:srgbClr>
                  </a:gs>
                  <a:gs pos="74000">
                    <a:srgbClr val="C00000">
                      <a:alpha val="71767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ym typeface="Arial" panose="020B0604020202090204" pitchFamily="34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6186805" y="5821363"/>
            <a:ext cx="1687195" cy="482600"/>
            <a:chOff x="5649969" y="5814726"/>
            <a:chExt cx="2311845" cy="690374"/>
          </a:xfrm>
        </p:grpSpPr>
        <p:sp>
          <p:nvSpPr>
            <p:cNvPr id="92" name="Rectangle 6"/>
            <p:cNvSpPr txBox="1"/>
            <p:nvPr/>
          </p:nvSpPr>
          <p:spPr>
            <a:xfrm>
              <a:off x="6188143" y="5814726"/>
              <a:ext cx="1296000" cy="5178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algn="r">
                <a:lnSpc>
                  <a:spcPct val="130000"/>
                </a:lnSpc>
                <a:defRPr kumimoji="1" sz="800">
                  <a:latin typeface="FZLanTingHeiS-R-GB" panose="02000000000000000000" pitchFamily="2" charset="-122"/>
                  <a:ea typeface="FZLanTingHeiS-R-GB" panose="02000000000000000000" pitchFamily="2" charset="-122"/>
                </a:defRPr>
              </a:lvl1pPr>
            </a:lstStyle>
            <a:p>
              <a:pPr marL="0" marR="0" lvl="0" indent="0" algn="ctr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425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训推数据 </a:t>
              </a: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安</a:t>
              </a:r>
              <a:endPara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101" name="Arc 9_1"/>
            <p:cNvSpPr/>
            <p:nvPr/>
          </p:nvSpPr>
          <p:spPr>
            <a:xfrm>
              <a:off x="5649969" y="6034654"/>
              <a:ext cx="2311845" cy="470446"/>
            </a:xfrm>
            <a:prstGeom prst="ellipse">
              <a:avLst/>
            </a:prstGeom>
            <a:gradFill>
              <a:gsLst>
                <a:gs pos="19000">
                  <a:srgbClr val="C00000">
                    <a:alpha val="0"/>
                  </a:srgbClr>
                </a:gs>
                <a:gs pos="100000">
                  <a:srgbClr val="C00000">
                    <a:alpha val="19000"/>
                  </a:srgbClr>
                </a:gs>
              </a:gsLst>
              <a:lin ang="5400000" scaled="1"/>
            </a:gradFill>
            <a:ln w="25400">
              <a:gradFill>
                <a:gsLst>
                  <a:gs pos="16000">
                    <a:srgbClr val="C00000">
                      <a:alpha val="0"/>
                    </a:srgbClr>
                  </a:gs>
                  <a:gs pos="74000">
                    <a:srgbClr val="C00000">
                      <a:alpha val="71767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ym typeface="Arial" panose="020B0604020202090204" pitchFamily="34" charset="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302125" y="5822950"/>
            <a:ext cx="1687195" cy="479425"/>
            <a:chOff x="7940185" y="5819436"/>
            <a:chExt cx="2311845" cy="685664"/>
          </a:xfrm>
        </p:grpSpPr>
        <p:sp>
          <p:nvSpPr>
            <p:cNvPr id="93" name="Rectangle 6"/>
            <p:cNvSpPr txBox="1"/>
            <p:nvPr/>
          </p:nvSpPr>
          <p:spPr>
            <a:xfrm>
              <a:off x="8448108" y="5819436"/>
              <a:ext cx="1296000" cy="5083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defRPr kumimoji="1" sz="900">
                  <a:latin typeface="FZLanTingHeiS-R-GB" panose="02000000000000000000" pitchFamily="2" charset="-122"/>
                  <a:ea typeface="FZLanTingHeiS-R-GB" panose="02000000000000000000" pitchFamily="2" charset="-122"/>
                </a:defRPr>
              </a:lvl1pPr>
            </a:lstStyle>
            <a:p>
              <a:pPr marL="0" marR="0" lvl="0" indent="0" algn="ctr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425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综合成本 </a:t>
              </a: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Arial" panose="020B0604020202090204" pitchFamily="34" charset="0"/>
                  <a:sym typeface="Arial" panose="020B0604020202090204" pitchFamily="34" charset="0"/>
                </a:rPr>
                <a:t>优</a:t>
              </a:r>
              <a:endPara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102" name="Arc 9_1"/>
            <p:cNvSpPr/>
            <p:nvPr/>
          </p:nvSpPr>
          <p:spPr>
            <a:xfrm>
              <a:off x="7940185" y="6034654"/>
              <a:ext cx="2311845" cy="470446"/>
            </a:xfrm>
            <a:prstGeom prst="ellipse">
              <a:avLst/>
            </a:prstGeom>
            <a:gradFill>
              <a:gsLst>
                <a:gs pos="19000">
                  <a:srgbClr val="C00000">
                    <a:alpha val="0"/>
                  </a:srgbClr>
                </a:gs>
                <a:gs pos="100000">
                  <a:srgbClr val="C00000">
                    <a:alpha val="19000"/>
                  </a:srgbClr>
                </a:gs>
              </a:gsLst>
              <a:lin ang="5400000" scaled="1"/>
            </a:gradFill>
            <a:ln w="25400">
              <a:gradFill>
                <a:gsLst>
                  <a:gs pos="16000">
                    <a:srgbClr val="C00000">
                      <a:alpha val="0"/>
                    </a:srgbClr>
                  </a:gs>
                  <a:gs pos="74000">
                    <a:srgbClr val="C00000">
                      <a:alpha val="71767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ym typeface="Arial" panose="020B0604020202090204" pitchFamily="34" charset="0"/>
              </a:endParaRPr>
            </a:p>
          </p:txBody>
        </p:sp>
      </p:grpSp>
      <p:sp>
        <p:nvSpPr>
          <p:cNvPr id="81" name="矩形 80"/>
          <p:cNvSpPr/>
          <p:nvPr/>
        </p:nvSpPr>
        <p:spPr>
          <a:xfrm>
            <a:off x="9226331" y="1976094"/>
            <a:ext cx="1519358" cy="18415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租户级精准流控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cxnSp>
        <p:nvCxnSpPr>
          <p:cNvPr id="87" name="直接箭头连接符 1801"/>
          <p:cNvCxnSpPr/>
          <p:nvPr/>
        </p:nvCxnSpPr>
        <p:spPr>
          <a:xfrm flipV="1">
            <a:off x="9216593" y="2824597"/>
            <a:ext cx="618756" cy="1679"/>
          </a:xfrm>
          <a:prstGeom prst="straightConnector1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95" name="文本框 94"/>
          <p:cNvSpPr txBox="1"/>
          <p:nvPr/>
        </p:nvSpPr>
        <p:spPr>
          <a:xfrm>
            <a:off x="9429694" y="2800918"/>
            <a:ext cx="56290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0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time</a:t>
            </a:r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8797593" y="2708603"/>
                <a:ext cx="5194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</m:ctrlPr>
                        </m:sSubPr>
                        <m:e>
                          <m: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900" kern="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593" y="2708603"/>
                <a:ext cx="51942" cy="230832"/>
              </a:xfrm>
              <a:prstGeom prst="rect">
                <a:avLst/>
              </a:prstGeom>
              <a:blipFill rotWithShape="1">
                <a:blip r:embed="rId11"/>
                <a:stretch>
                  <a:fillRect l="-583" t="-142" r="-132917" b="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8893853" y="2708603"/>
                <a:ext cx="5194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</m:ctrlPr>
                        </m:sSubPr>
                        <m:e>
                          <m: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900" kern="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endParaRPr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853" y="2708603"/>
                <a:ext cx="51942" cy="230832"/>
              </a:xfrm>
              <a:prstGeom prst="rect">
                <a:avLst/>
              </a:prstGeom>
              <a:blipFill rotWithShape="1">
                <a:blip r:embed="rId12"/>
                <a:stretch>
                  <a:fillRect l="-83" t="-142" r="-132196" b="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组合 97"/>
          <p:cNvGrpSpPr/>
          <p:nvPr/>
        </p:nvGrpSpPr>
        <p:grpSpPr>
          <a:xfrm>
            <a:off x="8808085" y="2254885"/>
            <a:ext cx="990600" cy="549910"/>
            <a:chOff x="4475136" y="4936473"/>
            <a:chExt cx="1812786" cy="1624972"/>
          </a:xfrm>
        </p:grpSpPr>
        <p:pic>
          <p:nvPicPr>
            <p:cNvPr id="107" name="图片 106"/>
            <p:cNvPicPr>
              <a:picLocks noChangeAspect="1"/>
            </p:cNvPicPr>
            <p:nvPr/>
          </p:nvPicPr>
          <p:blipFill rotWithShape="1">
            <a:blip r:embed="rId13"/>
            <a:srcRect t="-2" r="10941"/>
            <a:stretch>
              <a:fillRect/>
            </a:stretch>
          </p:blipFill>
          <p:spPr>
            <a:xfrm>
              <a:off x="4475136" y="4959989"/>
              <a:ext cx="1803966" cy="45133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" name="图片 107"/>
            <p:cNvPicPr>
              <a:picLocks noChangeAspect="1"/>
            </p:cNvPicPr>
            <p:nvPr/>
          </p:nvPicPr>
          <p:blipFill rotWithShape="1">
            <a:blip r:embed="rId14">
              <a:duotone>
                <a:prstClr val="black"/>
                <a:srgbClr val="44546A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 l="10559" t="1" b="59223"/>
            <a:stretch>
              <a:fillRect/>
            </a:stretch>
          </p:blipFill>
          <p:spPr>
            <a:xfrm>
              <a:off x="4483956" y="6092463"/>
              <a:ext cx="1803966" cy="38608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图片 108"/>
            <p:cNvPicPr>
              <a:picLocks noChangeAspect="1"/>
            </p:cNvPicPr>
            <p:nvPr/>
          </p:nvPicPr>
          <p:blipFill rotWithShape="1">
            <a:blip r:embed="rId16">
              <a:duotone>
                <a:prstClr val="black"/>
                <a:srgbClr val="44546A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 t="-3435" r="9647" b="58237"/>
            <a:stretch>
              <a:fillRect/>
            </a:stretch>
          </p:blipFill>
          <p:spPr>
            <a:xfrm>
              <a:off x="4483956" y="5463750"/>
              <a:ext cx="1795146" cy="494407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10" name="直接连接符 1815"/>
            <p:cNvCxnSpPr/>
            <p:nvPr/>
          </p:nvCxnSpPr>
          <p:spPr>
            <a:xfrm>
              <a:off x="4558632" y="4936474"/>
              <a:ext cx="0" cy="1624971"/>
            </a:xfrm>
            <a:prstGeom prst="line">
              <a:avLst/>
            </a:prstGeom>
            <a:noFill/>
            <a:ln w="6350" cap="flat" cmpd="sng" algn="ctr">
              <a:noFill/>
              <a:prstDash val="dash"/>
              <a:miter lim="800000"/>
            </a:ln>
            <a:effectLst/>
          </p:spPr>
        </p:cxnSp>
        <p:cxnSp>
          <p:nvCxnSpPr>
            <p:cNvPr id="111" name="直接连接符 1816"/>
            <p:cNvCxnSpPr/>
            <p:nvPr/>
          </p:nvCxnSpPr>
          <p:spPr>
            <a:xfrm>
              <a:off x="4711032" y="4936474"/>
              <a:ext cx="0" cy="1624971"/>
            </a:xfrm>
            <a:prstGeom prst="line">
              <a:avLst/>
            </a:prstGeom>
            <a:noFill/>
            <a:ln w="6350" cap="flat" cmpd="sng" algn="ctr">
              <a:noFill/>
              <a:prstDash val="dash"/>
              <a:miter lim="800000"/>
            </a:ln>
            <a:effectLst/>
          </p:spPr>
        </p:cxnSp>
        <p:cxnSp>
          <p:nvCxnSpPr>
            <p:cNvPr id="112" name="直接连接符 1817"/>
            <p:cNvCxnSpPr/>
            <p:nvPr/>
          </p:nvCxnSpPr>
          <p:spPr>
            <a:xfrm>
              <a:off x="5136845" y="4936473"/>
              <a:ext cx="0" cy="1624971"/>
            </a:xfrm>
            <a:prstGeom prst="line">
              <a:avLst/>
            </a:prstGeom>
            <a:noFill/>
            <a:ln w="6350" cap="flat" cmpd="sng" algn="ctr">
              <a:noFill/>
              <a:prstDash val="dash"/>
              <a:miter lim="800000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本框 112"/>
              <p:cNvSpPr txBox="1"/>
              <p:nvPr/>
            </p:nvSpPr>
            <p:spPr>
              <a:xfrm>
                <a:off x="9103655" y="2708603"/>
                <a:ext cx="5194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</m:ctrlPr>
                        </m:sSubPr>
                        <m:e>
                          <m: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9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900" kern="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endParaRPr>
              </a:p>
            </p:txBody>
          </p:sp>
        </mc:Choice>
        <mc:Fallback>
          <p:sp>
            <p:nvSpPr>
              <p:cNvPr id="113" name="文本框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55" y="2708603"/>
                <a:ext cx="51942" cy="230832"/>
              </a:xfrm>
              <a:prstGeom prst="rect">
                <a:avLst/>
              </a:prstGeom>
              <a:blipFill rotWithShape="1">
                <a:blip r:embed="rId18"/>
                <a:stretch>
                  <a:fillRect l="-568" t="-142" r="-132933" b="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矩形 113"/>
          <p:cNvSpPr/>
          <p:nvPr/>
        </p:nvSpPr>
        <p:spPr>
          <a:xfrm>
            <a:off x="9509396" y="2235162"/>
            <a:ext cx="330540" cy="21544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914400"/>
            <a:r>
              <a:rPr lang="en-US" altLang="zh-CN" sz="800" b="1" kern="0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Q1</a:t>
            </a:r>
            <a:endParaRPr lang="zh-CN" altLang="en-US" sz="800" kern="0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9509396" y="2423277"/>
            <a:ext cx="330540" cy="21544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914400"/>
            <a:r>
              <a:rPr lang="en-US" altLang="zh-CN" sz="800" b="1" kern="0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Q2</a:t>
            </a:r>
            <a:endParaRPr lang="zh-CN" altLang="en-US" sz="800" kern="0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509396" y="2614505"/>
            <a:ext cx="330540" cy="21544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914400"/>
            <a:r>
              <a:rPr lang="en-US" altLang="zh-CN" sz="800" b="1" kern="0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Q3</a:t>
            </a:r>
            <a:endParaRPr lang="zh-CN" altLang="en-US" sz="800" kern="0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cxnSp>
        <p:nvCxnSpPr>
          <p:cNvPr id="117" name="直接箭头连接符 1810"/>
          <p:cNvCxnSpPr>
            <a:stCxn id="118" idx="3"/>
          </p:cNvCxnSpPr>
          <p:nvPr/>
        </p:nvCxnSpPr>
        <p:spPr>
          <a:xfrm flipH="1" flipV="1">
            <a:off x="8747113" y="2264737"/>
            <a:ext cx="1905" cy="443865"/>
          </a:xfrm>
          <a:prstGeom prst="straightConnector1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18" name="文本框 117"/>
          <p:cNvSpPr txBox="1"/>
          <p:nvPr/>
        </p:nvSpPr>
        <p:spPr>
          <a:xfrm>
            <a:off x="8410441" y="2314581"/>
            <a:ext cx="338554" cy="787736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defTabSz="914400"/>
            <a:r>
              <a:rPr lang="zh-CN" altLang="en-US" sz="10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队列占用</a:t>
            </a:r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10147309" y="2180992"/>
                <a:ext cx="51942" cy="2029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</m:ctrlPr>
                        </m:sSubPr>
                        <m:e>
                          <m:r>
                            <a:rPr lang="en-US" altLang="zh-CN" sz="1000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000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000" kern="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endParaRPr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309" y="2180992"/>
                <a:ext cx="51942" cy="202940"/>
              </a:xfrm>
              <a:prstGeom prst="rect">
                <a:avLst/>
              </a:prstGeom>
              <a:blipFill rotWithShape="1">
                <a:blip r:embed="rId19"/>
                <a:stretch>
                  <a:fillRect l="-17" t="-198" r="-150599" b="-994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119"/>
              <p:cNvSpPr txBox="1"/>
              <p:nvPr/>
            </p:nvSpPr>
            <p:spPr>
              <a:xfrm>
                <a:off x="10147309" y="2333931"/>
                <a:ext cx="51942" cy="2029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</m:ctrlPr>
                        </m:sSubPr>
                        <m:e>
                          <m:r>
                            <a:rPr lang="en-US" altLang="zh-CN" sz="1000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000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000" kern="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endParaRPr>
              </a:p>
            </p:txBody>
          </p:sp>
        </mc:Choice>
        <mc:Fallback>
          <p:sp>
            <p:nvSpPr>
              <p:cNvPr id="1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309" y="2333931"/>
                <a:ext cx="51942" cy="202940"/>
              </a:xfrm>
              <a:prstGeom prst="rect">
                <a:avLst/>
              </a:prstGeom>
              <a:blipFill rotWithShape="1">
                <a:blip r:embed="rId20"/>
                <a:stretch>
                  <a:fillRect l="-17" t="-151" r="-150599" b="-999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/>
          <p:cNvSpPr/>
          <p:nvPr/>
        </p:nvSpPr>
        <p:spPr>
          <a:xfrm>
            <a:off x="11075670" y="2412365"/>
            <a:ext cx="306070" cy="14097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293985" y="2242185"/>
            <a:ext cx="559435" cy="14097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0855960" y="2242185"/>
            <a:ext cx="262890" cy="14097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1118850" y="2242185"/>
            <a:ext cx="309880" cy="14097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296525" y="2391410"/>
            <a:ext cx="371475" cy="16192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0582910" y="2412365"/>
            <a:ext cx="493395" cy="14097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0296525" y="2581910"/>
            <a:ext cx="256540" cy="14097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10549890" y="2581910"/>
            <a:ext cx="256540" cy="14097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10806430" y="2581910"/>
            <a:ext cx="575945" cy="14097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endParaRPr lang="zh-CN" altLang="en-US" sz="10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文本框 130"/>
              <p:cNvSpPr txBox="1"/>
              <p:nvPr/>
            </p:nvSpPr>
            <p:spPr>
              <a:xfrm>
                <a:off x="10147309" y="2513769"/>
                <a:ext cx="51942" cy="2029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</m:ctrlPr>
                        </m:sSubPr>
                        <m:e>
                          <m:r>
                            <a:rPr lang="en-US" altLang="zh-CN" sz="1000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000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微软雅黑" panose="020B0502040204020203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000" kern="0" dirty="0">
                  <a:solidFill>
                    <a:schemeClr val="tx1"/>
                  </a:solidFill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endParaRPr>
              </a:p>
            </p:txBody>
          </p:sp>
        </mc:Choice>
        <mc:Fallback>
          <p:sp>
            <p:nvSpPr>
              <p:cNvPr id="131" name="文本框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309" y="2513769"/>
                <a:ext cx="51942" cy="202940"/>
              </a:xfrm>
              <a:prstGeom prst="rect">
                <a:avLst/>
              </a:prstGeom>
              <a:blipFill rotWithShape="1">
                <a:blip r:embed="rId21"/>
                <a:stretch>
                  <a:fillRect l="-17" t="-216" r="-150599" b="-992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矩形 131"/>
          <p:cNvSpPr/>
          <p:nvPr/>
        </p:nvSpPr>
        <p:spPr>
          <a:xfrm>
            <a:off x="10397052" y="2213137"/>
            <a:ext cx="371909" cy="18844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Q1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0791811" y="2213136"/>
            <a:ext cx="369635" cy="18844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Q2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1086374" y="2213136"/>
            <a:ext cx="345383" cy="18844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Q3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10313019" y="2383453"/>
            <a:ext cx="345383" cy="18844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Q1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10673715" y="2385695"/>
            <a:ext cx="360045" cy="1676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Q2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11029315" y="2383790"/>
            <a:ext cx="400685" cy="1676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Q3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298193" y="2554276"/>
            <a:ext cx="310926" cy="18844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Q1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10604514" y="2553358"/>
            <a:ext cx="324975" cy="18844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Q2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0932160" y="2555875"/>
            <a:ext cx="496570" cy="18542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 defTabSz="914400"/>
            <a:r>
              <a:rPr lang="en-US" altLang="zh-CN" sz="70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Q3</a:t>
            </a:r>
            <a:endParaRPr lang="en-US" altLang="zh-CN" sz="70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0234930" y="2741295"/>
            <a:ext cx="1218565" cy="245745"/>
          </a:xfrm>
          <a:prstGeom prst="rect">
            <a:avLst/>
          </a:prstGeom>
          <a:ln>
            <a:noFill/>
          </a:ln>
        </p:spPr>
        <p:txBody>
          <a:bodyPr wrap="none">
            <a:noAutofit/>
          </a:bodyPr>
          <a:lstStyle/>
          <a:p>
            <a:pPr defTabSz="913765">
              <a:lnSpc>
                <a:spcPct val="120000"/>
              </a:lnSpc>
            </a:pPr>
            <a:r>
              <a:rPr lang="zh-CN" altLang="en-US" sz="1050" kern="0" dirty="0"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rPr>
              <a:t>▪ 微秒级流量感知</a:t>
            </a:r>
            <a:endParaRPr lang="en-US" altLang="zh-CN" sz="105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  <a:p>
            <a:pPr defTabSz="913765">
              <a:lnSpc>
                <a:spcPct val="120000"/>
              </a:lnSpc>
            </a:pPr>
            <a:endParaRPr lang="zh-CN" altLang="en-US" sz="1050" kern="0" dirty="0">
              <a:latin typeface="微软雅黑" panose="020B0502040204020203" charset="-122"/>
              <a:ea typeface="微软雅黑" panose="020B0502040204020203" charset="-122"/>
              <a:sym typeface="微软雅黑" panose="020B0502040204020203" charset="-122"/>
            </a:endParaRPr>
          </a:p>
        </p:txBody>
      </p:sp>
      <p:sp>
        <p:nvSpPr>
          <p:cNvPr id="142" name="文本框 263"/>
          <p:cNvSpPr txBox="1"/>
          <p:nvPr/>
        </p:nvSpPr>
        <p:spPr>
          <a:xfrm>
            <a:off x="8094980" y="3063240"/>
            <a:ext cx="3811270" cy="207645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>
                <a:gradFill flip="none" rotWithShape="1">
                  <a:gsLst>
                    <a:gs pos="87000">
                      <a:srgbClr val="00C9DD"/>
                    </a:gs>
                    <a:gs pos="0">
                      <a:srgbClr val="00A3FE"/>
                    </a:gs>
                  </a:gsLst>
                  <a:lin ang="0" scaled="1"/>
                  <a:tileRect/>
                </a:gradFill>
                <a:ea typeface="思源黑体 CN Heavy" panose="020B0A00000000000000" pitchFamily="34" charset="-122"/>
              </a:defRPr>
            </a:lvl1pPr>
          </a:lstStyle>
          <a:p>
            <a:pPr marL="171450" indent="-171450" algn="l" fontAlgn="auto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实现用户队列的零丢包弹性传输能力，多租户</a:t>
            </a:r>
            <a:r>
              <a:rPr lang="en-US" altLang="zh-CN" sz="100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多任务拥塞不扩散</a:t>
            </a:r>
            <a:endParaRPr kumimoji="1" lang="zh-CN" altLang="en-US" sz="10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43" name="图形 2_1"/>
          <p:cNvSpPr/>
          <p:nvPr/>
        </p:nvSpPr>
        <p:spPr>
          <a:xfrm rot="5400000">
            <a:off x="9616622" y="2474967"/>
            <a:ext cx="668549" cy="228600"/>
          </a:xfrm>
          <a:custGeom>
            <a:avLst/>
            <a:gdLst>
              <a:gd name="connsiteX0" fmla="*/ 345 w 4216139"/>
              <a:gd name="connsiteY0" fmla="*/ 3934615 h 3934607"/>
              <a:gd name="connsiteX1" fmla="*/ 1682698 w 4216139"/>
              <a:gd name="connsiteY1" fmla="*/ 1588650 h 3934607"/>
              <a:gd name="connsiteX2" fmla="*/ 1803355 w 4216139"/>
              <a:gd name="connsiteY2" fmla="*/ 623399 h 3934607"/>
              <a:gd name="connsiteX3" fmla="*/ 1609099 w 4216139"/>
              <a:gd name="connsiteY3" fmla="*/ 623399 h 3934607"/>
              <a:gd name="connsiteX4" fmla="*/ 2104996 w 4216139"/>
              <a:gd name="connsiteY4" fmla="*/ 7 h 3934607"/>
              <a:gd name="connsiteX5" fmla="*/ 2621003 w 4216139"/>
              <a:gd name="connsiteY5" fmla="*/ 623399 h 3934607"/>
              <a:gd name="connsiteX6" fmla="*/ 2419909 w 4216139"/>
              <a:gd name="connsiteY6" fmla="*/ 623399 h 3934607"/>
              <a:gd name="connsiteX7" fmla="*/ 4216485 w 4216139"/>
              <a:gd name="connsiteY7" fmla="*/ 3934615 h 393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16139" h="3934607">
                <a:moveTo>
                  <a:pt x="345" y="3934615"/>
                </a:moveTo>
                <a:cubicBezTo>
                  <a:pt x="345" y="3934615"/>
                  <a:pt x="1313891" y="3391661"/>
                  <a:pt x="1682698" y="1588650"/>
                </a:cubicBezTo>
                <a:cubicBezTo>
                  <a:pt x="1722917" y="1367447"/>
                  <a:pt x="1803355" y="623399"/>
                  <a:pt x="1803355" y="623399"/>
                </a:cubicBezTo>
                <a:lnTo>
                  <a:pt x="1609099" y="623399"/>
                </a:lnTo>
                <a:lnTo>
                  <a:pt x="2104996" y="7"/>
                </a:lnTo>
                <a:lnTo>
                  <a:pt x="2621003" y="623399"/>
                </a:lnTo>
                <a:lnTo>
                  <a:pt x="2419909" y="623399"/>
                </a:lnTo>
                <a:cubicBezTo>
                  <a:pt x="2419909" y="623399"/>
                  <a:pt x="2279143" y="2594121"/>
                  <a:pt x="4216485" y="3934615"/>
                </a:cubicBezTo>
                <a:close/>
              </a:path>
            </a:pathLst>
          </a:custGeom>
          <a:gradFill flip="none" rotWithShape="1">
            <a:gsLst>
              <a:gs pos="45000">
                <a:schemeClr val="accent1"/>
              </a:gs>
              <a:gs pos="81000">
                <a:schemeClr val="accent1">
                  <a:alpha val="0"/>
                </a:schemeClr>
              </a:gs>
            </a:gsLst>
            <a:lin ang="5400000" scaled="1"/>
            <a:tileRect/>
          </a:gradFill>
          <a:ln w="401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44" name="矩形 143"/>
          <p:cNvSpPr/>
          <p:nvPr/>
        </p:nvSpPr>
        <p:spPr>
          <a:xfrm>
            <a:off x="9276168" y="3493072"/>
            <a:ext cx="1419685" cy="18415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流级负载分担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339" name="矩形 338"/>
          <p:cNvSpPr/>
          <p:nvPr/>
        </p:nvSpPr>
        <p:spPr>
          <a:xfrm>
            <a:off x="8388778" y="4497432"/>
            <a:ext cx="3193415" cy="32194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171450" indent="-171450" defTabSz="913765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000" kern="0" dirty="0">
                <a:latin typeface="微软雅黑" panose="020B0502040204020203" charset="-122"/>
                <a:ea typeface="微软雅黑" panose="020B0502040204020203" charset="-122"/>
              </a:rPr>
              <a:t>基于精细化逐流调优算法，网络吞吐率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40%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Wingdings" panose="05000000000000000000" pitchFamily="2" charset="2"/>
              </a:rPr>
              <a:t>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90%</a:t>
            </a:r>
            <a:endParaRPr lang="zh-CN" altLang="en-US" sz="1000" b="1" kern="0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grpSp>
        <p:nvGrpSpPr>
          <p:cNvPr id="344" name="组合 343"/>
          <p:cNvGrpSpPr/>
          <p:nvPr/>
        </p:nvGrpSpPr>
        <p:grpSpPr>
          <a:xfrm>
            <a:off x="11065923" y="3856839"/>
            <a:ext cx="596264" cy="275705"/>
            <a:chOff x="6275877" y="2491855"/>
            <a:chExt cx="653893" cy="325147"/>
          </a:xfrm>
        </p:grpSpPr>
        <p:pic>
          <p:nvPicPr>
            <p:cNvPr id="496" name="图形 34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596367" y="2491855"/>
              <a:ext cx="180645" cy="180645"/>
            </a:xfrm>
            <a:prstGeom prst="rect">
              <a:avLst/>
            </a:prstGeom>
          </p:spPr>
        </p:pic>
        <p:pic>
          <p:nvPicPr>
            <p:cNvPr id="497" name="图形 36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305225" y="2659527"/>
              <a:ext cx="152665" cy="152665"/>
            </a:xfrm>
            <a:prstGeom prst="rect">
              <a:avLst/>
            </a:prstGeom>
          </p:spPr>
        </p:pic>
        <p:pic>
          <p:nvPicPr>
            <p:cNvPr id="498" name="图形 39"/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456286" y="2514352"/>
              <a:ext cx="127249" cy="127249"/>
            </a:xfrm>
            <a:prstGeom prst="rect">
              <a:avLst/>
            </a:prstGeom>
          </p:spPr>
        </p:pic>
        <p:pic>
          <p:nvPicPr>
            <p:cNvPr id="499" name="图形 537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764172" y="2501376"/>
              <a:ext cx="152665" cy="152665"/>
            </a:xfrm>
            <a:prstGeom prst="rect">
              <a:avLst/>
            </a:prstGeom>
          </p:spPr>
        </p:pic>
        <p:pic>
          <p:nvPicPr>
            <p:cNvPr id="500" name="图形 538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441410" y="2636357"/>
              <a:ext cx="180645" cy="180645"/>
            </a:xfrm>
            <a:prstGeom prst="rect">
              <a:avLst/>
            </a:prstGeom>
          </p:spPr>
        </p:pic>
        <p:pic>
          <p:nvPicPr>
            <p:cNvPr id="501" name="图形 539"/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636160" y="2660177"/>
              <a:ext cx="127249" cy="127249"/>
            </a:xfrm>
            <a:prstGeom prst="rect">
              <a:avLst/>
            </a:prstGeom>
          </p:spPr>
        </p:pic>
        <p:pic>
          <p:nvPicPr>
            <p:cNvPr id="502" name="图形 540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777105" y="2656196"/>
              <a:ext cx="152665" cy="152665"/>
            </a:xfrm>
            <a:prstGeom prst="rect">
              <a:avLst/>
            </a:prstGeom>
          </p:spPr>
        </p:pic>
        <p:pic>
          <p:nvPicPr>
            <p:cNvPr id="503" name="图形 542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275877" y="2506013"/>
              <a:ext cx="180645" cy="180645"/>
            </a:xfrm>
            <a:prstGeom prst="rect">
              <a:avLst/>
            </a:prstGeom>
          </p:spPr>
        </p:pic>
      </p:grpSp>
      <p:sp>
        <p:nvSpPr>
          <p:cNvPr id="345" name="文本框 344"/>
          <p:cNvSpPr txBox="1"/>
          <p:nvPr/>
        </p:nvSpPr>
        <p:spPr>
          <a:xfrm>
            <a:off x="10013838" y="4364115"/>
            <a:ext cx="1046457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千万流智能调度</a:t>
            </a:r>
            <a:endParaRPr kumimoji="1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pic>
        <p:nvPicPr>
          <p:cNvPr id="488" name="图形 544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587642" y="4040075"/>
            <a:ext cx="139210" cy="129451"/>
          </a:xfrm>
          <a:prstGeom prst="rect">
            <a:avLst/>
          </a:prstGeom>
        </p:spPr>
      </p:pic>
      <p:pic>
        <p:nvPicPr>
          <p:cNvPr id="489" name="图形 546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473923" y="4038380"/>
            <a:ext cx="139210" cy="129451"/>
          </a:xfrm>
          <a:prstGeom prst="rect">
            <a:avLst/>
          </a:prstGeom>
        </p:spPr>
      </p:pic>
      <p:pic>
        <p:nvPicPr>
          <p:cNvPr id="490" name="图形 548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725607" y="4051337"/>
            <a:ext cx="116034" cy="107899"/>
          </a:xfrm>
          <a:prstGeom prst="rect">
            <a:avLst/>
          </a:prstGeom>
        </p:spPr>
      </p:pic>
      <p:pic>
        <p:nvPicPr>
          <p:cNvPr id="491" name="图形 549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848176" y="4042128"/>
            <a:ext cx="139210" cy="129451"/>
          </a:xfrm>
          <a:prstGeom prst="rect">
            <a:avLst/>
          </a:prstGeom>
        </p:spPr>
      </p:pic>
      <p:pic>
        <p:nvPicPr>
          <p:cNvPr id="492" name="图形 551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440056" y="3910280"/>
            <a:ext cx="561163" cy="143336"/>
          </a:xfrm>
          <a:prstGeom prst="rect">
            <a:avLst/>
          </a:prstGeom>
        </p:spPr>
      </p:pic>
      <p:sp>
        <p:nvSpPr>
          <p:cNvPr id="493" name="文本框 492"/>
          <p:cNvSpPr txBox="1"/>
          <p:nvPr/>
        </p:nvSpPr>
        <p:spPr>
          <a:xfrm>
            <a:off x="8482308" y="3768034"/>
            <a:ext cx="54724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大流</a:t>
            </a:r>
            <a:endParaRPr kumimoji="1" lang="en-US" altLang="zh-CN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494" name="文本框 493"/>
          <p:cNvSpPr txBox="1"/>
          <p:nvPr/>
        </p:nvSpPr>
        <p:spPr>
          <a:xfrm>
            <a:off x="8482308" y="4186936"/>
            <a:ext cx="54724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小流</a:t>
            </a:r>
            <a:endParaRPr kumimoji="1" lang="en-US" altLang="zh-CN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pic>
        <p:nvPicPr>
          <p:cNvPr id="495" name="图形 550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989866" y="4043813"/>
            <a:ext cx="116034" cy="107899"/>
          </a:xfrm>
          <a:prstGeom prst="rect">
            <a:avLst/>
          </a:prstGeom>
        </p:spPr>
      </p:pic>
      <p:sp>
        <p:nvSpPr>
          <p:cNvPr id="348" name="文本框 347"/>
          <p:cNvSpPr txBox="1"/>
          <p:nvPr/>
        </p:nvSpPr>
        <p:spPr>
          <a:xfrm>
            <a:off x="9103852" y="4374381"/>
            <a:ext cx="1046457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大象流识别</a:t>
            </a:r>
            <a:endParaRPr kumimoji="1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grpSp>
        <p:nvGrpSpPr>
          <p:cNvPr id="353" name="组合 352"/>
          <p:cNvGrpSpPr/>
          <p:nvPr/>
        </p:nvGrpSpPr>
        <p:grpSpPr>
          <a:xfrm>
            <a:off x="10215581" y="3795365"/>
            <a:ext cx="587364" cy="493525"/>
            <a:chOff x="5890638" y="1849018"/>
            <a:chExt cx="936130" cy="885295"/>
          </a:xfrm>
        </p:grpSpPr>
        <p:grpSp>
          <p:nvGrpSpPr>
            <p:cNvPr id="354" name="组合 353"/>
            <p:cNvGrpSpPr/>
            <p:nvPr/>
          </p:nvGrpSpPr>
          <p:grpSpPr>
            <a:xfrm>
              <a:off x="5940896" y="2009167"/>
              <a:ext cx="772370" cy="681940"/>
              <a:chOff x="-1593307" y="3321987"/>
              <a:chExt cx="772370" cy="681940"/>
            </a:xfrm>
          </p:grpSpPr>
          <p:sp>
            <p:nvSpPr>
              <p:cNvPr id="471" name="椭圆 470"/>
              <p:cNvSpPr/>
              <p:nvPr/>
            </p:nvSpPr>
            <p:spPr>
              <a:xfrm>
                <a:off x="-1134092" y="342825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2" name="椭圆 471"/>
              <p:cNvSpPr/>
              <p:nvPr/>
            </p:nvSpPr>
            <p:spPr>
              <a:xfrm>
                <a:off x="-1125463" y="3568271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3" name="椭圆 472"/>
              <p:cNvSpPr/>
              <p:nvPr/>
            </p:nvSpPr>
            <p:spPr>
              <a:xfrm>
                <a:off x="-856937" y="3536736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4" name="椭圆 473"/>
              <p:cNvSpPr/>
              <p:nvPr/>
            </p:nvSpPr>
            <p:spPr>
              <a:xfrm>
                <a:off x="-1367708" y="3322850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5" name="椭圆 474"/>
              <p:cNvSpPr/>
              <p:nvPr/>
            </p:nvSpPr>
            <p:spPr>
              <a:xfrm>
                <a:off x="-1053742" y="361863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6" name="椭圆 475"/>
              <p:cNvSpPr/>
              <p:nvPr/>
            </p:nvSpPr>
            <p:spPr>
              <a:xfrm>
                <a:off x="-1227375" y="361863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7" name="椭圆 476"/>
              <p:cNvSpPr/>
              <p:nvPr/>
            </p:nvSpPr>
            <p:spPr>
              <a:xfrm>
                <a:off x="-1516597" y="332198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8" name="椭圆 477"/>
              <p:cNvSpPr/>
              <p:nvPr/>
            </p:nvSpPr>
            <p:spPr>
              <a:xfrm>
                <a:off x="-1518363" y="3604346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9" name="椭圆 478"/>
              <p:cNvSpPr/>
              <p:nvPr/>
            </p:nvSpPr>
            <p:spPr>
              <a:xfrm>
                <a:off x="-1109731" y="380970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80" name="椭圆 479"/>
              <p:cNvSpPr/>
              <p:nvPr/>
            </p:nvSpPr>
            <p:spPr>
              <a:xfrm>
                <a:off x="-1593307" y="3782082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81" name="椭圆 480"/>
              <p:cNvSpPr/>
              <p:nvPr/>
            </p:nvSpPr>
            <p:spPr>
              <a:xfrm>
                <a:off x="-1469401" y="391537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82" name="椭圆 481"/>
              <p:cNvSpPr/>
              <p:nvPr/>
            </p:nvSpPr>
            <p:spPr>
              <a:xfrm>
                <a:off x="-1196846" y="396945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83" name="椭圆 482"/>
              <p:cNvSpPr/>
              <p:nvPr/>
            </p:nvSpPr>
            <p:spPr>
              <a:xfrm>
                <a:off x="-1037852" y="392011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00B0F0">
                      <a:alpha val="0"/>
                    </a:srgbClr>
                  </a:gs>
                  <a:gs pos="88000">
                    <a:srgbClr val="00B0F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355" name="组合 354"/>
            <p:cNvGrpSpPr/>
            <p:nvPr/>
          </p:nvGrpSpPr>
          <p:grpSpPr>
            <a:xfrm>
              <a:off x="5921279" y="1885087"/>
              <a:ext cx="905489" cy="731720"/>
              <a:chOff x="5921279" y="1885087"/>
              <a:chExt cx="905489" cy="731720"/>
            </a:xfrm>
          </p:grpSpPr>
          <p:sp>
            <p:nvSpPr>
              <p:cNvPr id="450" name="椭圆 449"/>
              <p:cNvSpPr/>
              <p:nvPr/>
            </p:nvSpPr>
            <p:spPr>
              <a:xfrm>
                <a:off x="6139142" y="208221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1" name="椭圆 450"/>
              <p:cNvSpPr/>
              <p:nvPr/>
            </p:nvSpPr>
            <p:spPr>
              <a:xfrm>
                <a:off x="6298472" y="218774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2" name="椭圆 451"/>
              <p:cNvSpPr/>
              <p:nvPr/>
            </p:nvSpPr>
            <p:spPr>
              <a:xfrm>
                <a:off x="6137358" y="222261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3" name="椭圆 452"/>
              <p:cNvSpPr/>
              <p:nvPr/>
            </p:nvSpPr>
            <p:spPr>
              <a:xfrm>
                <a:off x="6140436" y="2396412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4" name="椭圆 453"/>
              <p:cNvSpPr/>
              <p:nvPr/>
            </p:nvSpPr>
            <p:spPr>
              <a:xfrm>
                <a:off x="6311585" y="208221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5" name="椭圆 454"/>
              <p:cNvSpPr/>
              <p:nvPr/>
            </p:nvSpPr>
            <p:spPr>
              <a:xfrm>
                <a:off x="6525004" y="222261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6" name="椭圆 455"/>
              <p:cNvSpPr/>
              <p:nvPr/>
            </p:nvSpPr>
            <p:spPr>
              <a:xfrm>
                <a:off x="6562166" y="2382884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7" name="椭圆 456"/>
              <p:cNvSpPr/>
              <p:nvPr/>
            </p:nvSpPr>
            <p:spPr>
              <a:xfrm>
                <a:off x="6415114" y="238255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8" name="PA-椭圆 24"/>
              <p:cNvSpPr/>
              <p:nvPr/>
            </p:nvSpPr>
            <p:spPr>
              <a:xfrm>
                <a:off x="6365227" y="199091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59" name="椭圆 458"/>
              <p:cNvSpPr/>
              <p:nvPr/>
            </p:nvSpPr>
            <p:spPr>
              <a:xfrm>
                <a:off x="6145411" y="252798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0" name="椭圆 459"/>
              <p:cNvSpPr/>
              <p:nvPr/>
            </p:nvSpPr>
            <p:spPr>
              <a:xfrm>
                <a:off x="6371909" y="257713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1" name="PA-椭圆 24"/>
              <p:cNvSpPr/>
              <p:nvPr/>
            </p:nvSpPr>
            <p:spPr>
              <a:xfrm>
                <a:off x="6436043" y="188508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2" name="椭圆 461"/>
              <p:cNvSpPr/>
              <p:nvPr/>
            </p:nvSpPr>
            <p:spPr>
              <a:xfrm>
                <a:off x="6042840" y="251508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3" name="椭圆 462"/>
              <p:cNvSpPr/>
              <p:nvPr/>
            </p:nvSpPr>
            <p:spPr>
              <a:xfrm>
                <a:off x="5921279" y="2345840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4" name="椭圆 463"/>
              <p:cNvSpPr/>
              <p:nvPr/>
            </p:nvSpPr>
            <p:spPr>
              <a:xfrm>
                <a:off x="5941065" y="2098682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5" name="椭圆 464"/>
              <p:cNvSpPr/>
              <p:nvPr/>
            </p:nvSpPr>
            <p:spPr>
              <a:xfrm>
                <a:off x="6646356" y="2003981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6" name="椭圆 465"/>
              <p:cNvSpPr/>
              <p:nvPr/>
            </p:nvSpPr>
            <p:spPr>
              <a:xfrm>
                <a:off x="6650379" y="258233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7" name="椭圆 466"/>
              <p:cNvSpPr/>
              <p:nvPr/>
            </p:nvSpPr>
            <p:spPr>
              <a:xfrm>
                <a:off x="6734747" y="248197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8" name="椭圆 467"/>
              <p:cNvSpPr/>
              <p:nvPr/>
            </p:nvSpPr>
            <p:spPr>
              <a:xfrm>
                <a:off x="6790768" y="228857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69" name="椭圆 468"/>
              <p:cNvSpPr/>
              <p:nvPr/>
            </p:nvSpPr>
            <p:spPr>
              <a:xfrm>
                <a:off x="5970282" y="221756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70" name="椭圆 469"/>
              <p:cNvSpPr/>
              <p:nvPr/>
            </p:nvSpPr>
            <p:spPr>
              <a:xfrm>
                <a:off x="6132155" y="1899404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0000">
                      <a:alpha val="0"/>
                    </a:srgbClr>
                  </a:gs>
                  <a:gs pos="88000">
                    <a:srgbClr val="FF0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356" name="组合 355"/>
            <p:cNvGrpSpPr/>
            <p:nvPr/>
          </p:nvGrpSpPr>
          <p:grpSpPr>
            <a:xfrm>
              <a:off x="5890638" y="1849018"/>
              <a:ext cx="833115" cy="775515"/>
              <a:chOff x="5890638" y="1849018"/>
              <a:chExt cx="833115" cy="775515"/>
            </a:xfrm>
          </p:grpSpPr>
          <p:sp>
            <p:nvSpPr>
              <p:cNvPr id="436" name="椭圆 435"/>
              <p:cNvSpPr/>
              <p:nvPr/>
            </p:nvSpPr>
            <p:spPr>
              <a:xfrm>
                <a:off x="6219957" y="2269129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7" name="椭圆 436"/>
              <p:cNvSpPr/>
              <p:nvPr/>
            </p:nvSpPr>
            <p:spPr>
              <a:xfrm>
                <a:off x="6289584" y="2383536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8" name="根因"/>
              <p:cNvSpPr/>
              <p:nvPr/>
            </p:nvSpPr>
            <p:spPr>
              <a:xfrm>
                <a:off x="6522373" y="208221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9" name="PA-椭圆 16"/>
              <p:cNvSpPr/>
              <p:nvPr/>
            </p:nvSpPr>
            <p:spPr>
              <a:xfrm>
                <a:off x="6660616" y="212749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0" name="椭圆 439"/>
              <p:cNvSpPr/>
              <p:nvPr/>
            </p:nvSpPr>
            <p:spPr>
              <a:xfrm>
                <a:off x="6687753" y="2382884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1" name="椭圆 440"/>
              <p:cNvSpPr/>
              <p:nvPr/>
            </p:nvSpPr>
            <p:spPr>
              <a:xfrm>
                <a:off x="6562166" y="246627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2" name="PA-椭圆 16"/>
              <p:cNvSpPr/>
              <p:nvPr/>
            </p:nvSpPr>
            <p:spPr>
              <a:xfrm>
                <a:off x="6584186" y="2168630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3" name="PA-椭圆 16"/>
              <p:cNvSpPr/>
              <p:nvPr/>
            </p:nvSpPr>
            <p:spPr>
              <a:xfrm>
                <a:off x="6043245" y="2144582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4" name="PA-椭圆 16"/>
              <p:cNvSpPr/>
              <p:nvPr/>
            </p:nvSpPr>
            <p:spPr>
              <a:xfrm>
                <a:off x="6033338" y="243268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5" name="PA-椭圆 16"/>
              <p:cNvSpPr/>
              <p:nvPr/>
            </p:nvSpPr>
            <p:spPr>
              <a:xfrm>
                <a:off x="6259600" y="2590059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6" name="PA-椭圆 16"/>
              <p:cNvSpPr/>
              <p:nvPr/>
            </p:nvSpPr>
            <p:spPr>
              <a:xfrm>
                <a:off x="6255120" y="192457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7" name="PA-椭圆 16"/>
              <p:cNvSpPr/>
              <p:nvPr/>
            </p:nvSpPr>
            <p:spPr>
              <a:xfrm>
                <a:off x="6569971" y="1937710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8" name="PA-椭圆 16"/>
              <p:cNvSpPr/>
              <p:nvPr/>
            </p:nvSpPr>
            <p:spPr>
              <a:xfrm>
                <a:off x="5890638" y="223592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49" name="PA-椭圆 16"/>
              <p:cNvSpPr/>
              <p:nvPr/>
            </p:nvSpPr>
            <p:spPr>
              <a:xfrm>
                <a:off x="6316639" y="1849018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0"/>
                    </a:sysClr>
                  </a:gs>
                  <a:gs pos="88000">
                    <a:sysClr val="window" lastClr="FFFFFF">
                      <a:alpha val="32000"/>
                    </a:sys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357" name="组合 356"/>
            <p:cNvGrpSpPr/>
            <p:nvPr/>
          </p:nvGrpSpPr>
          <p:grpSpPr>
            <a:xfrm>
              <a:off x="6097545" y="1982297"/>
              <a:ext cx="717359" cy="752016"/>
              <a:chOff x="-1436658" y="3295117"/>
              <a:chExt cx="717359" cy="752016"/>
            </a:xfrm>
          </p:grpSpPr>
          <p:sp>
            <p:nvSpPr>
              <p:cNvPr id="427" name="椭圆 426"/>
              <p:cNvSpPr/>
              <p:nvPr/>
            </p:nvSpPr>
            <p:spPr>
              <a:xfrm>
                <a:off x="-1304083" y="3395033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28" name="椭圆 427"/>
              <p:cNvSpPr/>
              <p:nvPr/>
            </p:nvSpPr>
            <p:spPr>
              <a:xfrm>
                <a:off x="-1243139" y="3777556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29" name="椭圆 428"/>
              <p:cNvSpPr/>
              <p:nvPr/>
            </p:nvSpPr>
            <p:spPr>
              <a:xfrm>
                <a:off x="-1375008" y="3966175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0" name="椭圆 429"/>
              <p:cNvSpPr/>
              <p:nvPr/>
            </p:nvSpPr>
            <p:spPr>
              <a:xfrm>
                <a:off x="-1273252" y="4012659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1" name="椭圆 430"/>
              <p:cNvSpPr/>
              <p:nvPr/>
            </p:nvSpPr>
            <p:spPr>
              <a:xfrm>
                <a:off x="-1074530" y="3995422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2" name="椭圆 431"/>
              <p:cNvSpPr/>
              <p:nvPr/>
            </p:nvSpPr>
            <p:spPr>
              <a:xfrm>
                <a:off x="-1436658" y="3596244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3" name="椭圆 432"/>
              <p:cNvSpPr/>
              <p:nvPr/>
            </p:nvSpPr>
            <p:spPr>
              <a:xfrm>
                <a:off x="-755299" y="349257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4" name="椭圆 433"/>
              <p:cNvSpPr/>
              <p:nvPr/>
            </p:nvSpPr>
            <p:spPr>
              <a:xfrm>
                <a:off x="-1045529" y="329511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435" name="椭圆 434"/>
              <p:cNvSpPr/>
              <p:nvPr/>
            </p:nvSpPr>
            <p:spPr>
              <a:xfrm>
                <a:off x="-792758" y="3365607"/>
                <a:ext cx="36000" cy="34474"/>
              </a:xfrm>
              <a:prstGeom prst="ellipse">
                <a:avLst/>
              </a:prstGeom>
              <a:gradFill>
                <a:gsLst>
                  <a:gs pos="0">
                    <a:srgbClr val="FFC000">
                      <a:alpha val="0"/>
                    </a:srgbClr>
                  </a:gs>
                  <a:gs pos="88000">
                    <a:srgbClr val="FFC000">
                      <a:alpha val="32000"/>
                    </a:srgbClr>
                  </a:gs>
                </a:gsLst>
                <a:lin ang="5400000" scaled="1"/>
              </a:gra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332" tIns="45666" rIns="91332" bIns="45666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358" name="组合 357"/>
            <p:cNvGrpSpPr/>
            <p:nvPr/>
          </p:nvGrpSpPr>
          <p:grpSpPr>
            <a:xfrm>
              <a:off x="5926638" y="1878443"/>
              <a:ext cx="869402" cy="821396"/>
              <a:chOff x="5926638" y="1878443"/>
              <a:chExt cx="869402" cy="821396"/>
            </a:xfrm>
          </p:grpSpPr>
          <p:cxnSp>
            <p:nvCxnSpPr>
              <p:cNvPr id="366" name="直接连接符 1845"/>
              <p:cNvCxnSpPr>
                <a:stCxn id="474" idx="4"/>
              </p:cNvCxnSpPr>
              <p:nvPr/>
            </p:nvCxnSpPr>
            <p:spPr>
              <a:xfrm flipH="1">
                <a:off x="6161143" y="2044504"/>
                <a:ext cx="23352" cy="3869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7" name="直接连接符 1846"/>
              <p:cNvCxnSpPr>
                <a:stCxn id="450" idx="6"/>
                <a:endCxn id="427" idx="2"/>
              </p:cNvCxnSpPr>
              <p:nvPr/>
            </p:nvCxnSpPr>
            <p:spPr>
              <a:xfrm>
                <a:off x="6175142" y="2099450"/>
                <a:ext cx="54978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8" name="直接连接符 1847"/>
              <p:cNvCxnSpPr>
                <a:stCxn id="471" idx="4"/>
                <a:endCxn id="451" idx="7"/>
              </p:cNvCxnSpPr>
              <p:nvPr/>
            </p:nvCxnSpPr>
            <p:spPr>
              <a:xfrm flipH="1">
                <a:off x="6329200" y="2149912"/>
                <a:ext cx="88911" cy="42885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9" name="直接连接符 1848"/>
              <p:cNvCxnSpPr>
                <a:stCxn id="471" idx="4"/>
                <a:endCxn id="472" idx="0"/>
              </p:cNvCxnSpPr>
              <p:nvPr/>
            </p:nvCxnSpPr>
            <p:spPr>
              <a:xfrm>
                <a:off x="6418111" y="2149912"/>
                <a:ext cx="8629" cy="10553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0" name="直接连接符 1849"/>
              <p:cNvCxnSpPr>
                <a:stCxn id="458" idx="6"/>
                <a:endCxn id="438" idx="1"/>
              </p:cNvCxnSpPr>
              <p:nvPr/>
            </p:nvCxnSpPr>
            <p:spPr>
              <a:xfrm>
                <a:off x="6401227" y="2008152"/>
                <a:ext cx="126418" cy="7911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1" name="直接连接符 1850"/>
              <p:cNvCxnSpPr>
                <a:stCxn id="471" idx="6"/>
                <a:endCxn id="438" idx="2"/>
              </p:cNvCxnSpPr>
              <p:nvPr/>
            </p:nvCxnSpPr>
            <p:spPr>
              <a:xfrm flipV="1">
                <a:off x="6436111" y="2099450"/>
                <a:ext cx="86262" cy="33225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2" name="直接连接符 1851"/>
              <p:cNvCxnSpPr>
                <a:stCxn id="453" idx="6"/>
                <a:endCxn id="437" idx="2"/>
              </p:cNvCxnSpPr>
              <p:nvPr/>
            </p:nvCxnSpPr>
            <p:spPr>
              <a:xfrm flipV="1">
                <a:off x="6176436" y="2400773"/>
                <a:ext cx="113148" cy="1287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3" name="直接连接符 1852"/>
              <p:cNvCxnSpPr>
                <a:stCxn id="471" idx="5"/>
                <a:endCxn id="455" idx="2"/>
              </p:cNvCxnSpPr>
              <p:nvPr/>
            </p:nvCxnSpPr>
            <p:spPr>
              <a:xfrm>
                <a:off x="6430839" y="2144863"/>
                <a:ext cx="94165" cy="94987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4" name="直接连接符 1853"/>
              <p:cNvCxnSpPr/>
              <p:nvPr/>
            </p:nvCxnSpPr>
            <p:spPr>
              <a:xfrm flipV="1">
                <a:off x="6306531" y="2339246"/>
                <a:ext cx="10109" cy="4462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5" name="直接连接符 1854"/>
              <p:cNvCxnSpPr>
                <a:stCxn id="453" idx="7"/>
                <a:endCxn id="436" idx="3"/>
              </p:cNvCxnSpPr>
              <p:nvPr/>
            </p:nvCxnSpPr>
            <p:spPr>
              <a:xfrm flipV="1">
                <a:off x="6171164" y="2298554"/>
                <a:ext cx="54065" cy="102907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6" name="直接连接符 1855"/>
              <p:cNvCxnSpPr>
                <a:stCxn id="452" idx="6"/>
                <a:endCxn id="436" idx="1"/>
              </p:cNvCxnSpPr>
              <p:nvPr/>
            </p:nvCxnSpPr>
            <p:spPr>
              <a:xfrm>
                <a:off x="6173358" y="2239850"/>
                <a:ext cx="51871" cy="3432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7" name="直接连接符 1856"/>
              <p:cNvCxnSpPr>
                <a:stCxn id="436" idx="6"/>
                <a:endCxn id="451" idx="2"/>
              </p:cNvCxnSpPr>
              <p:nvPr/>
            </p:nvCxnSpPr>
            <p:spPr>
              <a:xfrm flipV="1">
                <a:off x="6255957" y="2204985"/>
                <a:ext cx="42515" cy="8138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8" name="直接连接符 1857"/>
              <p:cNvCxnSpPr>
                <a:stCxn id="453" idx="5"/>
                <a:endCxn id="428" idx="1"/>
              </p:cNvCxnSpPr>
              <p:nvPr/>
            </p:nvCxnSpPr>
            <p:spPr>
              <a:xfrm>
                <a:off x="6171164" y="2425837"/>
                <a:ext cx="125172" cy="4394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9" name="直接连接符 1858"/>
              <p:cNvCxnSpPr>
                <a:stCxn id="428" idx="7"/>
                <a:endCxn id="457" idx="3"/>
              </p:cNvCxnSpPr>
              <p:nvPr/>
            </p:nvCxnSpPr>
            <p:spPr>
              <a:xfrm flipV="1">
                <a:off x="6321792" y="2411983"/>
                <a:ext cx="98594" cy="57802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0" name="直接连接符 1859"/>
              <p:cNvCxnSpPr>
                <a:stCxn id="457" idx="6"/>
                <a:endCxn id="456" idx="2"/>
              </p:cNvCxnSpPr>
              <p:nvPr/>
            </p:nvCxnSpPr>
            <p:spPr>
              <a:xfrm>
                <a:off x="6451114" y="2399795"/>
                <a:ext cx="111052" cy="32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1" name="直接连接符 1860"/>
              <p:cNvCxnSpPr>
                <a:stCxn id="457" idx="7"/>
                <a:endCxn id="475" idx="3"/>
              </p:cNvCxnSpPr>
              <p:nvPr/>
            </p:nvCxnSpPr>
            <p:spPr>
              <a:xfrm flipV="1">
                <a:off x="6445842" y="2335240"/>
                <a:ext cx="39891" cy="52367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2" name="直接连接符 1861"/>
              <p:cNvCxnSpPr>
                <a:endCxn id="456" idx="0"/>
              </p:cNvCxnSpPr>
              <p:nvPr/>
            </p:nvCxnSpPr>
            <p:spPr>
              <a:xfrm flipH="1">
                <a:off x="6580166" y="2208358"/>
                <a:ext cx="15930" cy="17452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3" name="直接连接符 1862"/>
              <p:cNvCxnSpPr>
                <a:stCxn id="456" idx="0"/>
                <a:endCxn id="473" idx="3"/>
              </p:cNvCxnSpPr>
              <p:nvPr/>
            </p:nvCxnSpPr>
            <p:spPr>
              <a:xfrm flipV="1">
                <a:off x="6580166" y="2253341"/>
                <a:ext cx="102372" cy="129543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4" name="直接连接符 1863"/>
              <p:cNvCxnSpPr>
                <a:stCxn id="456" idx="6"/>
                <a:endCxn id="440" idx="2"/>
              </p:cNvCxnSpPr>
              <p:nvPr/>
            </p:nvCxnSpPr>
            <p:spPr>
              <a:xfrm>
                <a:off x="6598166" y="2400121"/>
                <a:ext cx="89587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5" name="直接连接符 1864"/>
              <p:cNvCxnSpPr>
                <a:stCxn id="456" idx="4"/>
                <a:endCxn id="441" idx="0"/>
              </p:cNvCxnSpPr>
              <p:nvPr/>
            </p:nvCxnSpPr>
            <p:spPr>
              <a:xfrm>
                <a:off x="6580166" y="2417358"/>
                <a:ext cx="0" cy="4891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6" name="直接连接符 1865"/>
              <p:cNvCxnSpPr>
                <a:endCxn id="473" idx="0"/>
              </p:cNvCxnSpPr>
              <p:nvPr/>
            </p:nvCxnSpPr>
            <p:spPr>
              <a:xfrm>
                <a:off x="6681843" y="2161819"/>
                <a:ext cx="13423" cy="62097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7" name="直接连接符 1866"/>
              <p:cNvCxnSpPr>
                <a:stCxn id="427" idx="6"/>
                <a:endCxn id="454" idx="2"/>
              </p:cNvCxnSpPr>
              <p:nvPr/>
            </p:nvCxnSpPr>
            <p:spPr>
              <a:xfrm>
                <a:off x="6266120" y="2099450"/>
                <a:ext cx="45465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8" name="直接连接符 1867"/>
              <p:cNvCxnSpPr>
                <a:stCxn id="454" idx="6"/>
                <a:endCxn id="471" idx="2"/>
              </p:cNvCxnSpPr>
              <p:nvPr/>
            </p:nvCxnSpPr>
            <p:spPr>
              <a:xfrm>
                <a:off x="6347585" y="2099450"/>
                <a:ext cx="52526" cy="33225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9" name="直接连接符 1868"/>
              <p:cNvCxnSpPr>
                <a:stCxn id="446" idx="2"/>
                <a:endCxn id="470" idx="6"/>
              </p:cNvCxnSpPr>
              <p:nvPr/>
            </p:nvCxnSpPr>
            <p:spPr>
              <a:xfrm flipH="1" flipV="1">
                <a:off x="6168155" y="1916641"/>
                <a:ext cx="86965" cy="2517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0" name="直接连接符 1869"/>
              <p:cNvCxnSpPr>
                <a:stCxn id="449" idx="3"/>
                <a:endCxn id="446" idx="7"/>
              </p:cNvCxnSpPr>
              <p:nvPr/>
            </p:nvCxnSpPr>
            <p:spPr>
              <a:xfrm flipH="1">
                <a:off x="6285848" y="1878443"/>
                <a:ext cx="36063" cy="5118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1" name="直接连接符 1870"/>
              <p:cNvCxnSpPr>
                <a:stCxn id="461" idx="2"/>
                <a:endCxn id="449" idx="5"/>
              </p:cNvCxnSpPr>
              <p:nvPr/>
            </p:nvCxnSpPr>
            <p:spPr>
              <a:xfrm flipH="1" flipV="1">
                <a:off x="6347367" y="1878443"/>
                <a:ext cx="88676" cy="2388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2" name="直接连接符 1871"/>
              <p:cNvCxnSpPr>
                <a:stCxn id="434" idx="2"/>
                <a:endCxn id="458" idx="6"/>
              </p:cNvCxnSpPr>
              <p:nvPr/>
            </p:nvCxnSpPr>
            <p:spPr>
              <a:xfrm flipH="1">
                <a:off x="6401227" y="1999534"/>
                <a:ext cx="87447" cy="861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3" name="直接连接符 1872"/>
              <p:cNvCxnSpPr>
                <a:stCxn id="447" idx="1"/>
                <a:endCxn id="461" idx="6"/>
              </p:cNvCxnSpPr>
              <p:nvPr/>
            </p:nvCxnSpPr>
            <p:spPr>
              <a:xfrm flipH="1" flipV="1">
                <a:off x="6472043" y="1902324"/>
                <a:ext cx="103200" cy="40435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4" name="直接连接符 1873"/>
              <p:cNvCxnSpPr>
                <a:stCxn id="458" idx="0"/>
                <a:endCxn id="449" idx="5"/>
              </p:cNvCxnSpPr>
              <p:nvPr/>
            </p:nvCxnSpPr>
            <p:spPr>
              <a:xfrm flipH="1" flipV="1">
                <a:off x="6347367" y="1878443"/>
                <a:ext cx="35860" cy="112472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5" name="直接连接符 1874"/>
              <p:cNvCxnSpPr>
                <a:stCxn id="450" idx="1"/>
                <a:endCxn id="477" idx="5"/>
              </p:cNvCxnSpPr>
              <p:nvPr/>
            </p:nvCxnSpPr>
            <p:spPr>
              <a:xfrm flipH="1" flipV="1">
                <a:off x="6048334" y="2038592"/>
                <a:ext cx="96080" cy="4867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6" name="直接连接符 1875"/>
              <p:cNvCxnSpPr>
                <a:stCxn id="464" idx="7"/>
                <a:endCxn id="477" idx="3"/>
              </p:cNvCxnSpPr>
              <p:nvPr/>
            </p:nvCxnSpPr>
            <p:spPr>
              <a:xfrm flipV="1">
                <a:off x="5971793" y="2038592"/>
                <a:ext cx="51085" cy="6513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7" name="直接连接符 1876"/>
              <p:cNvCxnSpPr>
                <a:stCxn id="477" idx="4"/>
                <a:endCxn id="443" idx="0"/>
              </p:cNvCxnSpPr>
              <p:nvPr/>
            </p:nvCxnSpPr>
            <p:spPr>
              <a:xfrm>
                <a:off x="6035606" y="2043641"/>
                <a:ext cx="25639" cy="10094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8" name="直接连接符 1877"/>
              <p:cNvCxnSpPr>
                <a:stCxn id="448" idx="6"/>
                <a:endCxn id="469" idx="2"/>
              </p:cNvCxnSpPr>
              <p:nvPr/>
            </p:nvCxnSpPr>
            <p:spPr>
              <a:xfrm flipV="1">
                <a:off x="5926638" y="2234802"/>
                <a:ext cx="43644" cy="18362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9" name="直接连接符 1878"/>
              <p:cNvCxnSpPr>
                <a:stCxn id="463" idx="6"/>
                <a:endCxn id="478" idx="3"/>
              </p:cNvCxnSpPr>
              <p:nvPr/>
            </p:nvCxnSpPr>
            <p:spPr>
              <a:xfrm flipV="1">
                <a:off x="5957279" y="2320951"/>
                <a:ext cx="63833" cy="4212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0" name="直接连接符 1879"/>
              <p:cNvCxnSpPr>
                <a:stCxn id="478" idx="0"/>
                <a:endCxn id="469" idx="5"/>
              </p:cNvCxnSpPr>
              <p:nvPr/>
            </p:nvCxnSpPr>
            <p:spPr>
              <a:xfrm flipH="1" flipV="1">
                <a:off x="6001010" y="2246990"/>
                <a:ext cx="32830" cy="4453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1" name="直接连接符 1880"/>
              <p:cNvCxnSpPr>
                <a:stCxn id="432" idx="2"/>
                <a:endCxn id="478" idx="6"/>
              </p:cNvCxnSpPr>
              <p:nvPr/>
            </p:nvCxnSpPr>
            <p:spPr>
              <a:xfrm flipH="1">
                <a:off x="6051840" y="2300661"/>
                <a:ext cx="45705" cy="8102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2" name="直接连接符 1881"/>
              <p:cNvCxnSpPr>
                <a:stCxn id="443" idx="5"/>
                <a:endCxn id="432" idx="1"/>
              </p:cNvCxnSpPr>
              <p:nvPr/>
            </p:nvCxnSpPr>
            <p:spPr>
              <a:xfrm>
                <a:off x="6073973" y="2174007"/>
                <a:ext cx="28844" cy="11446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3" name="直接连接符 1882"/>
              <p:cNvCxnSpPr>
                <a:stCxn id="432" idx="3"/>
                <a:endCxn id="444" idx="7"/>
              </p:cNvCxnSpPr>
              <p:nvPr/>
            </p:nvCxnSpPr>
            <p:spPr>
              <a:xfrm flipH="1">
                <a:off x="6064066" y="2312849"/>
                <a:ext cx="38751" cy="12488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4" name="直接连接符 1883"/>
              <p:cNvCxnSpPr>
                <a:stCxn id="480" idx="7"/>
                <a:endCxn id="444" idx="2"/>
              </p:cNvCxnSpPr>
              <p:nvPr/>
            </p:nvCxnSpPr>
            <p:spPr>
              <a:xfrm flipV="1">
                <a:off x="5971624" y="2449925"/>
                <a:ext cx="61714" cy="2438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5" name="直接连接符 1884"/>
              <p:cNvCxnSpPr>
                <a:stCxn id="462" idx="0"/>
                <a:endCxn id="444" idx="4"/>
              </p:cNvCxnSpPr>
              <p:nvPr/>
            </p:nvCxnSpPr>
            <p:spPr>
              <a:xfrm flipH="1" flipV="1">
                <a:off x="6051338" y="2467162"/>
                <a:ext cx="9502" cy="47923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6" name="直接连接符 1885"/>
              <p:cNvCxnSpPr>
                <a:stCxn id="481" idx="7"/>
                <a:endCxn id="459" idx="3"/>
              </p:cNvCxnSpPr>
              <p:nvPr/>
            </p:nvCxnSpPr>
            <p:spPr>
              <a:xfrm flipV="1">
                <a:off x="6095530" y="2557408"/>
                <a:ext cx="55153" cy="5019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7" name="直接连接符 1886"/>
              <p:cNvCxnSpPr>
                <a:stCxn id="444" idx="7"/>
                <a:endCxn id="453" idx="2"/>
              </p:cNvCxnSpPr>
              <p:nvPr/>
            </p:nvCxnSpPr>
            <p:spPr>
              <a:xfrm flipV="1">
                <a:off x="6064066" y="2413649"/>
                <a:ext cx="76370" cy="2408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8" name="直接连接符 1887"/>
              <p:cNvCxnSpPr>
                <a:stCxn id="459" idx="4"/>
                <a:endCxn id="429" idx="0"/>
              </p:cNvCxnSpPr>
              <p:nvPr/>
            </p:nvCxnSpPr>
            <p:spPr>
              <a:xfrm>
                <a:off x="6163411" y="2562457"/>
                <a:ext cx="13784" cy="9089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9" name="直接连接符 1888"/>
              <p:cNvCxnSpPr>
                <a:stCxn id="444" idx="5"/>
                <a:endCxn id="459" idx="1"/>
              </p:cNvCxnSpPr>
              <p:nvPr/>
            </p:nvCxnSpPr>
            <p:spPr>
              <a:xfrm>
                <a:off x="6064066" y="2462113"/>
                <a:ext cx="86617" cy="7091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0" name="直接连接符 1889"/>
              <p:cNvCxnSpPr>
                <a:stCxn id="428" idx="4"/>
                <a:endCxn id="445" idx="0"/>
              </p:cNvCxnSpPr>
              <p:nvPr/>
            </p:nvCxnSpPr>
            <p:spPr>
              <a:xfrm flipH="1">
                <a:off x="6277600" y="2499210"/>
                <a:ext cx="31464" cy="9084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1" name="直接连接符 1890"/>
              <p:cNvCxnSpPr>
                <a:stCxn id="460" idx="2"/>
                <a:endCxn id="445" idx="7"/>
              </p:cNvCxnSpPr>
              <p:nvPr/>
            </p:nvCxnSpPr>
            <p:spPr>
              <a:xfrm flipH="1">
                <a:off x="6290328" y="2594375"/>
                <a:ext cx="81581" cy="733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2" name="直接连接符 1891"/>
              <p:cNvCxnSpPr>
                <a:stCxn id="428" idx="3"/>
                <a:endCxn id="459" idx="6"/>
              </p:cNvCxnSpPr>
              <p:nvPr/>
            </p:nvCxnSpPr>
            <p:spPr>
              <a:xfrm flipH="1">
                <a:off x="6181411" y="2494161"/>
                <a:ext cx="114925" cy="5105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3" name="直接连接符 1892"/>
              <p:cNvCxnSpPr>
                <a:stCxn id="430" idx="0"/>
                <a:endCxn id="445" idx="4"/>
              </p:cNvCxnSpPr>
              <p:nvPr/>
            </p:nvCxnSpPr>
            <p:spPr>
              <a:xfrm flipH="1" flipV="1">
                <a:off x="6277600" y="2624533"/>
                <a:ext cx="1351" cy="7530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4" name="直接连接符 1893"/>
              <p:cNvCxnSpPr>
                <a:stCxn id="431" idx="1"/>
                <a:endCxn id="460" idx="5"/>
              </p:cNvCxnSpPr>
              <p:nvPr/>
            </p:nvCxnSpPr>
            <p:spPr>
              <a:xfrm flipH="1" flipV="1">
                <a:off x="6402637" y="2606563"/>
                <a:ext cx="62308" cy="8108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5" name="直接连接符 1894"/>
              <p:cNvCxnSpPr>
                <a:stCxn id="445" idx="5"/>
                <a:endCxn id="482" idx="1"/>
              </p:cNvCxnSpPr>
              <p:nvPr/>
            </p:nvCxnSpPr>
            <p:spPr>
              <a:xfrm>
                <a:off x="6290328" y="2619484"/>
                <a:ext cx="52301" cy="4219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6" name="直接连接符 1895"/>
              <p:cNvCxnSpPr>
                <a:stCxn id="460" idx="7"/>
                <a:endCxn id="479" idx="3"/>
              </p:cNvCxnSpPr>
              <p:nvPr/>
            </p:nvCxnSpPr>
            <p:spPr>
              <a:xfrm flipV="1">
                <a:off x="6402637" y="2526310"/>
                <a:ext cx="27107" cy="55877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7" name="直接连接符 1896"/>
              <p:cNvCxnSpPr>
                <a:stCxn id="483" idx="7"/>
                <a:endCxn id="441" idx="3"/>
              </p:cNvCxnSpPr>
              <p:nvPr/>
            </p:nvCxnSpPr>
            <p:spPr>
              <a:xfrm flipV="1">
                <a:off x="6527079" y="2495702"/>
                <a:ext cx="40359" cy="116642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8" name="直接连接符 1897"/>
              <p:cNvCxnSpPr>
                <a:stCxn id="479" idx="6"/>
                <a:endCxn id="441" idx="2"/>
              </p:cNvCxnSpPr>
              <p:nvPr/>
            </p:nvCxnSpPr>
            <p:spPr>
              <a:xfrm flipV="1">
                <a:off x="6460472" y="2483514"/>
                <a:ext cx="101694" cy="3060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9" name="直接连接符 1898"/>
              <p:cNvCxnSpPr>
                <a:stCxn id="466" idx="1"/>
                <a:endCxn id="441" idx="5"/>
              </p:cNvCxnSpPr>
              <p:nvPr/>
            </p:nvCxnSpPr>
            <p:spPr>
              <a:xfrm flipH="1" flipV="1">
                <a:off x="6592894" y="2495702"/>
                <a:ext cx="62757" cy="9168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0" name="直接连接符 1899"/>
              <p:cNvCxnSpPr>
                <a:stCxn id="467" idx="2"/>
                <a:endCxn id="441" idx="6"/>
              </p:cNvCxnSpPr>
              <p:nvPr/>
            </p:nvCxnSpPr>
            <p:spPr>
              <a:xfrm flipH="1" flipV="1">
                <a:off x="6598166" y="2483514"/>
                <a:ext cx="136581" cy="1569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1" name="直接连接符 1900"/>
              <p:cNvCxnSpPr>
                <a:stCxn id="468" idx="3"/>
                <a:endCxn id="440" idx="7"/>
              </p:cNvCxnSpPr>
              <p:nvPr/>
            </p:nvCxnSpPr>
            <p:spPr>
              <a:xfrm flipH="1">
                <a:off x="6718481" y="2318003"/>
                <a:ext cx="77559" cy="6993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2" name="直接连接符 1901"/>
              <p:cNvCxnSpPr>
                <a:stCxn id="473" idx="5"/>
                <a:endCxn id="440" idx="0"/>
              </p:cNvCxnSpPr>
              <p:nvPr/>
            </p:nvCxnSpPr>
            <p:spPr>
              <a:xfrm flipH="1">
                <a:off x="6705753" y="2253341"/>
                <a:ext cx="2241" cy="129543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3" name="直接连接符 1902"/>
              <p:cNvCxnSpPr>
                <a:stCxn id="433" idx="2"/>
                <a:endCxn id="473" idx="7"/>
              </p:cNvCxnSpPr>
              <p:nvPr/>
            </p:nvCxnSpPr>
            <p:spPr>
              <a:xfrm flipH="1">
                <a:off x="6707994" y="2196994"/>
                <a:ext cx="70910" cy="3197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4" name="直接连接符 1903"/>
              <p:cNvCxnSpPr>
                <a:stCxn id="435" idx="3"/>
                <a:endCxn id="439" idx="7"/>
              </p:cNvCxnSpPr>
              <p:nvPr/>
            </p:nvCxnSpPr>
            <p:spPr>
              <a:xfrm flipH="1">
                <a:off x="6691344" y="2082212"/>
                <a:ext cx="55373" cy="5033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5" name="直接连接符 1904"/>
              <p:cNvCxnSpPr>
                <a:stCxn id="438" idx="5"/>
                <a:endCxn id="442" idx="1"/>
              </p:cNvCxnSpPr>
              <p:nvPr/>
            </p:nvCxnSpPr>
            <p:spPr>
              <a:xfrm>
                <a:off x="6553101" y="2111638"/>
                <a:ext cx="36357" cy="62041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6" name="直接连接符 1905"/>
              <p:cNvCxnSpPr>
                <a:stCxn id="434" idx="6"/>
                <a:endCxn id="465" idx="1"/>
              </p:cNvCxnSpPr>
              <p:nvPr/>
            </p:nvCxnSpPr>
            <p:spPr>
              <a:xfrm>
                <a:off x="6524674" y="1999534"/>
                <a:ext cx="126954" cy="949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59" name="组合 358"/>
            <p:cNvGrpSpPr/>
            <p:nvPr/>
          </p:nvGrpSpPr>
          <p:grpSpPr>
            <a:xfrm>
              <a:off x="6171164" y="2099450"/>
              <a:ext cx="351209" cy="482737"/>
              <a:chOff x="-1363039" y="3412270"/>
              <a:chExt cx="351209" cy="482737"/>
            </a:xfrm>
          </p:grpSpPr>
          <p:cxnSp>
            <p:nvCxnSpPr>
              <p:cNvPr id="360" name="箭头1"/>
              <p:cNvCxnSpPr>
                <a:stCxn id="453" idx="5"/>
                <a:endCxn id="428" idx="1"/>
              </p:cNvCxnSpPr>
              <p:nvPr/>
            </p:nvCxnSpPr>
            <p:spPr>
              <a:xfrm>
                <a:off x="-1363039" y="3738657"/>
                <a:ext cx="125172" cy="43948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triangle" w="sm" len="sm"/>
                <a:tailEnd type="none" w="lg" len="lg"/>
              </a:ln>
              <a:effectLst/>
            </p:spPr>
          </p:cxnSp>
          <p:cxnSp>
            <p:nvCxnSpPr>
              <p:cNvPr id="361" name="箭头2"/>
              <p:cNvCxnSpPr>
                <a:stCxn id="436" idx="3"/>
                <a:endCxn id="453" idx="7"/>
              </p:cNvCxnSpPr>
              <p:nvPr/>
            </p:nvCxnSpPr>
            <p:spPr>
              <a:xfrm flipH="1">
                <a:off x="-1363039" y="3611374"/>
                <a:ext cx="54065" cy="102907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triangle" w="sm" len="sm"/>
                <a:tailEnd type="none" w="lg" len="lg"/>
              </a:ln>
              <a:effectLst/>
            </p:spPr>
          </p:cxnSp>
          <p:cxnSp>
            <p:nvCxnSpPr>
              <p:cNvPr id="362" name="箭头3"/>
              <p:cNvCxnSpPr>
                <a:stCxn id="451" idx="2"/>
                <a:endCxn id="436" idx="6"/>
              </p:cNvCxnSpPr>
              <p:nvPr/>
            </p:nvCxnSpPr>
            <p:spPr>
              <a:xfrm flipH="1">
                <a:off x="-1278246" y="3517805"/>
                <a:ext cx="42515" cy="81381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triangle" w="sm" len="sm"/>
                <a:tailEnd type="none" w="lg" len="lg"/>
              </a:ln>
              <a:effectLst/>
            </p:spPr>
          </p:cxnSp>
          <p:cxnSp>
            <p:nvCxnSpPr>
              <p:cNvPr id="363" name="箭头4"/>
              <p:cNvCxnSpPr>
                <a:stCxn id="471" idx="4"/>
                <a:endCxn id="451" idx="7"/>
              </p:cNvCxnSpPr>
              <p:nvPr/>
            </p:nvCxnSpPr>
            <p:spPr>
              <a:xfrm flipH="1">
                <a:off x="-1205003" y="3462732"/>
                <a:ext cx="88911" cy="4288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triangle" w="sm" len="sm"/>
                <a:tailEnd type="none" w="lg" len="lg"/>
              </a:ln>
              <a:effectLst/>
            </p:spPr>
          </p:cxnSp>
          <p:cxnSp>
            <p:nvCxnSpPr>
              <p:cNvPr id="364" name="箭头5"/>
              <p:cNvCxnSpPr>
                <a:stCxn id="438" idx="2"/>
                <a:endCxn id="471" idx="6"/>
              </p:cNvCxnSpPr>
              <p:nvPr/>
            </p:nvCxnSpPr>
            <p:spPr>
              <a:xfrm flipH="1">
                <a:off x="-1098092" y="3412270"/>
                <a:ext cx="86262" cy="3322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triangle" w="sm" len="sm"/>
                <a:tailEnd type="none" w="lg" len="lg"/>
              </a:ln>
              <a:effectLst/>
            </p:spPr>
          </p:cxnSp>
          <p:cxnSp>
            <p:nvCxnSpPr>
              <p:cNvPr id="365" name="箭头1"/>
              <p:cNvCxnSpPr>
                <a:stCxn id="428" idx="5"/>
                <a:endCxn id="460" idx="1"/>
              </p:cNvCxnSpPr>
              <p:nvPr/>
            </p:nvCxnSpPr>
            <p:spPr>
              <a:xfrm>
                <a:off x="-1212411" y="3806981"/>
                <a:ext cx="55389" cy="88026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triangle" w="sm" len="sm"/>
                <a:tailEnd type="none" w="lg" len="lg"/>
              </a:ln>
              <a:effectLst/>
            </p:spPr>
          </p:cxnSp>
        </p:grpSp>
      </p:grpSp>
      <p:sp>
        <p:nvSpPr>
          <p:cNvPr id="343" name="矩形 342"/>
          <p:cNvSpPr/>
          <p:nvPr/>
        </p:nvSpPr>
        <p:spPr>
          <a:xfrm>
            <a:off x="9963790" y="3923082"/>
            <a:ext cx="190949" cy="14796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21596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等线" panose="02110004020202020204"/>
                <a:ea typeface="等线" panose="02010600030101010101" charset="-122"/>
                <a:cs typeface="+mn-cs"/>
              </a:rPr>
              <a:t>+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等线" panose="02110004020202020204"/>
              <a:ea typeface="等线" panose="02010600030101010101" charset="-122"/>
              <a:cs typeface="+mn-cs"/>
            </a:endParaRPr>
          </a:p>
        </p:txBody>
      </p:sp>
      <p:sp>
        <p:nvSpPr>
          <p:cNvPr id="504" name="矩形 503"/>
          <p:cNvSpPr/>
          <p:nvPr/>
        </p:nvSpPr>
        <p:spPr>
          <a:xfrm>
            <a:off x="10143862" y="3678849"/>
            <a:ext cx="783036" cy="261610"/>
          </a:xfrm>
          <a:prstGeom prst="rect">
            <a:avLst/>
          </a:prstGeom>
          <a:ln>
            <a:noFill/>
          </a:ln>
          <a:scene3d>
            <a:camera prst="isometricRightUp">
              <a:rot lat="1200000" lon="204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defTabSz="913765">
              <a:defRPr/>
            </a:pPr>
            <a:r>
              <a:rPr lang="en-US" altLang="zh-CN" sz="1100" kern="0" dirty="0">
                <a:solidFill>
                  <a:schemeClr val="accent4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RDMA</a:t>
            </a:r>
            <a:endParaRPr lang="zh-CN" altLang="en-US" sz="1100" kern="0" dirty="0">
              <a:solidFill>
                <a:schemeClr val="accent4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561" name="矩形 560"/>
          <p:cNvSpPr/>
          <p:nvPr/>
        </p:nvSpPr>
        <p:spPr>
          <a:xfrm>
            <a:off x="9411075" y="3900835"/>
            <a:ext cx="397866" cy="261610"/>
          </a:xfrm>
          <a:prstGeom prst="rect">
            <a:avLst/>
          </a:prstGeom>
          <a:scene3d>
            <a:camera prst="isometricRightUp">
              <a:rot lat="1200000" lon="20400000" rev="0"/>
            </a:camera>
            <a:lightRig rig="threePt" dir="t"/>
          </a:scene3d>
        </p:spPr>
        <p:txBody>
          <a:bodyPr wrap="none">
            <a:spAutoFit/>
          </a:bodyPr>
          <a:lstStyle/>
          <a:p>
            <a:pPr marL="0" marR="0" lvl="0" indent="0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NP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565" name="图形 2_1"/>
          <p:cNvSpPr/>
          <p:nvPr/>
        </p:nvSpPr>
        <p:spPr>
          <a:xfrm rot="5400000">
            <a:off x="8767550" y="3908458"/>
            <a:ext cx="668549" cy="228600"/>
          </a:xfrm>
          <a:custGeom>
            <a:avLst/>
            <a:gdLst>
              <a:gd name="connsiteX0" fmla="*/ 345 w 4216139"/>
              <a:gd name="connsiteY0" fmla="*/ 3934615 h 3934607"/>
              <a:gd name="connsiteX1" fmla="*/ 1682698 w 4216139"/>
              <a:gd name="connsiteY1" fmla="*/ 1588650 h 3934607"/>
              <a:gd name="connsiteX2" fmla="*/ 1803355 w 4216139"/>
              <a:gd name="connsiteY2" fmla="*/ 623399 h 3934607"/>
              <a:gd name="connsiteX3" fmla="*/ 1609099 w 4216139"/>
              <a:gd name="connsiteY3" fmla="*/ 623399 h 3934607"/>
              <a:gd name="connsiteX4" fmla="*/ 2104996 w 4216139"/>
              <a:gd name="connsiteY4" fmla="*/ 7 h 3934607"/>
              <a:gd name="connsiteX5" fmla="*/ 2621003 w 4216139"/>
              <a:gd name="connsiteY5" fmla="*/ 623399 h 3934607"/>
              <a:gd name="connsiteX6" fmla="*/ 2419909 w 4216139"/>
              <a:gd name="connsiteY6" fmla="*/ 623399 h 3934607"/>
              <a:gd name="connsiteX7" fmla="*/ 4216485 w 4216139"/>
              <a:gd name="connsiteY7" fmla="*/ 3934615 h 393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16139" h="3934607">
                <a:moveTo>
                  <a:pt x="345" y="3934615"/>
                </a:moveTo>
                <a:cubicBezTo>
                  <a:pt x="345" y="3934615"/>
                  <a:pt x="1313891" y="3391661"/>
                  <a:pt x="1682698" y="1588650"/>
                </a:cubicBezTo>
                <a:cubicBezTo>
                  <a:pt x="1722917" y="1367447"/>
                  <a:pt x="1803355" y="623399"/>
                  <a:pt x="1803355" y="623399"/>
                </a:cubicBezTo>
                <a:lnTo>
                  <a:pt x="1609099" y="623399"/>
                </a:lnTo>
                <a:lnTo>
                  <a:pt x="2104996" y="7"/>
                </a:lnTo>
                <a:lnTo>
                  <a:pt x="2621003" y="623399"/>
                </a:lnTo>
                <a:lnTo>
                  <a:pt x="2419909" y="623399"/>
                </a:lnTo>
                <a:cubicBezTo>
                  <a:pt x="2419909" y="623399"/>
                  <a:pt x="2279143" y="2594121"/>
                  <a:pt x="4216485" y="3934615"/>
                </a:cubicBezTo>
                <a:close/>
              </a:path>
            </a:pathLst>
          </a:custGeom>
          <a:gradFill flip="none" rotWithShape="1">
            <a:gsLst>
              <a:gs pos="1300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401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566" name="图形 2_1"/>
          <p:cNvSpPr/>
          <p:nvPr/>
        </p:nvSpPr>
        <p:spPr>
          <a:xfrm rot="5400000">
            <a:off x="10570105" y="3907036"/>
            <a:ext cx="668549" cy="228600"/>
          </a:xfrm>
          <a:custGeom>
            <a:avLst/>
            <a:gdLst>
              <a:gd name="connsiteX0" fmla="*/ 345 w 4216139"/>
              <a:gd name="connsiteY0" fmla="*/ 3934615 h 3934607"/>
              <a:gd name="connsiteX1" fmla="*/ 1682698 w 4216139"/>
              <a:gd name="connsiteY1" fmla="*/ 1588650 h 3934607"/>
              <a:gd name="connsiteX2" fmla="*/ 1803355 w 4216139"/>
              <a:gd name="connsiteY2" fmla="*/ 623399 h 3934607"/>
              <a:gd name="connsiteX3" fmla="*/ 1609099 w 4216139"/>
              <a:gd name="connsiteY3" fmla="*/ 623399 h 3934607"/>
              <a:gd name="connsiteX4" fmla="*/ 2104996 w 4216139"/>
              <a:gd name="connsiteY4" fmla="*/ 7 h 3934607"/>
              <a:gd name="connsiteX5" fmla="*/ 2621003 w 4216139"/>
              <a:gd name="connsiteY5" fmla="*/ 623399 h 3934607"/>
              <a:gd name="connsiteX6" fmla="*/ 2419909 w 4216139"/>
              <a:gd name="connsiteY6" fmla="*/ 623399 h 3934607"/>
              <a:gd name="connsiteX7" fmla="*/ 4216485 w 4216139"/>
              <a:gd name="connsiteY7" fmla="*/ 3934615 h 393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16139" h="3934607">
                <a:moveTo>
                  <a:pt x="345" y="3934615"/>
                </a:moveTo>
                <a:cubicBezTo>
                  <a:pt x="345" y="3934615"/>
                  <a:pt x="1313891" y="3391661"/>
                  <a:pt x="1682698" y="1588650"/>
                </a:cubicBezTo>
                <a:cubicBezTo>
                  <a:pt x="1722917" y="1367447"/>
                  <a:pt x="1803355" y="623399"/>
                  <a:pt x="1803355" y="623399"/>
                </a:cubicBezTo>
                <a:lnTo>
                  <a:pt x="1609099" y="623399"/>
                </a:lnTo>
                <a:lnTo>
                  <a:pt x="2104996" y="7"/>
                </a:lnTo>
                <a:lnTo>
                  <a:pt x="2621003" y="623399"/>
                </a:lnTo>
                <a:lnTo>
                  <a:pt x="2419909" y="623399"/>
                </a:lnTo>
                <a:cubicBezTo>
                  <a:pt x="2419909" y="623399"/>
                  <a:pt x="2279143" y="2594121"/>
                  <a:pt x="4216485" y="3934615"/>
                </a:cubicBezTo>
                <a:close/>
              </a:path>
            </a:pathLst>
          </a:custGeom>
          <a:gradFill flip="none" rotWithShape="1">
            <a:gsLst>
              <a:gs pos="1300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401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148" name="直接连接符 147"/>
          <p:cNvCxnSpPr/>
          <p:nvPr/>
        </p:nvCxnSpPr>
        <p:spPr>
          <a:xfrm flipV="1">
            <a:off x="8854440" y="2261870"/>
            <a:ext cx="0" cy="50546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 flipV="1">
            <a:off x="8936990" y="2265045"/>
            <a:ext cx="0" cy="50546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flipV="1">
            <a:off x="9169400" y="2271395"/>
            <a:ext cx="0" cy="50546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8750763" y="5063901"/>
            <a:ext cx="2470495" cy="18415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+mn-lt"/>
              </a:rPr>
              <a:t>关键帧加速，提升带宽收敛比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Times New Roman" panose="02020503050405090304" pitchFamily="18" charset="0"/>
              <a:sym typeface="+mn-lt"/>
            </a:endParaRPr>
          </a:p>
        </p:txBody>
      </p:sp>
      <p:cxnSp>
        <p:nvCxnSpPr>
          <p:cNvPr id="152" name="直接连接符 1702"/>
          <p:cNvCxnSpPr/>
          <p:nvPr/>
        </p:nvCxnSpPr>
        <p:spPr>
          <a:xfrm>
            <a:off x="8399576" y="5315892"/>
            <a:ext cx="0" cy="661609"/>
          </a:xfrm>
          <a:prstGeom prst="line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</p:cxnSp>
      <p:sp>
        <p:nvSpPr>
          <p:cNvPr id="505" name="文本框 504"/>
          <p:cNvSpPr txBox="1"/>
          <p:nvPr/>
        </p:nvSpPr>
        <p:spPr>
          <a:xfrm>
            <a:off x="11072481" y="5864052"/>
            <a:ext cx="47641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en-US" altLang="zh-CN" sz="1000" kern="0" dirty="0" err="1">
                <a:latin typeface="Arial" panose="020B0604020202090204"/>
                <a:ea typeface="微软雅黑"/>
              </a:rPr>
              <a:t>Recv</a:t>
            </a:r>
            <a:endParaRPr lang="zh-CN" altLang="en-US" sz="1000" kern="0" dirty="0">
              <a:latin typeface="Arial" panose="020B0604020202090204"/>
              <a:ea typeface="微软雅黑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8475421" y="5341382"/>
            <a:ext cx="263915" cy="6001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 defTabSz="913765">
              <a:defRPr/>
            </a:pPr>
            <a:r>
              <a:rPr lang="zh-CN" altLang="en-US" sz="1100" b="1" dirty="0">
                <a:latin typeface="微软雅黑" panose="020B0502040204020203" charset="-122"/>
                <a:ea typeface="微软雅黑" panose="020B0502040204020203" charset="-122"/>
              </a:rPr>
              <a:t>加速前</a:t>
            </a:r>
            <a:endParaRPr lang="zh-CN" altLang="en-US" sz="1100" b="1" dirty="0">
              <a:ea typeface="等线" panose="02010600030101010101" charset="-122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10170268" y="5356460"/>
            <a:ext cx="272749" cy="6001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 algn="ctr" defTabSz="913765">
              <a:defRPr sz="1100" b="1">
                <a:solidFill>
                  <a:prstClr val="white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加速后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08" name="文本框 507"/>
          <p:cNvSpPr txBox="1"/>
          <p:nvPr/>
        </p:nvSpPr>
        <p:spPr>
          <a:xfrm>
            <a:off x="10497416" y="5872377"/>
            <a:ext cx="48122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en-US" altLang="zh-CN" sz="1000" kern="0" dirty="0">
                <a:latin typeface="Arial" panose="020B0604020202090204"/>
                <a:ea typeface="微软雅黑"/>
              </a:rPr>
              <a:t>Send</a:t>
            </a:r>
            <a:endParaRPr lang="zh-CN" altLang="en-US" sz="1000" kern="0" dirty="0">
              <a:latin typeface="Arial" panose="020B0604020202090204"/>
              <a:ea typeface="微软雅黑"/>
            </a:endParaRPr>
          </a:p>
        </p:txBody>
      </p:sp>
      <p:sp>
        <p:nvSpPr>
          <p:cNvPr id="509" name="箭头: 下 1990"/>
          <p:cNvSpPr/>
          <p:nvPr/>
        </p:nvSpPr>
        <p:spPr>
          <a:xfrm rot="16200000">
            <a:off x="9874968" y="5571953"/>
            <a:ext cx="334667" cy="200212"/>
          </a:xfrm>
          <a:prstGeom prst="downArrow">
            <a:avLst/>
          </a:prstGeom>
          <a:gradFill flip="none" rotWithShape="1">
            <a:gsLst>
              <a:gs pos="0">
                <a:srgbClr val="666666">
                  <a:lumMod val="40000"/>
                  <a:lumOff val="60000"/>
                  <a:alpha val="0"/>
                </a:srgbClr>
              </a:gs>
              <a:gs pos="100000">
                <a:srgbClr val="666666">
                  <a:lumMod val="60000"/>
                  <a:lumOff val="4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765">
              <a:defRPr/>
            </a:pPr>
            <a:endParaRPr lang="zh-CN" altLang="en-US" sz="1800" kern="0">
              <a:ea typeface="等线" panose="02010600030101010101" charset="-122"/>
            </a:endParaRPr>
          </a:p>
        </p:txBody>
      </p:sp>
      <p:sp>
        <p:nvSpPr>
          <p:cNvPr id="510" name="文本框 509"/>
          <p:cNvSpPr txBox="1"/>
          <p:nvPr/>
        </p:nvSpPr>
        <p:spPr>
          <a:xfrm>
            <a:off x="8181697" y="6012784"/>
            <a:ext cx="3400562" cy="4692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 defTabSz="913765" fontAlgn="auto">
              <a:lnSpc>
                <a:spcPct val="12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000" kern="0" dirty="0"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算力感知，关键帧加速调度，收敛比提升</a:t>
            </a:r>
            <a:r>
              <a:rPr lang="en-US" altLang="zh-CN" sz="1000" kern="0" dirty="0"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320</a:t>
            </a:r>
            <a:r>
              <a:rPr lang="zh-CN" altLang="en-US" sz="1000" kern="0" dirty="0"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：</a:t>
            </a:r>
            <a:r>
              <a:rPr lang="en-US" altLang="zh-CN" sz="1000" kern="0" dirty="0"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1</a:t>
            </a:r>
            <a:endParaRPr lang="en-US" altLang="zh-CN" sz="1000" kern="0" dirty="0">
              <a:latin typeface="微软雅黑" panose="020B0502040204020203" charset="-122"/>
              <a:ea typeface="微软雅黑" panose="020B0502040204020203" charset="-122"/>
              <a:sym typeface="方正兰亭黑简体" panose="02000000000000000000" pitchFamily="2" charset="-122"/>
            </a:endParaRPr>
          </a:p>
          <a:p>
            <a:pPr marL="171450" indent="-171450" defTabSz="913765" fontAlgn="auto">
              <a:lnSpc>
                <a:spcPct val="12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000" kern="0" dirty="0"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网络带宽收敛：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1.6T</a:t>
            </a: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Wingdings" panose="05000000000000000000" pitchFamily="2" charset="2"/>
              </a:rPr>
              <a:t> 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方正兰亭黑简体" panose="02000000000000000000" pitchFamily="2" charset="-122"/>
              </a:rPr>
              <a:t>5G</a:t>
            </a:r>
            <a:endParaRPr lang="zh-CN" altLang="en-US" sz="1000" b="1" kern="0" dirty="0">
              <a:solidFill>
                <a:srgbClr val="C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grpSp>
        <p:nvGrpSpPr>
          <p:cNvPr id="511" name="组合 510"/>
          <p:cNvGrpSpPr/>
          <p:nvPr/>
        </p:nvGrpSpPr>
        <p:grpSpPr>
          <a:xfrm>
            <a:off x="10408920" y="5296535"/>
            <a:ext cx="1038225" cy="640080"/>
            <a:chOff x="9582327" y="4255382"/>
            <a:chExt cx="1543460" cy="798327"/>
          </a:xfrm>
        </p:grpSpPr>
        <p:grpSp>
          <p:nvGrpSpPr>
            <p:cNvPr id="512" name="组合 511"/>
            <p:cNvGrpSpPr/>
            <p:nvPr/>
          </p:nvGrpSpPr>
          <p:grpSpPr>
            <a:xfrm>
              <a:off x="9937291" y="4414163"/>
              <a:ext cx="1093227" cy="639546"/>
              <a:chOff x="7379838" y="4230180"/>
              <a:chExt cx="1334168" cy="2084260"/>
            </a:xfrm>
          </p:grpSpPr>
          <p:cxnSp>
            <p:nvCxnSpPr>
              <p:cNvPr id="523" name="直接箭头连接符 2016"/>
              <p:cNvCxnSpPr/>
              <p:nvPr/>
            </p:nvCxnSpPr>
            <p:spPr>
              <a:xfrm>
                <a:off x="8714006" y="4230180"/>
                <a:ext cx="0" cy="2084260"/>
              </a:xfrm>
              <a:prstGeom prst="straightConnector1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24" name="直接箭头连接符 2017"/>
              <p:cNvCxnSpPr/>
              <p:nvPr/>
            </p:nvCxnSpPr>
            <p:spPr>
              <a:xfrm>
                <a:off x="7379838" y="4230180"/>
                <a:ext cx="0" cy="2084260"/>
              </a:xfrm>
              <a:prstGeom prst="straightConnector1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513" name="直接箭头连接符 2006"/>
            <p:cNvCxnSpPr/>
            <p:nvPr/>
          </p:nvCxnSpPr>
          <p:spPr>
            <a:xfrm flipH="1">
              <a:off x="9956318" y="4514806"/>
              <a:ext cx="1059983" cy="116896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miter lim="800000"/>
              <a:headEnd w="sm" len="sm"/>
              <a:tailEnd type="triangle" w="sm" len="sm"/>
            </a:ln>
            <a:effectLst/>
          </p:spPr>
        </p:cxnSp>
        <p:sp>
          <p:nvSpPr>
            <p:cNvPr id="514" name="平行四边形 513"/>
            <p:cNvSpPr/>
            <p:nvPr/>
          </p:nvSpPr>
          <p:spPr>
            <a:xfrm rot="5400000">
              <a:off x="10455548" y="3943946"/>
              <a:ext cx="58944" cy="1064285"/>
            </a:xfrm>
            <a:prstGeom prst="parallelogram">
              <a:avLst>
                <a:gd name="adj" fmla="val 0"/>
              </a:avLst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000" kern="0">
                <a:latin typeface="Arial" panose="020B0604020202090204"/>
                <a:ea typeface="微软雅黑"/>
              </a:endParaRPr>
            </a:p>
          </p:txBody>
        </p:sp>
        <p:cxnSp>
          <p:nvCxnSpPr>
            <p:cNvPr id="515" name="直接箭头连接符 2008"/>
            <p:cNvCxnSpPr/>
            <p:nvPr/>
          </p:nvCxnSpPr>
          <p:spPr>
            <a:xfrm flipH="1">
              <a:off x="9952877" y="4738897"/>
              <a:ext cx="1059983" cy="116896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4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516" name="文本框 515"/>
            <p:cNvSpPr txBox="1"/>
            <p:nvPr/>
          </p:nvSpPr>
          <p:spPr>
            <a:xfrm>
              <a:off x="10469808" y="4492772"/>
              <a:ext cx="655979" cy="3057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3765">
                <a:defRPr/>
              </a:pPr>
              <a:r>
                <a:rPr lang="zh-CN" altLang="en-US" sz="1000" kern="0" dirty="0">
                  <a:latin typeface="Arial" panose="020B0604020202090204"/>
                  <a:ea typeface="微软雅黑"/>
                </a:rPr>
                <a:t>信令</a:t>
              </a: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17" name="文本框 516"/>
            <p:cNvSpPr txBox="1"/>
            <p:nvPr/>
          </p:nvSpPr>
          <p:spPr>
            <a:xfrm>
              <a:off x="10269299" y="4255382"/>
              <a:ext cx="655980" cy="3057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3765">
                <a:defRPr/>
              </a:pPr>
              <a:r>
                <a:rPr lang="zh-CN" altLang="en-US" sz="1000" kern="0" dirty="0">
                  <a:latin typeface="Arial" panose="020B0604020202090204"/>
                  <a:ea typeface="微软雅黑"/>
                </a:rPr>
                <a:t>数据</a:t>
              </a: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18" name="等腰三角形 2011"/>
            <p:cNvSpPr/>
            <p:nvPr/>
          </p:nvSpPr>
          <p:spPr>
            <a:xfrm>
              <a:off x="9589546" y="4654828"/>
              <a:ext cx="105831" cy="78546"/>
            </a:xfrm>
            <a:prstGeom prst="triangl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>
                <a:defRPr/>
              </a:pPr>
              <a:endParaRPr lang="zh-CN" altLang="en-US" sz="1800" kern="0">
                <a:ea typeface="等线" panose="02010600030101010101" charset="-122"/>
              </a:endParaRPr>
            </a:p>
          </p:txBody>
        </p:sp>
        <p:sp>
          <p:nvSpPr>
            <p:cNvPr id="519" name="文本框 518"/>
            <p:cNvSpPr txBox="1"/>
            <p:nvPr/>
          </p:nvSpPr>
          <p:spPr>
            <a:xfrm>
              <a:off x="9582327" y="4571161"/>
              <a:ext cx="443837" cy="3057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3765">
                <a:defRPr/>
              </a:pPr>
              <a:r>
                <a:rPr lang="en-US" altLang="zh-CN" sz="1000" kern="0" dirty="0">
                  <a:latin typeface="Arial" panose="020B0604020202090204"/>
                  <a:ea typeface="微软雅黑"/>
                </a:rPr>
                <a:t>T </a:t>
              </a: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20" name="左大括号 519"/>
            <p:cNvSpPr/>
            <p:nvPr/>
          </p:nvSpPr>
          <p:spPr>
            <a:xfrm>
              <a:off x="9828121" y="4514806"/>
              <a:ext cx="70398" cy="422771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800" kern="0">
                <a:ea typeface="等线" panose="02010600030101010101" charset="-122"/>
              </a:endParaRPr>
            </a:p>
          </p:txBody>
        </p:sp>
        <p:sp>
          <p:nvSpPr>
            <p:cNvPr id="521" name="平行四边形 520"/>
            <p:cNvSpPr/>
            <p:nvPr/>
          </p:nvSpPr>
          <p:spPr>
            <a:xfrm rot="5400000">
              <a:off x="10455548" y="4389692"/>
              <a:ext cx="58944" cy="1064285"/>
            </a:xfrm>
            <a:prstGeom prst="parallelogram">
              <a:avLst>
                <a:gd name="adj" fmla="val 0"/>
              </a:avLst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22" name="平行四边形 521"/>
            <p:cNvSpPr/>
            <p:nvPr/>
          </p:nvSpPr>
          <p:spPr>
            <a:xfrm rot="5400000">
              <a:off x="10455548" y="4166819"/>
              <a:ext cx="58944" cy="1064285"/>
            </a:xfrm>
            <a:prstGeom prst="parallelogram">
              <a:avLst>
                <a:gd name="adj" fmla="val 0"/>
              </a:avLst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525" name="组合 524"/>
          <p:cNvGrpSpPr/>
          <p:nvPr/>
        </p:nvGrpSpPr>
        <p:grpSpPr>
          <a:xfrm>
            <a:off x="8735695" y="5296535"/>
            <a:ext cx="1050290" cy="599440"/>
            <a:chOff x="9555836" y="4255382"/>
            <a:chExt cx="1561984" cy="798327"/>
          </a:xfrm>
        </p:grpSpPr>
        <p:grpSp>
          <p:nvGrpSpPr>
            <p:cNvPr id="526" name="组合 525"/>
            <p:cNvGrpSpPr/>
            <p:nvPr/>
          </p:nvGrpSpPr>
          <p:grpSpPr>
            <a:xfrm>
              <a:off x="9937291" y="4414163"/>
              <a:ext cx="1093227" cy="639546"/>
              <a:chOff x="7379838" y="4230180"/>
              <a:chExt cx="1334168" cy="2084260"/>
            </a:xfrm>
          </p:grpSpPr>
          <p:cxnSp>
            <p:nvCxnSpPr>
              <p:cNvPr id="535" name="直接箭头连接符 2003"/>
              <p:cNvCxnSpPr/>
              <p:nvPr/>
            </p:nvCxnSpPr>
            <p:spPr>
              <a:xfrm>
                <a:off x="8714006" y="4230180"/>
                <a:ext cx="0" cy="2084260"/>
              </a:xfrm>
              <a:prstGeom prst="straightConnector1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36" name="直接箭头连接符 2004"/>
              <p:cNvCxnSpPr/>
              <p:nvPr/>
            </p:nvCxnSpPr>
            <p:spPr>
              <a:xfrm>
                <a:off x="7379838" y="4230180"/>
                <a:ext cx="0" cy="2084260"/>
              </a:xfrm>
              <a:prstGeom prst="straightConnector1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527" name="直接箭头连接符 1995"/>
            <p:cNvCxnSpPr/>
            <p:nvPr/>
          </p:nvCxnSpPr>
          <p:spPr>
            <a:xfrm flipH="1">
              <a:off x="9956318" y="4514806"/>
              <a:ext cx="1059984" cy="340987"/>
            </a:xfrm>
            <a:prstGeom prst="straightConnector1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w="sm" len="sm"/>
              <a:tailEnd type="triangle" w="sm" len="sm"/>
            </a:ln>
            <a:effectLst/>
          </p:spPr>
        </p:cxnSp>
        <p:sp>
          <p:nvSpPr>
            <p:cNvPr id="528" name="平行四边形 527"/>
            <p:cNvSpPr/>
            <p:nvPr/>
          </p:nvSpPr>
          <p:spPr>
            <a:xfrm rot="5400000">
              <a:off x="10455548" y="3943946"/>
              <a:ext cx="58944" cy="1064285"/>
            </a:xfrm>
            <a:prstGeom prst="parallelogram">
              <a:avLst>
                <a:gd name="adj" fmla="val 0"/>
              </a:avLst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000" kern="0">
                <a:latin typeface="Arial" panose="020B0604020202090204"/>
                <a:ea typeface="微软雅黑"/>
              </a:endParaRPr>
            </a:p>
          </p:txBody>
        </p:sp>
        <p:sp>
          <p:nvSpPr>
            <p:cNvPr id="529" name="文本框 528"/>
            <p:cNvSpPr txBox="1"/>
            <p:nvPr/>
          </p:nvSpPr>
          <p:spPr>
            <a:xfrm>
              <a:off x="10461840" y="4619121"/>
              <a:ext cx="655980" cy="326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3765">
                <a:defRPr/>
              </a:pPr>
              <a:r>
                <a:rPr lang="zh-CN" altLang="en-US" sz="1000" kern="0" dirty="0">
                  <a:latin typeface="Arial" panose="020B0604020202090204"/>
                  <a:ea typeface="微软雅黑"/>
                </a:rPr>
                <a:t>信令</a:t>
              </a: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30" name="文本框 529"/>
            <p:cNvSpPr txBox="1"/>
            <p:nvPr/>
          </p:nvSpPr>
          <p:spPr>
            <a:xfrm>
              <a:off x="10269299" y="4255382"/>
              <a:ext cx="655979" cy="326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3765">
                <a:defRPr/>
              </a:pPr>
              <a:r>
                <a:rPr lang="zh-CN" altLang="en-US" sz="1000" kern="0" dirty="0">
                  <a:latin typeface="Arial" panose="020B0604020202090204"/>
                  <a:ea typeface="微软雅黑"/>
                </a:rPr>
                <a:t>数据</a:t>
              </a: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31" name="等腰三角形 1999"/>
            <p:cNvSpPr/>
            <p:nvPr/>
          </p:nvSpPr>
          <p:spPr>
            <a:xfrm>
              <a:off x="9589546" y="4654828"/>
              <a:ext cx="105831" cy="78546"/>
            </a:xfrm>
            <a:prstGeom prst="triangl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>
                <a:defRPr/>
              </a:pPr>
              <a:endParaRPr lang="zh-CN" altLang="en-US" sz="1800" kern="0">
                <a:ea typeface="等线" panose="02010600030101010101" charset="-122"/>
              </a:endParaRPr>
            </a:p>
          </p:txBody>
        </p:sp>
        <p:sp>
          <p:nvSpPr>
            <p:cNvPr id="532" name="文本框 531"/>
            <p:cNvSpPr txBox="1"/>
            <p:nvPr/>
          </p:nvSpPr>
          <p:spPr>
            <a:xfrm>
              <a:off x="9555836" y="4571161"/>
              <a:ext cx="443837" cy="326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3765">
                <a:defRPr/>
              </a:pPr>
              <a:r>
                <a:rPr lang="en-US" altLang="zh-CN" sz="1000" kern="0" dirty="0">
                  <a:latin typeface="Arial" panose="020B0604020202090204"/>
                  <a:ea typeface="微软雅黑"/>
                </a:rPr>
                <a:t>T </a:t>
              </a: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33" name="左大括号 532"/>
            <p:cNvSpPr/>
            <p:nvPr/>
          </p:nvSpPr>
          <p:spPr>
            <a:xfrm>
              <a:off x="9828122" y="4522550"/>
              <a:ext cx="70399" cy="422771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800" kern="0">
                <a:ea typeface="等线" panose="02010600030101010101" charset="-122"/>
              </a:endParaRPr>
            </a:p>
          </p:txBody>
        </p:sp>
        <p:sp>
          <p:nvSpPr>
            <p:cNvPr id="534" name="平行四边形 533"/>
            <p:cNvSpPr/>
            <p:nvPr/>
          </p:nvSpPr>
          <p:spPr>
            <a:xfrm rot="5400000">
              <a:off x="10455548" y="4389692"/>
              <a:ext cx="58944" cy="1064285"/>
            </a:xfrm>
            <a:prstGeom prst="parallelogram">
              <a:avLst>
                <a:gd name="adj" fmla="val 0"/>
              </a:avLst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000" kern="0" dirty="0">
                <a:latin typeface="Arial" panose="020B0604020202090204"/>
                <a:ea typeface="微软雅黑"/>
              </a:endParaRPr>
            </a:p>
          </p:txBody>
        </p:sp>
      </p:grpSp>
      <p:sp>
        <p:nvSpPr>
          <p:cNvPr id="567" name="等腰三角形 1999"/>
          <p:cNvSpPr/>
          <p:nvPr/>
        </p:nvSpPr>
        <p:spPr>
          <a:xfrm>
            <a:off x="8758622" y="5619673"/>
            <a:ext cx="71171" cy="78515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765">
              <a:defRPr/>
            </a:pPr>
            <a:endParaRPr lang="zh-CN" altLang="en-US" sz="1800" kern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568" name="等腰三角形 1999"/>
          <p:cNvSpPr/>
          <p:nvPr/>
        </p:nvSpPr>
        <p:spPr>
          <a:xfrm>
            <a:off x="10438701" y="5649124"/>
            <a:ext cx="71171" cy="78515"/>
          </a:xfrm>
          <a:prstGeom prst="triangl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765">
              <a:defRPr/>
            </a:pPr>
            <a:endParaRPr lang="zh-CN" altLang="en-US" sz="1800" kern="0">
              <a:solidFill>
                <a:prstClr val="white"/>
              </a:solidFill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noProof="0">
                <a:solidFill>
                  <a:schemeClr val="accent1">
                    <a:lumMod val="75000"/>
                  </a:schemeClr>
                </a:solidFill>
                <a:sym typeface="+mn-ea"/>
              </a:rPr>
              <a:t>2.2.2</a:t>
            </a:r>
            <a:r>
              <a:rPr lang="en-US" altLang="zh-CN"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 </a:t>
            </a:r>
            <a:r>
              <a:rPr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技术可行</a:t>
            </a:r>
            <a:r>
              <a:rPr lang="en-US" altLang="zh-CN"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：</a:t>
            </a:r>
            <a:r>
              <a:rPr noProof="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模型分层推理现网试验</a:t>
            </a:r>
            <a:endParaRPr lang="zh-CN" altLang="en-US" noProof="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629" name="矩形: 圆角 12"/>
          <p:cNvSpPr/>
          <p:nvPr/>
        </p:nvSpPr>
        <p:spPr>
          <a:xfrm>
            <a:off x="5324475" y="1472565"/>
            <a:ext cx="6630035" cy="2668270"/>
          </a:xfrm>
          <a:prstGeom prst="roundRect">
            <a:avLst>
              <a:gd name="adj" fmla="val 5964"/>
            </a:avLst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83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5280" y="859790"/>
            <a:ext cx="11428730" cy="50673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基于上海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400GE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智算实验网，结合模型分层部署模式，开展了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 Hi-Dolphin32B 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模型分层推理现网试验。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461" name="文本框 460"/>
          <p:cNvSpPr txBox="1"/>
          <p:nvPr/>
        </p:nvSpPr>
        <p:spPr>
          <a:xfrm>
            <a:off x="5504180" y="1814195"/>
            <a:ext cx="6192520" cy="237109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noAutofit/>
          </a:bodyPr>
          <a:lstStyle/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Hi-Dolphin32B（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客户自有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稠密模型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部署：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客户园区、中远临港机房各1台神州数码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KunTai A924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服务器，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电信城域网络提供无损智算专线，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模型分层推理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GPU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华为昇腾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910B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距离：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110km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带宽：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16:1（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互联带宽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100G）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开始，分别测试不同带宽收敛比下的推理性能指标，并探索极限带宽收敛比。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grpSp>
        <p:nvGrpSpPr>
          <p:cNvPr id="628" name="组合 627"/>
          <p:cNvGrpSpPr/>
          <p:nvPr/>
        </p:nvGrpSpPr>
        <p:grpSpPr>
          <a:xfrm>
            <a:off x="421005" y="1472565"/>
            <a:ext cx="4721860" cy="4909820"/>
            <a:chOff x="1165" y="2441"/>
            <a:chExt cx="7436" cy="7732"/>
          </a:xfrm>
        </p:grpSpPr>
        <p:grpSp>
          <p:nvGrpSpPr>
            <p:cNvPr id="21" name="组合 20"/>
            <p:cNvGrpSpPr/>
            <p:nvPr/>
          </p:nvGrpSpPr>
          <p:grpSpPr>
            <a:xfrm>
              <a:off x="1165" y="2441"/>
              <a:ext cx="7436" cy="7732"/>
              <a:chOff x="2165" y="1920"/>
              <a:chExt cx="7436" cy="8498"/>
            </a:xfrm>
          </p:grpSpPr>
          <p:sp>
            <p:nvSpPr>
              <p:cNvPr id="22" name="矩形 21"/>
              <p:cNvSpPr/>
              <p:nvPr/>
            </p:nvSpPr>
            <p:spPr>
              <a:xfrm rot="16200000">
                <a:off x="4084" y="0"/>
                <a:ext cx="3597" cy="7436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317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5717" y="2725"/>
                <a:ext cx="1346" cy="440"/>
                <a:chOff x="845418" y="4639794"/>
                <a:chExt cx="1357977" cy="345677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>
                  <a:off x="845418" y="4639794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5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7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8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9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0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1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32" name="组合 31"/>
                <p:cNvGrpSpPr/>
                <p:nvPr/>
              </p:nvGrpSpPr>
              <p:grpSpPr>
                <a:xfrm>
                  <a:off x="1083265" y="4639794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33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4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5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6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7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8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39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40" name="组合 39"/>
                <p:cNvGrpSpPr/>
                <p:nvPr/>
              </p:nvGrpSpPr>
              <p:grpSpPr>
                <a:xfrm>
                  <a:off x="1321112" y="4639794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41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56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57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58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59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60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77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79" name="组合 178"/>
                <p:cNvGrpSpPr/>
                <p:nvPr/>
              </p:nvGrpSpPr>
              <p:grpSpPr>
                <a:xfrm>
                  <a:off x="1558959" y="4639794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181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82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83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84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85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86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87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88" name="组合 187"/>
                <p:cNvGrpSpPr/>
                <p:nvPr/>
              </p:nvGrpSpPr>
              <p:grpSpPr>
                <a:xfrm>
                  <a:off x="1796806" y="4639794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189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0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1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2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3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4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5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96" name="组合 195"/>
                <p:cNvGrpSpPr/>
                <p:nvPr/>
              </p:nvGrpSpPr>
              <p:grpSpPr>
                <a:xfrm>
                  <a:off x="2034651" y="4639794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197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8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199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0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1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2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3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04" name="组合 203"/>
              <p:cNvGrpSpPr/>
              <p:nvPr/>
            </p:nvGrpSpPr>
            <p:grpSpPr>
              <a:xfrm>
                <a:off x="7199" y="2725"/>
                <a:ext cx="1801" cy="440"/>
                <a:chOff x="2084791" y="4612451"/>
                <a:chExt cx="1817101" cy="345677"/>
              </a:xfrm>
            </p:grpSpPr>
            <p:grpSp>
              <p:nvGrpSpPr>
                <p:cNvPr id="205" name="组合 204"/>
                <p:cNvGrpSpPr/>
                <p:nvPr/>
              </p:nvGrpSpPr>
              <p:grpSpPr>
                <a:xfrm>
                  <a:off x="208479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06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7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8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09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0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1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2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13" name="组合 212"/>
                <p:cNvGrpSpPr/>
                <p:nvPr/>
              </p:nvGrpSpPr>
              <p:grpSpPr>
                <a:xfrm>
                  <a:off x="232027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14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5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6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7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8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19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0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21" name="组合 220"/>
                <p:cNvGrpSpPr/>
                <p:nvPr/>
              </p:nvGrpSpPr>
              <p:grpSpPr>
                <a:xfrm>
                  <a:off x="255575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22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3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4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5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6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7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28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29" name="组合 228"/>
                <p:cNvGrpSpPr/>
                <p:nvPr/>
              </p:nvGrpSpPr>
              <p:grpSpPr>
                <a:xfrm>
                  <a:off x="279123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30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1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2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3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4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5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6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7" name="组合 236"/>
                <p:cNvGrpSpPr/>
                <p:nvPr/>
              </p:nvGrpSpPr>
              <p:grpSpPr>
                <a:xfrm>
                  <a:off x="302671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38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39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0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1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2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3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4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45" name="组合 244"/>
                <p:cNvGrpSpPr/>
                <p:nvPr/>
              </p:nvGrpSpPr>
              <p:grpSpPr>
                <a:xfrm>
                  <a:off x="326219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46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7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8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49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0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1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2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53" name="组合 252"/>
                <p:cNvGrpSpPr/>
                <p:nvPr/>
              </p:nvGrpSpPr>
              <p:grpSpPr>
                <a:xfrm>
                  <a:off x="3497671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54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5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6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7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8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59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0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61" name="组合 260"/>
                <p:cNvGrpSpPr/>
                <p:nvPr/>
              </p:nvGrpSpPr>
              <p:grpSpPr>
                <a:xfrm>
                  <a:off x="3733148" y="4612451"/>
                  <a:ext cx="168744" cy="345677"/>
                  <a:chOff x="5497324" y="5613709"/>
                  <a:chExt cx="180603" cy="300329"/>
                </a:xfrm>
              </p:grpSpPr>
              <p:sp>
                <p:nvSpPr>
                  <p:cNvPr id="262" name="Freeform 341"/>
                  <p:cNvSpPr/>
                  <p:nvPr/>
                </p:nvSpPr>
                <p:spPr bwMode="auto">
                  <a:xfrm>
                    <a:off x="5497324" y="5613709"/>
                    <a:ext cx="180603" cy="300329"/>
                  </a:xfrm>
                  <a:custGeom>
                    <a:avLst/>
                    <a:gdLst>
                      <a:gd name="T0" fmla="*/ 2147483646 w 156"/>
                      <a:gd name="T1" fmla="*/ 0 h 259"/>
                      <a:gd name="T2" fmla="*/ 2147483646 w 156"/>
                      <a:gd name="T3" fmla="*/ 0 h 259"/>
                      <a:gd name="T4" fmla="*/ 0 w 156"/>
                      <a:gd name="T5" fmla="*/ 2147483646 h 259"/>
                      <a:gd name="T6" fmla="*/ 0 w 156"/>
                      <a:gd name="T7" fmla="*/ 2147483646 h 259"/>
                      <a:gd name="T8" fmla="*/ 2147483646 w 156"/>
                      <a:gd name="T9" fmla="*/ 2147483646 h 259"/>
                      <a:gd name="T10" fmla="*/ 2147483646 w 156"/>
                      <a:gd name="T11" fmla="*/ 2147483646 h 259"/>
                      <a:gd name="T12" fmla="*/ 2147483646 w 156"/>
                      <a:gd name="T13" fmla="*/ 2147483646 h 259"/>
                      <a:gd name="T14" fmla="*/ 2147483646 w 156"/>
                      <a:gd name="T15" fmla="*/ 2147483646 h 259"/>
                      <a:gd name="T16" fmla="*/ 2147483646 w 156"/>
                      <a:gd name="T17" fmla="*/ 2147483646 h 259"/>
                      <a:gd name="T18" fmla="*/ 2147483646 w 156"/>
                      <a:gd name="T19" fmla="*/ 2147483646 h 259"/>
                      <a:gd name="T20" fmla="*/ 2147483646 w 156"/>
                      <a:gd name="T21" fmla="*/ 2147483646 h 259"/>
                      <a:gd name="T22" fmla="*/ 2147483646 w 156"/>
                      <a:gd name="T23" fmla="*/ 2147483646 h 259"/>
                      <a:gd name="T24" fmla="*/ 2147483646 w 156"/>
                      <a:gd name="T25" fmla="*/ 2147483646 h 259"/>
                      <a:gd name="T26" fmla="*/ 2147483646 w 156"/>
                      <a:gd name="T27" fmla="*/ 2147483646 h 259"/>
                      <a:gd name="T28" fmla="*/ 2147483646 w 156"/>
                      <a:gd name="T29" fmla="*/ 2147483646 h 259"/>
                      <a:gd name="T30" fmla="*/ 2147483646 w 156"/>
                      <a:gd name="T31" fmla="*/ 2147483646 h 259"/>
                      <a:gd name="T32" fmla="*/ 2147483646 w 156"/>
                      <a:gd name="T33" fmla="*/ 2147483646 h 259"/>
                      <a:gd name="T34" fmla="*/ 2147483646 w 156"/>
                      <a:gd name="T35" fmla="*/ 2147483646 h 259"/>
                      <a:gd name="T36" fmla="*/ 2147483646 w 156"/>
                      <a:gd name="T37" fmla="*/ 2147483646 h 259"/>
                      <a:gd name="T38" fmla="*/ 2147483646 w 156"/>
                      <a:gd name="T39" fmla="*/ 2147483646 h 259"/>
                      <a:gd name="T40" fmla="*/ 2147483646 w 156"/>
                      <a:gd name="T41" fmla="*/ 2147483646 h 259"/>
                      <a:gd name="T42" fmla="*/ 2147483646 w 156"/>
                      <a:gd name="T43" fmla="*/ 2147483646 h 259"/>
                      <a:gd name="T44" fmla="*/ 2147483646 w 156"/>
                      <a:gd name="T45" fmla="*/ 2147483646 h 259"/>
                      <a:gd name="T46" fmla="*/ 2147483646 w 156"/>
                      <a:gd name="T47" fmla="*/ 2147483646 h 259"/>
                      <a:gd name="T48" fmla="*/ 2147483646 w 156"/>
                      <a:gd name="T49" fmla="*/ 2147483646 h 259"/>
                      <a:gd name="T50" fmla="*/ 2147483646 w 156"/>
                      <a:gd name="T51" fmla="*/ 2147483646 h 259"/>
                      <a:gd name="T52" fmla="*/ 2147483646 w 156"/>
                      <a:gd name="T53" fmla="*/ 0 h 25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56"/>
                      <a:gd name="T82" fmla="*/ 0 h 259"/>
                      <a:gd name="T83" fmla="*/ 156 w 156"/>
                      <a:gd name="T84" fmla="*/ 259 h 259"/>
                      <a:gd name="connsiteX0" fmla="*/ 8974 w 10000"/>
                      <a:gd name="connsiteY0" fmla="*/ 0 h 10000"/>
                      <a:gd name="connsiteX1" fmla="*/ 1026 w 10000"/>
                      <a:gd name="connsiteY1" fmla="*/ 0 h 10000"/>
                      <a:gd name="connsiteX2" fmla="*/ 0 w 10000"/>
                      <a:gd name="connsiteY2" fmla="*/ 618 h 10000"/>
                      <a:gd name="connsiteX3" fmla="*/ 0 w 10000"/>
                      <a:gd name="connsiteY3" fmla="*/ 9073 h 10000"/>
                      <a:gd name="connsiteX4" fmla="*/ 1026 w 10000"/>
                      <a:gd name="connsiteY4" fmla="*/ 9730 h 10000"/>
                      <a:gd name="connsiteX5" fmla="*/ 4423 w 10000"/>
                      <a:gd name="connsiteY5" fmla="*/ 9730 h 10000"/>
                      <a:gd name="connsiteX6" fmla="*/ 5128 w 10000"/>
                      <a:gd name="connsiteY6" fmla="*/ 10000 h 10000"/>
                      <a:gd name="connsiteX7" fmla="*/ 5962 w 10000"/>
                      <a:gd name="connsiteY7" fmla="*/ 9498 h 10000"/>
                      <a:gd name="connsiteX8" fmla="*/ 5128 w 10000"/>
                      <a:gd name="connsiteY8" fmla="*/ 9035 h 10000"/>
                      <a:gd name="connsiteX9" fmla="*/ 4423 w 10000"/>
                      <a:gd name="connsiteY9" fmla="*/ 9305 h 10000"/>
                      <a:gd name="connsiteX10" fmla="*/ 1026 w 10000"/>
                      <a:gd name="connsiteY10" fmla="*/ 9305 h 10000"/>
                      <a:gd name="connsiteX11" fmla="*/ 705 w 10000"/>
                      <a:gd name="connsiteY11" fmla="*/ 9073 h 10000"/>
                      <a:gd name="connsiteX12" fmla="*/ 582 w 10000"/>
                      <a:gd name="connsiteY12" fmla="*/ 4958 h 10000"/>
                      <a:gd name="connsiteX13" fmla="*/ 705 w 10000"/>
                      <a:gd name="connsiteY13" fmla="*/ 618 h 10000"/>
                      <a:gd name="connsiteX14" fmla="*/ 1026 w 10000"/>
                      <a:gd name="connsiteY14" fmla="*/ 425 h 10000"/>
                      <a:gd name="connsiteX15" fmla="*/ 8974 w 10000"/>
                      <a:gd name="connsiteY15" fmla="*/ 425 h 10000"/>
                      <a:gd name="connsiteX16" fmla="*/ 9295 w 10000"/>
                      <a:gd name="connsiteY16" fmla="*/ 618 h 10000"/>
                      <a:gd name="connsiteX17" fmla="*/ 9295 w 10000"/>
                      <a:gd name="connsiteY17" fmla="*/ 9073 h 10000"/>
                      <a:gd name="connsiteX18" fmla="*/ 8974 w 10000"/>
                      <a:gd name="connsiteY18" fmla="*/ 9305 h 10000"/>
                      <a:gd name="connsiteX19" fmla="*/ 8269 w 10000"/>
                      <a:gd name="connsiteY19" fmla="*/ 9305 h 10000"/>
                      <a:gd name="connsiteX20" fmla="*/ 7564 w 10000"/>
                      <a:gd name="connsiteY20" fmla="*/ 9035 h 10000"/>
                      <a:gd name="connsiteX21" fmla="*/ 6795 w 10000"/>
                      <a:gd name="connsiteY21" fmla="*/ 9498 h 10000"/>
                      <a:gd name="connsiteX22" fmla="*/ 7564 w 10000"/>
                      <a:gd name="connsiteY22" fmla="*/ 10000 h 10000"/>
                      <a:gd name="connsiteX23" fmla="*/ 8269 w 10000"/>
                      <a:gd name="connsiteY23" fmla="*/ 9730 h 10000"/>
                      <a:gd name="connsiteX24" fmla="*/ 8974 w 10000"/>
                      <a:gd name="connsiteY24" fmla="*/ 9730 h 10000"/>
                      <a:gd name="connsiteX25" fmla="*/ 10000 w 10000"/>
                      <a:gd name="connsiteY25" fmla="*/ 9073 h 10000"/>
                      <a:gd name="connsiteX26" fmla="*/ 10000 w 10000"/>
                      <a:gd name="connsiteY26" fmla="*/ 618 h 10000"/>
                      <a:gd name="connsiteX27" fmla="*/ 8974 w 10000"/>
                      <a:gd name="connsiteY27" fmla="*/ 0 h 10000"/>
                      <a:gd name="connsiteX0-1" fmla="*/ 8974 w 10000"/>
                      <a:gd name="connsiteY0-2" fmla="*/ 0 h 10000"/>
                      <a:gd name="connsiteX1-3" fmla="*/ 1026 w 10000"/>
                      <a:gd name="connsiteY1-4" fmla="*/ 0 h 10000"/>
                      <a:gd name="connsiteX2-5" fmla="*/ 0 w 10000"/>
                      <a:gd name="connsiteY2-6" fmla="*/ 618 h 10000"/>
                      <a:gd name="connsiteX3-7" fmla="*/ 0 w 10000"/>
                      <a:gd name="connsiteY3-8" fmla="*/ 9073 h 10000"/>
                      <a:gd name="connsiteX4-9" fmla="*/ 1026 w 10000"/>
                      <a:gd name="connsiteY4-10" fmla="*/ 9730 h 10000"/>
                      <a:gd name="connsiteX5-11" fmla="*/ 4423 w 10000"/>
                      <a:gd name="connsiteY5-12" fmla="*/ 9730 h 10000"/>
                      <a:gd name="connsiteX6-13" fmla="*/ 5128 w 10000"/>
                      <a:gd name="connsiteY6-14" fmla="*/ 10000 h 10000"/>
                      <a:gd name="connsiteX7-15" fmla="*/ 5962 w 10000"/>
                      <a:gd name="connsiteY7-16" fmla="*/ 9498 h 10000"/>
                      <a:gd name="connsiteX8-17" fmla="*/ 5128 w 10000"/>
                      <a:gd name="connsiteY8-18" fmla="*/ 9035 h 10000"/>
                      <a:gd name="connsiteX9-19" fmla="*/ 4423 w 10000"/>
                      <a:gd name="connsiteY9-20" fmla="*/ 9305 h 10000"/>
                      <a:gd name="connsiteX10-21" fmla="*/ 1026 w 10000"/>
                      <a:gd name="connsiteY10-22" fmla="*/ 9305 h 10000"/>
                      <a:gd name="connsiteX11-23" fmla="*/ 705 w 10000"/>
                      <a:gd name="connsiteY11-24" fmla="*/ 9073 h 10000"/>
                      <a:gd name="connsiteX12-25" fmla="*/ 582 w 10000"/>
                      <a:gd name="connsiteY12-26" fmla="*/ 4958 h 10000"/>
                      <a:gd name="connsiteX13-27" fmla="*/ 705 w 10000"/>
                      <a:gd name="connsiteY13-28" fmla="*/ 618 h 10000"/>
                      <a:gd name="connsiteX14-29" fmla="*/ 1026 w 10000"/>
                      <a:gd name="connsiteY14-30" fmla="*/ 425 h 10000"/>
                      <a:gd name="connsiteX15-31" fmla="*/ 8974 w 10000"/>
                      <a:gd name="connsiteY15-32" fmla="*/ 425 h 10000"/>
                      <a:gd name="connsiteX16-33" fmla="*/ 9295 w 10000"/>
                      <a:gd name="connsiteY16-34" fmla="*/ 618 h 10000"/>
                      <a:gd name="connsiteX17-35" fmla="*/ 9295 w 10000"/>
                      <a:gd name="connsiteY17-36" fmla="*/ 9073 h 10000"/>
                      <a:gd name="connsiteX18-37" fmla="*/ 8974 w 10000"/>
                      <a:gd name="connsiteY18-38" fmla="*/ 9305 h 10000"/>
                      <a:gd name="connsiteX19-39" fmla="*/ 8269 w 10000"/>
                      <a:gd name="connsiteY19-40" fmla="*/ 9305 h 10000"/>
                      <a:gd name="connsiteX20-41" fmla="*/ 7564 w 10000"/>
                      <a:gd name="connsiteY20-42" fmla="*/ 9035 h 10000"/>
                      <a:gd name="connsiteX21-43" fmla="*/ 6795 w 10000"/>
                      <a:gd name="connsiteY21-44" fmla="*/ 9498 h 10000"/>
                      <a:gd name="connsiteX22-45" fmla="*/ 7564 w 10000"/>
                      <a:gd name="connsiteY22-46" fmla="*/ 10000 h 10000"/>
                      <a:gd name="connsiteX23-47" fmla="*/ 8269 w 10000"/>
                      <a:gd name="connsiteY23-48" fmla="*/ 9730 h 10000"/>
                      <a:gd name="connsiteX24-49" fmla="*/ 8974 w 10000"/>
                      <a:gd name="connsiteY24-50" fmla="*/ 9730 h 10000"/>
                      <a:gd name="connsiteX25-51" fmla="*/ 10000 w 10000"/>
                      <a:gd name="connsiteY25-52" fmla="*/ 9073 h 10000"/>
                      <a:gd name="connsiteX26-53" fmla="*/ 9943 w 10000"/>
                      <a:gd name="connsiteY26-54" fmla="*/ 4879 h 10000"/>
                      <a:gd name="connsiteX27-55" fmla="*/ 10000 w 10000"/>
                      <a:gd name="connsiteY27-56" fmla="*/ 618 h 10000"/>
                      <a:gd name="connsiteX28" fmla="*/ 8974 w 10000"/>
                      <a:gd name="connsiteY28" fmla="*/ 0 h 100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0000" h="10000">
                        <a:moveTo>
                          <a:pt x="8974" y="0"/>
                        </a:moveTo>
                        <a:lnTo>
                          <a:pt x="1026" y="0"/>
                        </a:lnTo>
                        <a:cubicBezTo>
                          <a:pt x="449" y="0"/>
                          <a:pt x="0" y="270"/>
                          <a:pt x="0" y="618"/>
                        </a:cubicBezTo>
                        <a:lnTo>
                          <a:pt x="0" y="9073"/>
                        </a:lnTo>
                        <a:cubicBezTo>
                          <a:pt x="0" y="9421"/>
                          <a:pt x="449" y="9730"/>
                          <a:pt x="1026" y="9730"/>
                        </a:cubicBezTo>
                        <a:lnTo>
                          <a:pt x="4423" y="9730"/>
                        </a:lnTo>
                        <a:cubicBezTo>
                          <a:pt x="4551" y="9884"/>
                          <a:pt x="4872" y="10000"/>
                          <a:pt x="5128" y="10000"/>
                        </a:cubicBezTo>
                        <a:cubicBezTo>
                          <a:pt x="5577" y="10000"/>
                          <a:pt x="5962" y="9768"/>
                          <a:pt x="5962" y="9498"/>
                        </a:cubicBezTo>
                        <a:cubicBezTo>
                          <a:pt x="5962" y="9228"/>
                          <a:pt x="5577" y="9035"/>
                          <a:pt x="5128" y="9035"/>
                        </a:cubicBezTo>
                        <a:cubicBezTo>
                          <a:pt x="4872" y="9035"/>
                          <a:pt x="4551" y="9112"/>
                          <a:pt x="4423" y="9305"/>
                        </a:cubicBezTo>
                        <a:lnTo>
                          <a:pt x="1026" y="9305"/>
                        </a:lnTo>
                        <a:cubicBezTo>
                          <a:pt x="833" y="9305"/>
                          <a:pt x="705" y="9189"/>
                          <a:pt x="705" y="9073"/>
                        </a:cubicBezTo>
                        <a:lnTo>
                          <a:pt x="582" y="4958"/>
                        </a:lnTo>
                        <a:lnTo>
                          <a:pt x="705" y="618"/>
                        </a:lnTo>
                        <a:cubicBezTo>
                          <a:pt x="705" y="502"/>
                          <a:pt x="833" y="425"/>
                          <a:pt x="1026" y="425"/>
                        </a:cubicBezTo>
                        <a:lnTo>
                          <a:pt x="8974" y="425"/>
                        </a:lnTo>
                        <a:cubicBezTo>
                          <a:pt x="9103" y="425"/>
                          <a:pt x="9295" y="502"/>
                          <a:pt x="9295" y="618"/>
                        </a:cubicBezTo>
                        <a:lnTo>
                          <a:pt x="9295" y="9073"/>
                        </a:lnTo>
                        <a:cubicBezTo>
                          <a:pt x="9295" y="9189"/>
                          <a:pt x="9103" y="9305"/>
                          <a:pt x="8974" y="9305"/>
                        </a:cubicBezTo>
                        <a:lnTo>
                          <a:pt x="8269" y="9305"/>
                        </a:lnTo>
                        <a:cubicBezTo>
                          <a:pt x="8141" y="9112"/>
                          <a:pt x="7885" y="9035"/>
                          <a:pt x="7564" y="9035"/>
                        </a:cubicBezTo>
                        <a:cubicBezTo>
                          <a:pt x="7115" y="9035"/>
                          <a:pt x="6795" y="9228"/>
                          <a:pt x="6795" y="9498"/>
                        </a:cubicBezTo>
                        <a:cubicBezTo>
                          <a:pt x="6795" y="9768"/>
                          <a:pt x="7115" y="10000"/>
                          <a:pt x="7564" y="10000"/>
                        </a:cubicBezTo>
                        <a:cubicBezTo>
                          <a:pt x="7885" y="10000"/>
                          <a:pt x="8141" y="9884"/>
                          <a:pt x="8269" y="9730"/>
                        </a:cubicBezTo>
                        <a:lnTo>
                          <a:pt x="8974" y="9730"/>
                        </a:lnTo>
                        <a:cubicBezTo>
                          <a:pt x="9551" y="9730"/>
                          <a:pt x="10000" y="9421"/>
                          <a:pt x="10000" y="9073"/>
                        </a:cubicBezTo>
                        <a:lnTo>
                          <a:pt x="9943" y="4879"/>
                        </a:lnTo>
                        <a:cubicBezTo>
                          <a:pt x="9962" y="3459"/>
                          <a:pt x="9981" y="2038"/>
                          <a:pt x="10000" y="618"/>
                        </a:cubicBezTo>
                        <a:cubicBezTo>
                          <a:pt x="10000" y="270"/>
                          <a:pt x="9551" y="0"/>
                          <a:pt x="8974" y="0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3" name="Freeform 342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817322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6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6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0"/>
                          <a:pt x="11" y="7"/>
                          <a:pt x="15" y="7"/>
                        </a:cubicBezTo>
                        <a:cubicBezTo>
                          <a:pt x="19" y="7"/>
                          <a:pt x="23" y="10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4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804596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7"/>
                        </a:moveTo>
                        <a:cubicBezTo>
                          <a:pt x="0" y="49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7"/>
                        </a:ln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5" name="Freeform 344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740119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2"/>
                        </a:moveTo>
                        <a:cubicBezTo>
                          <a:pt x="11" y="22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2"/>
                          <a:pt x="15" y="22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6" name="Freeform 345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727393"/>
                    <a:ext cx="123793" cy="59387"/>
                  </a:xfrm>
                  <a:custGeom>
                    <a:avLst/>
                    <a:gdLst>
                      <a:gd name="T0" fmla="*/ 0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2147483646 h 51"/>
                      <a:gd name="T10" fmla="*/ 2147483646 w 107"/>
                      <a:gd name="T11" fmla="*/ 0 h 51"/>
                      <a:gd name="T12" fmla="*/ 2147483646 w 107"/>
                      <a:gd name="T13" fmla="*/ 0 h 51"/>
                      <a:gd name="T14" fmla="*/ 0 w 107"/>
                      <a:gd name="T15" fmla="*/ 2147483646 h 51"/>
                      <a:gd name="T16" fmla="*/ 0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0" y="48"/>
                        </a:moveTo>
                        <a:cubicBezTo>
                          <a:pt x="0" y="50"/>
                          <a:pt x="2" y="51"/>
                          <a:pt x="4" y="51"/>
                        </a:cubicBez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50"/>
                          <a:pt x="107" y="48"/>
                        </a:cubicBezTo>
                        <a:cubicBezTo>
                          <a:pt x="107" y="4"/>
                          <a:pt x="107" y="4"/>
                          <a:pt x="107" y="4"/>
                        </a:cubicBezTo>
                        <a:cubicBezTo>
                          <a:pt x="107" y="2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lnTo>
                          <a:pt x="0" y="48"/>
                        </a:lnTo>
                        <a:close/>
                        <a:moveTo>
                          <a:pt x="8" y="8"/>
                        </a:moveTo>
                        <a:cubicBezTo>
                          <a:pt x="100" y="8"/>
                          <a:pt x="100" y="8"/>
                          <a:pt x="100" y="8"/>
                        </a:cubicBezTo>
                        <a:cubicBezTo>
                          <a:pt x="100" y="44"/>
                          <a:pt x="100" y="44"/>
                          <a:pt x="100" y="44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lnTo>
                          <a:pt x="8" y="8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7" name="Freeform 346"/>
                  <p:cNvSpPr>
                    <a:spLocks noEditPoints="1"/>
                  </p:cNvSpPr>
                  <p:nvPr/>
                </p:nvSpPr>
                <p:spPr bwMode="auto">
                  <a:xfrm>
                    <a:off x="5597376" y="5662915"/>
                    <a:ext cx="34764" cy="34784"/>
                  </a:xfrm>
                  <a:custGeom>
                    <a:avLst/>
                    <a:gdLst>
                      <a:gd name="T0" fmla="*/ 2147483646 w 30"/>
                      <a:gd name="T1" fmla="*/ 0 h 30"/>
                      <a:gd name="T2" fmla="*/ 0 w 30"/>
                      <a:gd name="T3" fmla="*/ 2147483646 h 30"/>
                      <a:gd name="T4" fmla="*/ 2147483646 w 30"/>
                      <a:gd name="T5" fmla="*/ 2147483646 h 30"/>
                      <a:gd name="T6" fmla="*/ 2147483646 w 30"/>
                      <a:gd name="T7" fmla="*/ 2147483646 h 30"/>
                      <a:gd name="T8" fmla="*/ 2147483646 w 30"/>
                      <a:gd name="T9" fmla="*/ 0 h 30"/>
                      <a:gd name="T10" fmla="*/ 2147483646 w 30"/>
                      <a:gd name="T11" fmla="*/ 2147483646 h 30"/>
                      <a:gd name="T12" fmla="*/ 2147483646 w 30"/>
                      <a:gd name="T13" fmla="*/ 2147483646 h 30"/>
                      <a:gd name="T14" fmla="*/ 2147483646 w 30"/>
                      <a:gd name="T15" fmla="*/ 2147483646 h 30"/>
                      <a:gd name="T16" fmla="*/ 2147483646 w 30"/>
                      <a:gd name="T17" fmla="*/ 2147483646 h 30"/>
                      <a:gd name="T18" fmla="*/ 2147483646 w 30"/>
                      <a:gd name="T19" fmla="*/ 2147483646 h 3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30"/>
                      <a:gd name="T31" fmla="*/ 0 h 30"/>
                      <a:gd name="T32" fmla="*/ 30 w 30"/>
                      <a:gd name="T33" fmla="*/ 30 h 3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30" h="30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0" y="15"/>
                        </a:cubicBezTo>
                        <a:cubicBezTo>
                          <a:pt x="0" y="23"/>
                          <a:pt x="7" y="30"/>
                          <a:pt x="15" y="30"/>
                        </a:cubicBezTo>
                        <a:cubicBezTo>
                          <a:pt x="23" y="30"/>
                          <a:pt x="30" y="23"/>
                          <a:pt x="30" y="15"/>
                        </a:cubicBezTo>
                        <a:cubicBezTo>
                          <a:pt x="30" y="7"/>
                          <a:pt x="23" y="0"/>
                          <a:pt x="15" y="0"/>
                        </a:cubicBezTo>
                        <a:close/>
                        <a:moveTo>
                          <a:pt x="15" y="23"/>
                        </a:moveTo>
                        <a:cubicBezTo>
                          <a:pt x="11" y="23"/>
                          <a:pt x="7" y="19"/>
                          <a:pt x="7" y="15"/>
                        </a:cubicBezTo>
                        <a:cubicBezTo>
                          <a:pt x="7" y="11"/>
                          <a:pt x="11" y="7"/>
                          <a:pt x="15" y="7"/>
                        </a:cubicBezTo>
                        <a:cubicBezTo>
                          <a:pt x="19" y="7"/>
                          <a:pt x="23" y="11"/>
                          <a:pt x="23" y="15"/>
                        </a:cubicBezTo>
                        <a:cubicBezTo>
                          <a:pt x="23" y="19"/>
                          <a:pt x="19" y="23"/>
                          <a:pt x="15" y="23"/>
                        </a:cubicBez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  <p:sp>
                <p:nvSpPr>
                  <p:cNvPr id="268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5525305" y="5651038"/>
                    <a:ext cx="123793" cy="59387"/>
                  </a:xfrm>
                  <a:custGeom>
                    <a:avLst/>
                    <a:gdLst>
                      <a:gd name="T0" fmla="*/ 2147483646 w 107"/>
                      <a:gd name="T1" fmla="*/ 2147483646 h 51"/>
                      <a:gd name="T2" fmla="*/ 2147483646 w 107"/>
                      <a:gd name="T3" fmla="*/ 2147483646 h 51"/>
                      <a:gd name="T4" fmla="*/ 2147483646 w 107"/>
                      <a:gd name="T5" fmla="*/ 2147483646 h 51"/>
                      <a:gd name="T6" fmla="*/ 2147483646 w 107"/>
                      <a:gd name="T7" fmla="*/ 2147483646 h 51"/>
                      <a:gd name="T8" fmla="*/ 2147483646 w 107"/>
                      <a:gd name="T9" fmla="*/ 0 h 51"/>
                      <a:gd name="T10" fmla="*/ 2147483646 w 107"/>
                      <a:gd name="T11" fmla="*/ 0 h 51"/>
                      <a:gd name="T12" fmla="*/ 0 w 107"/>
                      <a:gd name="T13" fmla="*/ 2147483646 h 51"/>
                      <a:gd name="T14" fmla="*/ 0 w 107"/>
                      <a:gd name="T15" fmla="*/ 2147483646 h 51"/>
                      <a:gd name="T16" fmla="*/ 2147483646 w 107"/>
                      <a:gd name="T17" fmla="*/ 2147483646 h 51"/>
                      <a:gd name="T18" fmla="*/ 2147483646 w 107"/>
                      <a:gd name="T19" fmla="*/ 2147483646 h 51"/>
                      <a:gd name="T20" fmla="*/ 2147483646 w 107"/>
                      <a:gd name="T21" fmla="*/ 2147483646 h 51"/>
                      <a:gd name="T22" fmla="*/ 2147483646 w 107"/>
                      <a:gd name="T23" fmla="*/ 2147483646 h 51"/>
                      <a:gd name="T24" fmla="*/ 2147483646 w 107"/>
                      <a:gd name="T25" fmla="*/ 2147483646 h 51"/>
                      <a:gd name="T26" fmla="*/ 2147483646 w 107"/>
                      <a:gd name="T27" fmla="*/ 2147483646 h 5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07"/>
                      <a:gd name="T43" fmla="*/ 0 h 51"/>
                      <a:gd name="T44" fmla="*/ 107 w 107"/>
                      <a:gd name="T45" fmla="*/ 51 h 51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07" h="51">
                        <a:moveTo>
                          <a:pt x="4" y="51"/>
                        </a:moveTo>
                        <a:cubicBezTo>
                          <a:pt x="103" y="51"/>
                          <a:pt x="103" y="51"/>
                          <a:pt x="103" y="51"/>
                        </a:cubicBezTo>
                        <a:cubicBezTo>
                          <a:pt x="106" y="51"/>
                          <a:pt x="107" y="49"/>
                          <a:pt x="107" y="47"/>
                        </a:cubicBezTo>
                        <a:cubicBezTo>
                          <a:pt x="107" y="3"/>
                          <a:pt x="107" y="3"/>
                          <a:pt x="107" y="3"/>
                        </a:cubicBezTo>
                        <a:cubicBezTo>
                          <a:pt x="107" y="1"/>
                          <a:pt x="106" y="0"/>
                          <a:pt x="10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0" y="49"/>
                          <a:pt x="2" y="51"/>
                          <a:pt x="4" y="51"/>
                        </a:cubicBezTo>
                        <a:close/>
                        <a:moveTo>
                          <a:pt x="8" y="7"/>
                        </a:moveTo>
                        <a:cubicBezTo>
                          <a:pt x="100" y="7"/>
                          <a:pt x="100" y="7"/>
                          <a:pt x="100" y="7"/>
                        </a:cubicBezTo>
                        <a:cubicBezTo>
                          <a:pt x="100" y="43"/>
                          <a:pt x="100" y="43"/>
                          <a:pt x="100" y="43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lnTo>
                          <a:pt x="8" y="7"/>
                        </a:lnTo>
                        <a:close/>
                      </a:path>
                    </a:pathLst>
                  </a:custGeom>
                  <a:solidFill>
                    <a:srgbClr val="59575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704" tIns="60852" rIns="121704" bIns="60852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Calibri" panose="020F0502020204030204"/>
                      <a:ea typeface="微软雅黑" panose="020B0502040204020203" charset="-122"/>
                      <a:cs typeface="+mn-cs"/>
                    </a:endParaRPr>
                  </a:p>
                </p:txBody>
              </p:sp>
            </p:grpSp>
          </p:grpSp>
          <p:pic>
            <p:nvPicPr>
              <p:cNvPr id="269" name="图片 26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0" y="3670"/>
                <a:ext cx="260" cy="288"/>
              </a:xfrm>
              <a:prstGeom prst="rect">
                <a:avLst/>
              </a:prstGeom>
            </p:spPr>
          </p:pic>
          <p:cxnSp>
            <p:nvCxnSpPr>
              <p:cNvPr id="270" name="直接连接符 269"/>
              <p:cNvCxnSpPr>
                <a:endCxn id="269" idx="0"/>
              </p:cNvCxnSpPr>
              <p:nvPr/>
            </p:nvCxnSpPr>
            <p:spPr>
              <a:xfrm>
                <a:off x="5791" y="3154"/>
                <a:ext cx="739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1" name="直接连接符 270"/>
              <p:cNvCxnSpPr>
                <a:endCxn id="269" idx="0"/>
              </p:cNvCxnSpPr>
              <p:nvPr/>
            </p:nvCxnSpPr>
            <p:spPr>
              <a:xfrm>
                <a:off x="6026" y="3135"/>
                <a:ext cx="504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2" name="直接连接符 271"/>
              <p:cNvCxnSpPr>
                <a:endCxn id="269" idx="0"/>
              </p:cNvCxnSpPr>
              <p:nvPr/>
            </p:nvCxnSpPr>
            <p:spPr>
              <a:xfrm>
                <a:off x="6262" y="3135"/>
                <a:ext cx="268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3" name="直接连接符 272"/>
              <p:cNvCxnSpPr>
                <a:endCxn id="269" idx="0"/>
              </p:cNvCxnSpPr>
              <p:nvPr/>
            </p:nvCxnSpPr>
            <p:spPr>
              <a:xfrm>
                <a:off x="6510" y="3123"/>
                <a:ext cx="20" cy="54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4" name="直接连接符 273"/>
              <p:cNvCxnSpPr>
                <a:endCxn id="269" idx="0"/>
              </p:cNvCxnSpPr>
              <p:nvPr/>
            </p:nvCxnSpPr>
            <p:spPr>
              <a:xfrm flipH="1">
                <a:off x="6530" y="3143"/>
                <a:ext cx="229" cy="52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5" name="直接连接符 274"/>
              <p:cNvCxnSpPr>
                <a:endCxn id="269" idx="0"/>
              </p:cNvCxnSpPr>
              <p:nvPr/>
            </p:nvCxnSpPr>
            <p:spPr>
              <a:xfrm flipH="1">
                <a:off x="6530" y="3154"/>
                <a:ext cx="439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6" name="直接连接符 275"/>
              <p:cNvCxnSpPr>
                <a:endCxn id="291" idx="0"/>
              </p:cNvCxnSpPr>
              <p:nvPr/>
            </p:nvCxnSpPr>
            <p:spPr>
              <a:xfrm>
                <a:off x="7273" y="3135"/>
                <a:ext cx="650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7" name="直接连接符 276"/>
              <p:cNvCxnSpPr>
                <a:endCxn id="291" idx="0"/>
              </p:cNvCxnSpPr>
              <p:nvPr/>
            </p:nvCxnSpPr>
            <p:spPr>
              <a:xfrm>
                <a:off x="7540" y="3143"/>
                <a:ext cx="383" cy="52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8" name="直接连接符 277"/>
              <p:cNvCxnSpPr>
                <a:endCxn id="291" idx="0"/>
              </p:cNvCxnSpPr>
              <p:nvPr/>
            </p:nvCxnSpPr>
            <p:spPr>
              <a:xfrm>
                <a:off x="7683" y="3135"/>
                <a:ext cx="239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9" name="直接连接符 278"/>
              <p:cNvCxnSpPr>
                <a:endCxn id="291" idx="0"/>
              </p:cNvCxnSpPr>
              <p:nvPr/>
            </p:nvCxnSpPr>
            <p:spPr>
              <a:xfrm flipH="1">
                <a:off x="7923" y="3143"/>
                <a:ext cx="77" cy="52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80" name="直接连接符 279"/>
              <p:cNvCxnSpPr>
                <a:endCxn id="291" idx="0"/>
              </p:cNvCxnSpPr>
              <p:nvPr/>
            </p:nvCxnSpPr>
            <p:spPr>
              <a:xfrm flipH="1">
                <a:off x="7923" y="3165"/>
                <a:ext cx="296" cy="50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81" name="直接连接符 280"/>
              <p:cNvCxnSpPr>
                <a:endCxn id="291" idx="0"/>
              </p:cNvCxnSpPr>
              <p:nvPr/>
            </p:nvCxnSpPr>
            <p:spPr>
              <a:xfrm flipH="1">
                <a:off x="7923" y="3143"/>
                <a:ext cx="557" cy="52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82" name="直接连接符 281"/>
              <p:cNvCxnSpPr>
                <a:endCxn id="291" idx="0"/>
              </p:cNvCxnSpPr>
              <p:nvPr/>
            </p:nvCxnSpPr>
            <p:spPr>
              <a:xfrm flipH="1">
                <a:off x="7923" y="3165"/>
                <a:ext cx="763" cy="50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83" name="直接连接符 282"/>
              <p:cNvCxnSpPr>
                <a:endCxn id="291" idx="0"/>
              </p:cNvCxnSpPr>
              <p:nvPr/>
            </p:nvCxnSpPr>
            <p:spPr>
              <a:xfrm flipH="1">
                <a:off x="7923" y="3154"/>
                <a:ext cx="985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84" name="矩形 283"/>
              <p:cNvSpPr/>
              <p:nvPr/>
            </p:nvSpPr>
            <p:spPr>
              <a:xfrm>
                <a:off x="5633" y="2447"/>
                <a:ext cx="3430" cy="869"/>
              </a:xfrm>
              <a:prstGeom prst="rect">
                <a:avLst/>
              </a:prstGeom>
              <a:noFill/>
              <a:ln>
                <a:solidFill>
                  <a:schemeClr val="bg2">
                    <a:lumMod val="9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5" name="文本框 284"/>
              <p:cNvSpPr txBox="1"/>
              <p:nvPr/>
            </p:nvSpPr>
            <p:spPr>
              <a:xfrm>
                <a:off x="6817" y="2402"/>
                <a:ext cx="976" cy="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推理集群 </a:t>
                </a:r>
                <a:endParaRPr kumimoji="0" lang="zh-CN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6" name="文本框 285"/>
              <p:cNvSpPr txBox="1"/>
              <p:nvPr/>
            </p:nvSpPr>
            <p:spPr>
              <a:xfrm>
                <a:off x="5628" y="3647"/>
                <a:ext cx="921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XH9210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7" name="文本框 286"/>
              <p:cNvSpPr txBox="1"/>
              <p:nvPr/>
            </p:nvSpPr>
            <p:spPr>
              <a:xfrm>
                <a:off x="4854" y="1964"/>
                <a:ext cx="2541" cy="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中远智算中心（临港）</a:t>
                </a:r>
                <a:endPara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8" name="文本框 287"/>
              <p:cNvSpPr txBox="1"/>
              <p:nvPr/>
            </p:nvSpPr>
            <p:spPr>
              <a:xfrm>
                <a:off x="2515" y="4075"/>
                <a:ext cx="817" cy="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参数面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Spine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9" name="流程图: 过程 288"/>
              <p:cNvSpPr/>
              <p:nvPr/>
            </p:nvSpPr>
            <p:spPr>
              <a:xfrm>
                <a:off x="2515" y="3554"/>
                <a:ext cx="6676" cy="1683"/>
              </a:xfrm>
              <a:prstGeom prst="flowChartProcess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0" name="文本框 289"/>
              <p:cNvSpPr txBox="1"/>
              <p:nvPr/>
            </p:nvSpPr>
            <p:spPr>
              <a:xfrm>
                <a:off x="7745" y="4787"/>
                <a:ext cx="1500" cy="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参数面网络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pic>
            <p:nvPicPr>
              <p:cNvPr id="291" name="图片 29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93" y="3670"/>
                <a:ext cx="260" cy="288"/>
              </a:xfrm>
              <a:prstGeom prst="rect">
                <a:avLst/>
              </a:prstGeom>
            </p:spPr>
          </p:pic>
          <p:grpSp>
            <p:nvGrpSpPr>
              <p:cNvPr id="292" name="组合 291"/>
              <p:cNvGrpSpPr/>
              <p:nvPr/>
            </p:nvGrpSpPr>
            <p:grpSpPr>
              <a:xfrm>
                <a:off x="3267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293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94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95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96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97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98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99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300" name="组合 299"/>
              <p:cNvGrpSpPr/>
              <p:nvPr/>
            </p:nvGrpSpPr>
            <p:grpSpPr>
              <a:xfrm>
                <a:off x="3500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301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02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03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04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05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06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08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310" name="组合 309"/>
              <p:cNvGrpSpPr/>
              <p:nvPr/>
            </p:nvGrpSpPr>
            <p:grpSpPr>
              <a:xfrm>
                <a:off x="3734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311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96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97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399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00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01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10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427" name="组合 426"/>
              <p:cNvGrpSpPr/>
              <p:nvPr/>
            </p:nvGrpSpPr>
            <p:grpSpPr>
              <a:xfrm>
                <a:off x="3967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428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29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30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31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32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33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34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453" name="组合 452"/>
              <p:cNvGrpSpPr/>
              <p:nvPr/>
            </p:nvGrpSpPr>
            <p:grpSpPr>
              <a:xfrm>
                <a:off x="4200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462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63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64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65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66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67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68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469" name="组合 468"/>
              <p:cNvGrpSpPr/>
              <p:nvPr/>
            </p:nvGrpSpPr>
            <p:grpSpPr>
              <a:xfrm>
                <a:off x="4434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470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1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2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3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4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5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6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477" name="组合 476"/>
              <p:cNvGrpSpPr/>
              <p:nvPr/>
            </p:nvGrpSpPr>
            <p:grpSpPr>
              <a:xfrm>
                <a:off x="4667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478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79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0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1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2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3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4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485" name="组合 484"/>
              <p:cNvGrpSpPr/>
              <p:nvPr/>
            </p:nvGrpSpPr>
            <p:grpSpPr>
              <a:xfrm>
                <a:off x="4901" y="2725"/>
                <a:ext cx="167" cy="440"/>
                <a:chOff x="5497324" y="5613709"/>
                <a:chExt cx="180603" cy="300329"/>
              </a:xfrm>
            </p:grpSpPr>
            <p:sp>
              <p:nvSpPr>
                <p:cNvPr id="486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7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8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89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90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91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492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sp>
            <p:nvSpPr>
              <p:cNvPr id="493" name="矩形 492"/>
              <p:cNvSpPr/>
              <p:nvPr/>
            </p:nvSpPr>
            <p:spPr>
              <a:xfrm>
                <a:off x="2680" y="2447"/>
                <a:ext cx="2450" cy="869"/>
              </a:xfrm>
              <a:prstGeom prst="rect">
                <a:avLst/>
              </a:prstGeom>
              <a:noFill/>
              <a:ln>
                <a:solidFill>
                  <a:schemeClr val="bg2">
                    <a:lumMod val="9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微软雅黑" panose="020B0502040204020203" charset="-122"/>
                  <a:cs typeface="+mn-cs"/>
                </a:endParaRPr>
              </a:p>
            </p:txBody>
          </p:sp>
          <p:grpSp>
            <p:nvGrpSpPr>
              <p:cNvPr id="496" name="组合 495"/>
              <p:cNvGrpSpPr/>
              <p:nvPr/>
            </p:nvGrpSpPr>
            <p:grpSpPr>
              <a:xfrm>
                <a:off x="2797" y="2725"/>
                <a:ext cx="167" cy="440"/>
                <a:chOff x="5497324" y="5613709"/>
                <a:chExt cx="180603" cy="300329"/>
              </a:xfrm>
              <a:solidFill>
                <a:srgbClr val="ED7D31"/>
              </a:solidFill>
            </p:grpSpPr>
            <p:sp>
              <p:nvSpPr>
                <p:cNvPr id="497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09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10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11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12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13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24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pic>
            <p:nvPicPr>
              <p:cNvPr id="526" name="图片 52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71" y="3670"/>
                <a:ext cx="260" cy="288"/>
              </a:xfrm>
              <a:prstGeom prst="rect">
                <a:avLst/>
              </a:prstGeom>
            </p:spPr>
          </p:pic>
          <p:pic>
            <p:nvPicPr>
              <p:cNvPr id="531" name="图片 53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77" y="3670"/>
                <a:ext cx="260" cy="288"/>
              </a:xfrm>
              <a:prstGeom prst="rect">
                <a:avLst/>
              </a:prstGeom>
            </p:spPr>
          </p:pic>
          <p:pic>
            <p:nvPicPr>
              <p:cNvPr id="532" name="图片 53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8" y="3670"/>
                <a:ext cx="260" cy="288"/>
              </a:xfrm>
              <a:prstGeom prst="rect">
                <a:avLst/>
              </a:prstGeom>
            </p:spPr>
          </p:pic>
          <p:pic>
            <p:nvPicPr>
              <p:cNvPr id="533" name="图片 532"/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4080" y="4195"/>
                <a:ext cx="260" cy="288"/>
              </a:xfrm>
              <a:prstGeom prst="rect">
                <a:avLst/>
              </a:prstGeom>
            </p:spPr>
          </p:pic>
          <p:pic>
            <p:nvPicPr>
              <p:cNvPr id="534" name="图片 533"/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3245" y="4195"/>
                <a:ext cx="260" cy="288"/>
              </a:xfrm>
              <a:prstGeom prst="rect">
                <a:avLst/>
              </a:prstGeom>
            </p:spPr>
          </p:pic>
          <p:sp>
            <p:nvSpPr>
              <p:cNvPr id="535" name="文本框 534"/>
              <p:cNvSpPr txBox="1"/>
              <p:nvPr/>
            </p:nvSpPr>
            <p:spPr>
              <a:xfrm>
                <a:off x="6974" y="3647"/>
                <a:ext cx="960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XH9210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536" name="直接连接符 535"/>
              <p:cNvCxnSpPr>
                <a:endCxn id="526" idx="0"/>
              </p:cNvCxnSpPr>
              <p:nvPr/>
            </p:nvCxnSpPr>
            <p:spPr>
              <a:xfrm flipH="1">
                <a:off x="4601" y="3143"/>
                <a:ext cx="399" cy="52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37" name="直接连接符 536"/>
              <p:cNvCxnSpPr>
                <a:endCxn id="526" idx="0"/>
              </p:cNvCxnSpPr>
              <p:nvPr/>
            </p:nvCxnSpPr>
            <p:spPr>
              <a:xfrm flipH="1">
                <a:off x="4601" y="3154"/>
                <a:ext cx="140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38" name="直接连接符 537"/>
              <p:cNvCxnSpPr>
                <a:endCxn id="526" idx="0"/>
              </p:cNvCxnSpPr>
              <p:nvPr/>
            </p:nvCxnSpPr>
            <p:spPr>
              <a:xfrm>
                <a:off x="4508" y="3135"/>
                <a:ext cx="93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39" name="直接连接符 538"/>
              <p:cNvCxnSpPr>
                <a:endCxn id="526" idx="0"/>
              </p:cNvCxnSpPr>
              <p:nvPr/>
            </p:nvCxnSpPr>
            <p:spPr>
              <a:xfrm>
                <a:off x="4274" y="3135"/>
                <a:ext cx="327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0" name="直接连接符 539"/>
              <p:cNvCxnSpPr>
                <a:endCxn id="531" idx="0"/>
              </p:cNvCxnSpPr>
              <p:nvPr/>
            </p:nvCxnSpPr>
            <p:spPr>
              <a:xfrm flipH="1">
                <a:off x="3807" y="3154"/>
                <a:ext cx="234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1" name="直接连接符 540"/>
              <p:cNvCxnSpPr>
                <a:endCxn id="531" idx="0"/>
              </p:cNvCxnSpPr>
              <p:nvPr/>
            </p:nvCxnSpPr>
            <p:spPr>
              <a:xfrm flipH="1">
                <a:off x="3807" y="3154"/>
                <a:ext cx="0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2" name="直接连接符 541"/>
              <p:cNvCxnSpPr>
                <a:endCxn id="531" idx="0"/>
              </p:cNvCxnSpPr>
              <p:nvPr/>
            </p:nvCxnSpPr>
            <p:spPr>
              <a:xfrm>
                <a:off x="3574" y="3154"/>
                <a:ext cx="233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3" name="直接连接符 542"/>
              <p:cNvCxnSpPr>
                <a:endCxn id="531" idx="0"/>
              </p:cNvCxnSpPr>
              <p:nvPr/>
            </p:nvCxnSpPr>
            <p:spPr>
              <a:xfrm>
                <a:off x="3341" y="3154"/>
                <a:ext cx="467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4" name="直接连接符 543"/>
              <p:cNvCxnSpPr>
                <a:endCxn id="532" idx="0"/>
              </p:cNvCxnSpPr>
              <p:nvPr/>
            </p:nvCxnSpPr>
            <p:spPr>
              <a:xfrm flipH="1">
                <a:off x="2989" y="3135"/>
                <a:ext cx="115" cy="53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5" name="直接连接符 544"/>
              <p:cNvCxnSpPr>
                <a:endCxn id="532" idx="0"/>
              </p:cNvCxnSpPr>
              <p:nvPr/>
            </p:nvCxnSpPr>
            <p:spPr>
              <a:xfrm>
                <a:off x="2871" y="3154"/>
                <a:ext cx="118" cy="51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6" name="直接连接符 545"/>
              <p:cNvCxnSpPr>
                <a:stCxn id="532" idx="2"/>
                <a:endCxn id="534" idx="0"/>
              </p:cNvCxnSpPr>
              <p:nvPr/>
            </p:nvCxnSpPr>
            <p:spPr>
              <a:xfrm>
                <a:off x="2989" y="3958"/>
                <a:ext cx="387" cy="23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7" name="直接连接符 546"/>
              <p:cNvCxnSpPr>
                <a:stCxn id="531" idx="2"/>
                <a:endCxn id="534" idx="0"/>
              </p:cNvCxnSpPr>
              <p:nvPr/>
            </p:nvCxnSpPr>
            <p:spPr>
              <a:xfrm flipH="1">
                <a:off x="3375" y="3958"/>
                <a:ext cx="432" cy="23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8" name="直接连接符 547"/>
              <p:cNvCxnSpPr>
                <a:stCxn id="526" idx="2"/>
                <a:endCxn id="534" idx="0"/>
              </p:cNvCxnSpPr>
              <p:nvPr/>
            </p:nvCxnSpPr>
            <p:spPr>
              <a:xfrm flipH="1">
                <a:off x="3375" y="3958"/>
                <a:ext cx="1226" cy="23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9" name="直接连接符 548"/>
              <p:cNvCxnSpPr>
                <a:stCxn id="532" idx="2"/>
                <a:endCxn id="533" idx="0"/>
              </p:cNvCxnSpPr>
              <p:nvPr/>
            </p:nvCxnSpPr>
            <p:spPr>
              <a:xfrm>
                <a:off x="2989" y="3958"/>
                <a:ext cx="1221" cy="23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50" name="直接连接符 549"/>
              <p:cNvCxnSpPr>
                <a:stCxn id="531" idx="2"/>
                <a:endCxn id="533" idx="0"/>
              </p:cNvCxnSpPr>
              <p:nvPr/>
            </p:nvCxnSpPr>
            <p:spPr>
              <a:xfrm>
                <a:off x="3807" y="3958"/>
                <a:ext cx="403" cy="23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51" name="直接连接符 550"/>
              <p:cNvCxnSpPr>
                <a:stCxn id="526" idx="2"/>
                <a:endCxn id="533" idx="0"/>
              </p:cNvCxnSpPr>
              <p:nvPr/>
            </p:nvCxnSpPr>
            <p:spPr>
              <a:xfrm flipH="1">
                <a:off x="4210" y="3958"/>
                <a:ext cx="391" cy="237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552" name="文本框 551"/>
              <p:cNvSpPr txBox="1"/>
              <p:nvPr/>
            </p:nvSpPr>
            <p:spPr>
              <a:xfrm>
                <a:off x="4623" y="3647"/>
                <a:ext cx="871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XH9210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3" name="文本框 552"/>
              <p:cNvSpPr txBox="1"/>
              <p:nvPr/>
            </p:nvSpPr>
            <p:spPr>
              <a:xfrm>
                <a:off x="3773" y="3647"/>
                <a:ext cx="896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XH9210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4" name="文本框 553"/>
              <p:cNvSpPr txBox="1"/>
              <p:nvPr/>
            </p:nvSpPr>
            <p:spPr>
              <a:xfrm>
                <a:off x="2981" y="3647"/>
                <a:ext cx="895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CE9860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5" name="文本框 554"/>
              <p:cNvSpPr txBox="1"/>
              <p:nvPr/>
            </p:nvSpPr>
            <p:spPr>
              <a:xfrm>
                <a:off x="3387" y="4195"/>
                <a:ext cx="855" cy="344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XH9210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6" name="文本框 555"/>
              <p:cNvSpPr txBox="1"/>
              <p:nvPr/>
            </p:nvSpPr>
            <p:spPr>
              <a:xfrm>
                <a:off x="4258" y="4195"/>
                <a:ext cx="923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XH9210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7" name="文本框 556"/>
              <p:cNvSpPr txBox="1"/>
              <p:nvPr/>
            </p:nvSpPr>
            <p:spPr>
              <a:xfrm>
                <a:off x="3495" y="2402"/>
                <a:ext cx="976" cy="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推理集群 </a:t>
                </a:r>
                <a:endParaRPr kumimoji="0" lang="zh-CN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8" name="文本框 557"/>
              <p:cNvSpPr txBox="1"/>
              <p:nvPr/>
            </p:nvSpPr>
            <p:spPr>
              <a:xfrm>
                <a:off x="4186" y="5517"/>
                <a:ext cx="710" cy="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1*100GE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59" name="文本框 558"/>
              <p:cNvSpPr txBox="1"/>
              <p:nvPr/>
            </p:nvSpPr>
            <p:spPr>
              <a:xfrm>
                <a:off x="6424" y="5517"/>
                <a:ext cx="710" cy="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1*100GE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pic>
            <p:nvPicPr>
              <p:cNvPr id="560" name="图片 559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677" y="4821"/>
                <a:ext cx="260" cy="288"/>
              </a:xfrm>
              <a:prstGeom prst="rect">
                <a:avLst/>
              </a:prstGeom>
            </p:spPr>
          </p:pic>
          <p:sp>
            <p:nvSpPr>
              <p:cNvPr id="561" name="文本框 560"/>
              <p:cNvSpPr txBox="1"/>
              <p:nvPr/>
            </p:nvSpPr>
            <p:spPr>
              <a:xfrm>
                <a:off x="5923" y="4651"/>
                <a:ext cx="1339" cy="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参数面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Border Leaf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562" name="直接连接符 561"/>
              <p:cNvCxnSpPr>
                <a:stCxn id="560" idx="0"/>
              </p:cNvCxnSpPr>
              <p:nvPr/>
            </p:nvCxnSpPr>
            <p:spPr>
              <a:xfrm flipH="1" flipV="1">
                <a:off x="3375" y="4483"/>
                <a:ext cx="2432" cy="33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接连接符 562"/>
              <p:cNvCxnSpPr>
                <a:stCxn id="560" idx="0"/>
              </p:cNvCxnSpPr>
              <p:nvPr/>
            </p:nvCxnSpPr>
            <p:spPr>
              <a:xfrm flipH="1" flipV="1">
                <a:off x="4210" y="4483"/>
                <a:ext cx="1597" cy="33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4" name="文本框 563"/>
              <p:cNvSpPr txBox="1"/>
              <p:nvPr/>
            </p:nvSpPr>
            <p:spPr>
              <a:xfrm>
                <a:off x="5487" y="4545"/>
                <a:ext cx="977" cy="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CE9860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65" name="文本框 564"/>
              <p:cNvSpPr txBox="1"/>
              <p:nvPr/>
            </p:nvSpPr>
            <p:spPr>
              <a:xfrm rot="284298">
                <a:off x="4703" y="4695"/>
                <a:ext cx="878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1*400GE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66" name="文本框 565"/>
              <p:cNvSpPr txBox="1"/>
              <p:nvPr/>
            </p:nvSpPr>
            <p:spPr>
              <a:xfrm>
                <a:off x="2810" y="4659"/>
                <a:ext cx="1066" cy="42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新增</a:t>
                </a:r>
                <a:endPara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400GE</a:t>
                </a:r>
                <a:r>
                  <a:rPr kumimoji="0" lang="zh-CN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光模块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67" name="文本框 566"/>
              <p:cNvSpPr txBox="1"/>
              <p:nvPr/>
            </p:nvSpPr>
            <p:spPr>
              <a:xfrm>
                <a:off x="3635" y="4651"/>
                <a:ext cx="131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新增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400GE光模块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68" name="文本框 567"/>
              <p:cNvSpPr txBox="1"/>
              <p:nvPr/>
            </p:nvSpPr>
            <p:spPr>
              <a:xfrm rot="692954">
                <a:off x="4854" y="4407"/>
                <a:ext cx="909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1*400GE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69" name="矩形: 圆角 354"/>
              <p:cNvSpPr/>
              <p:nvPr/>
            </p:nvSpPr>
            <p:spPr>
              <a:xfrm>
                <a:off x="4041" y="8465"/>
                <a:ext cx="3689" cy="1724"/>
              </a:xfrm>
              <a:prstGeom prst="roundRect">
                <a:avLst>
                  <a:gd name="adj" fmla="val 6573"/>
                </a:avLst>
              </a:prstGeom>
              <a:solidFill>
                <a:sysClr val="window" lastClr="FFFFFF">
                  <a:lumMod val="95000"/>
                </a:sysClr>
              </a:solidFill>
              <a:ln w="317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570" name="椭圆 569"/>
              <p:cNvSpPr/>
              <p:nvPr/>
            </p:nvSpPr>
            <p:spPr>
              <a:xfrm>
                <a:off x="2864" y="5922"/>
                <a:ext cx="5860" cy="2051"/>
              </a:xfrm>
              <a:prstGeom prst="ellipse">
                <a:avLst/>
              </a:prstGeom>
              <a:solidFill>
                <a:sysClr val="window" lastClr="FFFFFF">
                  <a:lumMod val="95000"/>
                </a:sysClr>
              </a:solidFill>
              <a:ln w="317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571" name="文本框 570"/>
              <p:cNvSpPr txBox="1"/>
              <p:nvPr/>
            </p:nvSpPr>
            <p:spPr>
              <a:xfrm>
                <a:off x="4123" y="8502"/>
                <a:ext cx="343" cy="1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100" b="1" kern="0">
                    <a:solidFill>
                      <a:srgbClr val="0070C0"/>
                    </a:solidFill>
                    <a:latin typeface="微软雅黑" panose="020B0502040204020203" charset="-122"/>
                    <a:ea typeface="微软雅黑" panose="020B0502040204020203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中远园区机房</a:t>
                </a:r>
                <a:endPara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72" name="矩形 571"/>
              <p:cNvSpPr/>
              <p:nvPr/>
            </p:nvSpPr>
            <p:spPr>
              <a:xfrm>
                <a:off x="3008" y="6741"/>
                <a:ext cx="1250" cy="4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  <a:sym typeface="Huawei Sans" panose="020C0503030203020204" pitchFamily="34" charset="0"/>
                  </a:rPr>
                  <a:t>上海新城</a:t>
                </a:r>
                <a:endPara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  <a:sym typeface="Huawei Sans" panose="020C0503030203020204" pitchFamily="34" charset="0"/>
                </a:endParaRPr>
              </a:p>
            </p:txBody>
          </p:sp>
          <p:sp>
            <p:nvSpPr>
              <p:cNvPr id="573" name="文本框 572"/>
              <p:cNvSpPr txBox="1"/>
              <p:nvPr/>
            </p:nvSpPr>
            <p:spPr>
              <a:xfrm>
                <a:off x="5945" y="7964"/>
                <a:ext cx="856" cy="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CPE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XH861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574" name="直接连接符 573"/>
              <p:cNvCxnSpPr>
                <a:endCxn id="575" idx="0"/>
              </p:cNvCxnSpPr>
              <p:nvPr/>
            </p:nvCxnSpPr>
            <p:spPr>
              <a:xfrm>
                <a:off x="5686" y="7726"/>
                <a:ext cx="3" cy="473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575" name="图片 574"/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411" y="8198"/>
                <a:ext cx="555" cy="242"/>
              </a:xfrm>
              <a:prstGeom prst="rect">
                <a:avLst/>
              </a:prstGeom>
            </p:spPr>
          </p:pic>
          <p:pic>
            <p:nvPicPr>
              <p:cNvPr id="576" name="图片 575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563" y="8798"/>
                <a:ext cx="260" cy="288"/>
              </a:xfrm>
              <a:prstGeom prst="rect">
                <a:avLst/>
              </a:prstGeom>
            </p:spPr>
          </p:pic>
          <p:cxnSp>
            <p:nvCxnSpPr>
              <p:cNvPr id="577" name="直接连接符 576"/>
              <p:cNvCxnSpPr>
                <a:stCxn id="576" idx="0"/>
                <a:endCxn id="575" idx="2"/>
              </p:cNvCxnSpPr>
              <p:nvPr/>
            </p:nvCxnSpPr>
            <p:spPr>
              <a:xfrm flipH="1" flipV="1">
                <a:off x="5689" y="8441"/>
                <a:ext cx="4" cy="35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8" name="组合 577"/>
              <p:cNvGrpSpPr/>
              <p:nvPr/>
            </p:nvGrpSpPr>
            <p:grpSpPr>
              <a:xfrm>
                <a:off x="6144" y="9397"/>
                <a:ext cx="222" cy="280"/>
                <a:chOff x="5497324" y="5613709"/>
                <a:chExt cx="180603" cy="300329"/>
              </a:xfrm>
              <a:solidFill>
                <a:srgbClr val="ED7D31"/>
              </a:solidFill>
            </p:grpSpPr>
            <p:sp>
              <p:nvSpPr>
                <p:cNvPr id="579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80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81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82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83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84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585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sp>
            <p:nvSpPr>
              <p:cNvPr id="586" name="文本框 585"/>
              <p:cNvSpPr txBox="1"/>
              <p:nvPr/>
            </p:nvSpPr>
            <p:spPr>
              <a:xfrm>
                <a:off x="5108" y="9777"/>
                <a:ext cx="1552" cy="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智算服务器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587" name="直接连接符 586"/>
              <p:cNvCxnSpPr>
                <a:endCxn id="576" idx="2"/>
              </p:cNvCxnSpPr>
              <p:nvPr/>
            </p:nvCxnSpPr>
            <p:spPr>
              <a:xfrm flipH="1" flipV="1">
                <a:off x="5693" y="9086"/>
                <a:ext cx="474" cy="31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/>
              <p:cNvSpPr txBox="1"/>
              <p:nvPr/>
            </p:nvSpPr>
            <p:spPr>
              <a:xfrm>
                <a:off x="5807" y="8827"/>
                <a:ext cx="854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CE9860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89" name="文本框 588"/>
              <p:cNvSpPr txBox="1"/>
              <p:nvPr/>
            </p:nvSpPr>
            <p:spPr>
              <a:xfrm>
                <a:off x="6017" y="9089"/>
                <a:ext cx="923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8*200GE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90" name="文本框 589"/>
              <p:cNvSpPr txBox="1"/>
              <p:nvPr/>
            </p:nvSpPr>
            <p:spPr>
              <a:xfrm>
                <a:off x="4709" y="8488"/>
                <a:ext cx="975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1*100GE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591" name="文本框 590"/>
              <p:cNvSpPr txBox="1"/>
              <p:nvPr/>
            </p:nvSpPr>
            <p:spPr>
              <a:xfrm>
                <a:off x="4655" y="7955"/>
                <a:ext cx="1085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1*100GE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592" name="直接连接符 591"/>
              <p:cNvCxnSpPr>
                <a:endCxn id="576" idx="2"/>
              </p:cNvCxnSpPr>
              <p:nvPr/>
            </p:nvCxnSpPr>
            <p:spPr>
              <a:xfrm flipH="1" flipV="1">
                <a:off x="5693" y="9086"/>
                <a:ext cx="451" cy="47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/>
              <p:cNvSpPr txBox="1"/>
              <p:nvPr/>
            </p:nvSpPr>
            <p:spPr>
              <a:xfrm>
                <a:off x="5083" y="9359"/>
                <a:ext cx="896" cy="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1*100GE</a:t>
                </a:r>
                <a:endParaRPr kumimoji="0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594" name="直接连接符 593"/>
              <p:cNvCxnSpPr>
                <a:stCxn id="624" idx="0"/>
                <a:endCxn id="622" idx="2"/>
              </p:cNvCxnSpPr>
              <p:nvPr/>
            </p:nvCxnSpPr>
            <p:spPr>
              <a:xfrm flipV="1">
                <a:off x="4732" y="6867"/>
                <a:ext cx="0" cy="35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95" name="直接连接符 594"/>
              <p:cNvCxnSpPr>
                <a:stCxn id="624" idx="0"/>
                <a:endCxn id="623" idx="2"/>
              </p:cNvCxnSpPr>
              <p:nvPr/>
            </p:nvCxnSpPr>
            <p:spPr>
              <a:xfrm flipV="1">
                <a:off x="4732" y="6867"/>
                <a:ext cx="1873" cy="35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96" name="直接连接符 595"/>
              <p:cNvCxnSpPr>
                <a:stCxn id="623" idx="1"/>
                <a:endCxn id="622" idx="3"/>
              </p:cNvCxnSpPr>
              <p:nvPr/>
            </p:nvCxnSpPr>
            <p:spPr>
              <a:xfrm flipH="1">
                <a:off x="4927" y="6711"/>
                <a:ext cx="1483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97" name="直接连接符 596"/>
              <p:cNvCxnSpPr>
                <a:stCxn id="622" idx="0"/>
                <a:endCxn id="620" idx="2"/>
              </p:cNvCxnSpPr>
              <p:nvPr/>
            </p:nvCxnSpPr>
            <p:spPr>
              <a:xfrm flipV="1">
                <a:off x="4732" y="6393"/>
                <a:ext cx="0" cy="162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98" name="直接连接符 597"/>
              <p:cNvCxnSpPr>
                <a:stCxn id="622" idx="2"/>
                <a:endCxn id="625" idx="0"/>
              </p:cNvCxnSpPr>
              <p:nvPr/>
            </p:nvCxnSpPr>
            <p:spPr>
              <a:xfrm>
                <a:off x="4732" y="6867"/>
                <a:ext cx="1876" cy="35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99" name="直接连接符 598"/>
              <p:cNvCxnSpPr>
                <a:stCxn id="621" idx="2"/>
                <a:endCxn id="623" idx="0"/>
              </p:cNvCxnSpPr>
              <p:nvPr/>
            </p:nvCxnSpPr>
            <p:spPr>
              <a:xfrm>
                <a:off x="6605" y="6393"/>
                <a:ext cx="0" cy="162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00" name="文本框 599"/>
              <p:cNvSpPr txBox="1"/>
              <p:nvPr/>
            </p:nvSpPr>
            <p:spPr>
              <a:xfrm>
                <a:off x="6727" y="6139"/>
                <a:ext cx="1135" cy="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900">
                    <a:latin typeface="微软雅黑" panose="020B0502040204020203" charset="-122"/>
                    <a:ea typeface="微软雅黑" panose="020B0502040204020203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S-Leaf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601" name="文本框 600"/>
              <p:cNvSpPr txBox="1"/>
              <p:nvPr/>
            </p:nvSpPr>
            <p:spPr>
              <a:xfrm>
                <a:off x="6754" y="6615"/>
                <a:ext cx="976" cy="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900">
                    <a:latin typeface="微软雅黑" panose="020B0502040204020203" charset="-122"/>
                    <a:ea typeface="微软雅黑" panose="020B0502040204020203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Spine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602" name="文本框 601"/>
              <p:cNvSpPr txBox="1"/>
              <p:nvPr/>
            </p:nvSpPr>
            <p:spPr>
              <a:xfrm>
                <a:off x="6741" y="7144"/>
                <a:ext cx="986" cy="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900">
                    <a:latin typeface="微软雅黑" panose="020B0502040204020203" charset="-122"/>
                    <a:ea typeface="微软雅黑" panose="020B0502040204020203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A-Leaf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603" name="直接连接符 602"/>
              <p:cNvCxnSpPr>
                <a:stCxn id="620" idx="3"/>
                <a:endCxn id="621" idx="1"/>
              </p:cNvCxnSpPr>
              <p:nvPr/>
            </p:nvCxnSpPr>
            <p:spPr>
              <a:xfrm>
                <a:off x="4927" y="6237"/>
                <a:ext cx="1483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04" name="直接连接符 603"/>
              <p:cNvCxnSpPr>
                <a:stCxn id="623" idx="2"/>
                <a:endCxn id="625" idx="0"/>
              </p:cNvCxnSpPr>
              <p:nvPr/>
            </p:nvCxnSpPr>
            <p:spPr>
              <a:xfrm>
                <a:off x="6605" y="6867"/>
                <a:ext cx="3" cy="355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05" name="直接连接符 604"/>
              <p:cNvCxnSpPr>
                <a:stCxn id="624" idx="2"/>
              </p:cNvCxnSpPr>
              <p:nvPr/>
            </p:nvCxnSpPr>
            <p:spPr>
              <a:xfrm>
                <a:off x="4732" y="7534"/>
                <a:ext cx="952" cy="9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06" name="直接连接符 605"/>
              <p:cNvCxnSpPr>
                <a:endCxn id="625" idx="2"/>
              </p:cNvCxnSpPr>
              <p:nvPr/>
            </p:nvCxnSpPr>
            <p:spPr>
              <a:xfrm flipV="1">
                <a:off x="5684" y="7534"/>
                <a:ext cx="924" cy="9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07" name="文本框 606"/>
              <p:cNvSpPr txBox="1"/>
              <p:nvPr/>
            </p:nvSpPr>
            <p:spPr>
              <a:xfrm>
                <a:off x="5896" y="7569"/>
                <a:ext cx="379" cy="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900">
                    <a:latin typeface="微软雅黑" panose="020B0502040204020203" charset="-122"/>
                    <a:ea typeface="微软雅黑" panose="020B0502040204020203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rPr>
                  <a:t>A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grpSp>
            <p:nvGrpSpPr>
              <p:cNvPr id="608" name="组合 607"/>
              <p:cNvGrpSpPr/>
              <p:nvPr/>
            </p:nvGrpSpPr>
            <p:grpSpPr>
              <a:xfrm>
                <a:off x="3026" y="2731"/>
                <a:ext cx="167" cy="440"/>
                <a:chOff x="5497324" y="5613709"/>
                <a:chExt cx="180603" cy="300329"/>
              </a:xfrm>
            </p:grpSpPr>
            <p:sp>
              <p:nvSpPr>
                <p:cNvPr id="609" name="Freeform 341"/>
                <p:cNvSpPr/>
                <p:nvPr/>
              </p:nvSpPr>
              <p:spPr bwMode="auto">
                <a:xfrm>
                  <a:off x="5497324" y="5613709"/>
                  <a:ext cx="180603" cy="300329"/>
                </a:xfrm>
                <a:custGeom>
                  <a:avLst/>
                  <a:gdLst>
                    <a:gd name="T0" fmla="*/ 2147483646 w 156"/>
                    <a:gd name="T1" fmla="*/ 0 h 259"/>
                    <a:gd name="T2" fmla="*/ 2147483646 w 156"/>
                    <a:gd name="T3" fmla="*/ 0 h 259"/>
                    <a:gd name="T4" fmla="*/ 0 w 156"/>
                    <a:gd name="T5" fmla="*/ 2147483646 h 259"/>
                    <a:gd name="T6" fmla="*/ 0 w 156"/>
                    <a:gd name="T7" fmla="*/ 2147483646 h 259"/>
                    <a:gd name="T8" fmla="*/ 2147483646 w 156"/>
                    <a:gd name="T9" fmla="*/ 2147483646 h 259"/>
                    <a:gd name="T10" fmla="*/ 2147483646 w 156"/>
                    <a:gd name="T11" fmla="*/ 2147483646 h 259"/>
                    <a:gd name="T12" fmla="*/ 2147483646 w 156"/>
                    <a:gd name="T13" fmla="*/ 2147483646 h 259"/>
                    <a:gd name="T14" fmla="*/ 2147483646 w 156"/>
                    <a:gd name="T15" fmla="*/ 2147483646 h 259"/>
                    <a:gd name="T16" fmla="*/ 2147483646 w 156"/>
                    <a:gd name="T17" fmla="*/ 2147483646 h 259"/>
                    <a:gd name="T18" fmla="*/ 2147483646 w 156"/>
                    <a:gd name="T19" fmla="*/ 2147483646 h 259"/>
                    <a:gd name="T20" fmla="*/ 2147483646 w 156"/>
                    <a:gd name="T21" fmla="*/ 2147483646 h 259"/>
                    <a:gd name="T22" fmla="*/ 2147483646 w 156"/>
                    <a:gd name="T23" fmla="*/ 2147483646 h 259"/>
                    <a:gd name="T24" fmla="*/ 2147483646 w 156"/>
                    <a:gd name="T25" fmla="*/ 2147483646 h 259"/>
                    <a:gd name="T26" fmla="*/ 2147483646 w 156"/>
                    <a:gd name="T27" fmla="*/ 2147483646 h 259"/>
                    <a:gd name="T28" fmla="*/ 2147483646 w 156"/>
                    <a:gd name="T29" fmla="*/ 2147483646 h 259"/>
                    <a:gd name="T30" fmla="*/ 2147483646 w 156"/>
                    <a:gd name="T31" fmla="*/ 2147483646 h 259"/>
                    <a:gd name="T32" fmla="*/ 2147483646 w 156"/>
                    <a:gd name="T33" fmla="*/ 2147483646 h 259"/>
                    <a:gd name="T34" fmla="*/ 2147483646 w 156"/>
                    <a:gd name="T35" fmla="*/ 2147483646 h 259"/>
                    <a:gd name="T36" fmla="*/ 2147483646 w 156"/>
                    <a:gd name="T37" fmla="*/ 2147483646 h 259"/>
                    <a:gd name="T38" fmla="*/ 2147483646 w 156"/>
                    <a:gd name="T39" fmla="*/ 2147483646 h 259"/>
                    <a:gd name="T40" fmla="*/ 2147483646 w 156"/>
                    <a:gd name="T41" fmla="*/ 2147483646 h 259"/>
                    <a:gd name="T42" fmla="*/ 2147483646 w 156"/>
                    <a:gd name="T43" fmla="*/ 2147483646 h 259"/>
                    <a:gd name="T44" fmla="*/ 2147483646 w 156"/>
                    <a:gd name="T45" fmla="*/ 2147483646 h 259"/>
                    <a:gd name="T46" fmla="*/ 2147483646 w 156"/>
                    <a:gd name="T47" fmla="*/ 2147483646 h 259"/>
                    <a:gd name="T48" fmla="*/ 2147483646 w 156"/>
                    <a:gd name="T49" fmla="*/ 2147483646 h 259"/>
                    <a:gd name="T50" fmla="*/ 2147483646 w 156"/>
                    <a:gd name="T51" fmla="*/ 2147483646 h 259"/>
                    <a:gd name="T52" fmla="*/ 2147483646 w 156"/>
                    <a:gd name="T53" fmla="*/ 0 h 25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56"/>
                    <a:gd name="T82" fmla="*/ 0 h 259"/>
                    <a:gd name="T83" fmla="*/ 156 w 156"/>
                    <a:gd name="T84" fmla="*/ 259 h 259"/>
                    <a:gd name="connsiteX0" fmla="*/ 8974 w 10000"/>
                    <a:gd name="connsiteY0" fmla="*/ 0 h 10000"/>
                    <a:gd name="connsiteX1" fmla="*/ 1026 w 10000"/>
                    <a:gd name="connsiteY1" fmla="*/ 0 h 10000"/>
                    <a:gd name="connsiteX2" fmla="*/ 0 w 10000"/>
                    <a:gd name="connsiteY2" fmla="*/ 618 h 10000"/>
                    <a:gd name="connsiteX3" fmla="*/ 0 w 10000"/>
                    <a:gd name="connsiteY3" fmla="*/ 9073 h 10000"/>
                    <a:gd name="connsiteX4" fmla="*/ 1026 w 10000"/>
                    <a:gd name="connsiteY4" fmla="*/ 9730 h 10000"/>
                    <a:gd name="connsiteX5" fmla="*/ 4423 w 10000"/>
                    <a:gd name="connsiteY5" fmla="*/ 9730 h 10000"/>
                    <a:gd name="connsiteX6" fmla="*/ 5128 w 10000"/>
                    <a:gd name="connsiteY6" fmla="*/ 10000 h 10000"/>
                    <a:gd name="connsiteX7" fmla="*/ 5962 w 10000"/>
                    <a:gd name="connsiteY7" fmla="*/ 9498 h 10000"/>
                    <a:gd name="connsiteX8" fmla="*/ 5128 w 10000"/>
                    <a:gd name="connsiteY8" fmla="*/ 9035 h 10000"/>
                    <a:gd name="connsiteX9" fmla="*/ 4423 w 10000"/>
                    <a:gd name="connsiteY9" fmla="*/ 9305 h 10000"/>
                    <a:gd name="connsiteX10" fmla="*/ 1026 w 10000"/>
                    <a:gd name="connsiteY10" fmla="*/ 9305 h 10000"/>
                    <a:gd name="connsiteX11" fmla="*/ 705 w 10000"/>
                    <a:gd name="connsiteY11" fmla="*/ 9073 h 10000"/>
                    <a:gd name="connsiteX12" fmla="*/ 582 w 10000"/>
                    <a:gd name="connsiteY12" fmla="*/ 4958 h 10000"/>
                    <a:gd name="connsiteX13" fmla="*/ 705 w 10000"/>
                    <a:gd name="connsiteY13" fmla="*/ 618 h 10000"/>
                    <a:gd name="connsiteX14" fmla="*/ 1026 w 10000"/>
                    <a:gd name="connsiteY14" fmla="*/ 425 h 10000"/>
                    <a:gd name="connsiteX15" fmla="*/ 8974 w 10000"/>
                    <a:gd name="connsiteY15" fmla="*/ 425 h 10000"/>
                    <a:gd name="connsiteX16" fmla="*/ 9295 w 10000"/>
                    <a:gd name="connsiteY16" fmla="*/ 618 h 10000"/>
                    <a:gd name="connsiteX17" fmla="*/ 9295 w 10000"/>
                    <a:gd name="connsiteY17" fmla="*/ 9073 h 10000"/>
                    <a:gd name="connsiteX18" fmla="*/ 8974 w 10000"/>
                    <a:gd name="connsiteY18" fmla="*/ 9305 h 10000"/>
                    <a:gd name="connsiteX19" fmla="*/ 8269 w 10000"/>
                    <a:gd name="connsiteY19" fmla="*/ 9305 h 10000"/>
                    <a:gd name="connsiteX20" fmla="*/ 7564 w 10000"/>
                    <a:gd name="connsiteY20" fmla="*/ 9035 h 10000"/>
                    <a:gd name="connsiteX21" fmla="*/ 6795 w 10000"/>
                    <a:gd name="connsiteY21" fmla="*/ 9498 h 10000"/>
                    <a:gd name="connsiteX22" fmla="*/ 7564 w 10000"/>
                    <a:gd name="connsiteY22" fmla="*/ 10000 h 10000"/>
                    <a:gd name="connsiteX23" fmla="*/ 8269 w 10000"/>
                    <a:gd name="connsiteY23" fmla="*/ 9730 h 10000"/>
                    <a:gd name="connsiteX24" fmla="*/ 8974 w 10000"/>
                    <a:gd name="connsiteY24" fmla="*/ 9730 h 10000"/>
                    <a:gd name="connsiteX25" fmla="*/ 10000 w 10000"/>
                    <a:gd name="connsiteY25" fmla="*/ 9073 h 10000"/>
                    <a:gd name="connsiteX26" fmla="*/ 10000 w 10000"/>
                    <a:gd name="connsiteY26" fmla="*/ 618 h 10000"/>
                    <a:gd name="connsiteX27" fmla="*/ 8974 w 10000"/>
                    <a:gd name="connsiteY27" fmla="*/ 0 h 10000"/>
                    <a:gd name="connsiteX0-1" fmla="*/ 8974 w 10000"/>
                    <a:gd name="connsiteY0-2" fmla="*/ 0 h 10000"/>
                    <a:gd name="connsiteX1-3" fmla="*/ 1026 w 10000"/>
                    <a:gd name="connsiteY1-4" fmla="*/ 0 h 10000"/>
                    <a:gd name="connsiteX2-5" fmla="*/ 0 w 10000"/>
                    <a:gd name="connsiteY2-6" fmla="*/ 618 h 10000"/>
                    <a:gd name="connsiteX3-7" fmla="*/ 0 w 10000"/>
                    <a:gd name="connsiteY3-8" fmla="*/ 9073 h 10000"/>
                    <a:gd name="connsiteX4-9" fmla="*/ 1026 w 10000"/>
                    <a:gd name="connsiteY4-10" fmla="*/ 9730 h 10000"/>
                    <a:gd name="connsiteX5-11" fmla="*/ 4423 w 10000"/>
                    <a:gd name="connsiteY5-12" fmla="*/ 9730 h 10000"/>
                    <a:gd name="connsiteX6-13" fmla="*/ 5128 w 10000"/>
                    <a:gd name="connsiteY6-14" fmla="*/ 10000 h 10000"/>
                    <a:gd name="connsiteX7-15" fmla="*/ 5962 w 10000"/>
                    <a:gd name="connsiteY7-16" fmla="*/ 9498 h 10000"/>
                    <a:gd name="connsiteX8-17" fmla="*/ 5128 w 10000"/>
                    <a:gd name="connsiteY8-18" fmla="*/ 9035 h 10000"/>
                    <a:gd name="connsiteX9-19" fmla="*/ 4423 w 10000"/>
                    <a:gd name="connsiteY9-20" fmla="*/ 9305 h 10000"/>
                    <a:gd name="connsiteX10-21" fmla="*/ 1026 w 10000"/>
                    <a:gd name="connsiteY10-22" fmla="*/ 9305 h 10000"/>
                    <a:gd name="connsiteX11-23" fmla="*/ 705 w 10000"/>
                    <a:gd name="connsiteY11-24" fmla="*/ 9073 h 10000"/>
                    <a:gd name="connsiteX12-25" fmla="*/ 582 w 10000"/>
                    <a:gd name="connsiteY12-26" fmla="*/ 4958 h 10000"/>
                    <a:gd name="connsiteX13-27" fmla="*/ 705 w 10000"/>
                    <a:gd name="connsiteY13-28" fmla="*/ 618 h 10000"/>
                    <a:gd name="connsiteX14-29" fmla="*/ 1026 w 10000"/>
                    <a:gd name="connsiteY14-30" fmla="*/ 425 h 10000"/>
                    <a:gd name="connsiteX15-31" fmla="*/ 8974 w 10000"/>
                    <a:gd name="connsiteY15-32" fmla="*/ 425 h 10000"/>
                    <a:gd name="connsiteX16-33" fmla="*/ 9295 w 10000"/>
                    <a:gd name="connsiteY16-34" fmla="*/ 618 h 10000"/>
                    <a:gd name="connsiteX17-35" fmla="*/ 9295 w 10000"/>
                    <a:gd name="connsiteY17-36" fmla="*/ 9073 h 10000"/>
                    <a:gd name="connsiteX18-37" fmla="*/ 8974 w 10000"/>
                    <a:gd name="connsiteY18-38" fmla="*/ 9305 h 10000"/>
                    <a:gd name="connsiteX19-39" fmla="*/ 8269 w 10000"/>
                    <a:gd name="connsiteY19-40" fmla="*/ 9305 h 10000"/>
                    <a:gd name="connsiteX20-41" fmla="*/ 7564 w 10000"/>
                    <a:gd name="connsiteY20-42" fmla="*/ 9035 h 10000"/>
                    <a:gd name="connsiteX21-43" fmla="*/ 6795 w 10000"/>
                    <a:gd name="connsiteY21-44" fmla="*/ 9498 h 10000"/>
                    <a:gd name="connsiteX22-45" fmla="*/ 7564 w 10000"/>
                    <a:gd name="connsiteY22-46" fmla="*/ 10000 h 10000"/>
                    <a:gd name="connsiteX23-47" fmla="*/ 8269 w 10000"/>
                    <a:gd name="connsiteY23-48" fmla="*/ 9730 h 10000"/>
                    <a:gd name="connsiteX24-49" fmla="*/ 8974 w 10000"/>
                    <a:gd name="connsiteY24-50" fmla="*/ 9730 h 10000"/>
                    <a:gd name="connsiteX25-51" fmla="*/ 10000 w 10000"/>
                    <a:gd name="connsiteY25-52" fmla="*/ 9073 h 10000"/>
                    <a:gd name="connsiteX26-53" fmla="*/ 9943 w 10000"/>
                    <a:gd name="connsiteY26-54" fmla="*/ 4879 h 10000"/>
                    <a:gd name="connsiteX27-55" fmla="*/ 10000 w 10000"/>
                    <a:gd name="connsiteY27-56" fmla="*/ 618 h 10000"/>
                    <a:gd name="connsiteX28" fmla="*/ 8974 w 10000"/>
                    <a:gd name="connsiteY28" fmla="*/ 0 h 100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  <a:cxn ang="0">
                      <a:pos x="connsiteX27-55" y="connsiteY27-56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000" h="10000">
                      <a:moveTo>
                        <a:pt x="8974" y="0"/>
                      </a:moveTo>
                      <a:lnTo>
                        <a:pt x="1026" y="0"/>
                      </a:lnTo>
                      <a:cubicBezTo>
                        <a:pt x="449" y="0"/>
                        <a:pt x="0" y="270"/>
                        <a:pt x="0" y="618"/>
                      </a:cubicBezTo>
                      <a:lnTo>
                        <a:pt x="0" y="9073"/>
                      </a:lnTo>
                      <a:cubicBezTo>
                        <a:pt x="0" y="9421"/>
                        <a:pt x="449" y="9730"/>
                        <a:pt x="1026" y="9730"/>
                      </a:cubicBezTo>
                      <a:lnTo>
                        <a:pt x="4423" y="9730"/>
                      </a:lnTo>
                      <a:cubicBezTo>
                        <a:pt x="4551" y="9884"/>
                        <a:pt x="4872" y="10000"/>
                        <a:pt x="5128" y="10000"/>
                      </a:cubicBezTo>
                      <a:cubicBezTo>
                        <a:pt x="5577" y="10000"/>
                        <a:pt x="5962" y="9768"/>
                        <a:pt x="5962" y="9498"/>
                      </a:cubicBezTo>
                      <a:cubicBezTo>
                        <a:pt x="5962" y="9228"/>
                        <a:pt x="5577" y="9035"/>
                        <a:pt x="5128" y="9035"/>
                      </a:cubicBezTo>
                      <a:cubicBezTo>
                        <a:pt x="4872" y="9035"/>
                        <a:pt x="4551" y="9112"/>
                        <a:pt x="4423" y="9305"/>
                      </a:cubicBezTo>
                      <a:lnTo>
                        <a:pt x="1026" y="9305"/>
                      </a:lnTo>
                      <a:cubicBezTo>
                        <a:pt x="833" y="9305"/>
                        <a:pt x="705" y="9189"/>
                        <a:pt x="705" y="9073"/>
                      </a:cubicBezTo>
                      <a:lnTo>
                        <a:pt x="582" y="4958"/>
                      </a:lnTo>
                      <a:lnTo>
                        <a:pt x="705" y="618"/>
                      </a:lnTo>
                      <a:cubicBezTo>
                        <a:pt x="705" y="502"/>
                        <a:pt x="833" y="425"/>
                        <a:pt x="1026" y="425"/>
                      </a:cubicBezTo>
                      <a:lnTo>
                        <a:pt x="8974" y="425"/>
                      </a:lnTo>
                      <a:cubicBezTo>
                        <a:pt x="9103" y="425"/>
                        <a:pt x="9295" y="502"/>
                        <a:pt x="9295" y="618"/>
                      </a:cubicBezTo>
                      <a:lnTo>
                        <a:pt x="9295" y="9073"/>
                      </a:lnTo>
                      <a:cubicBezTo>
                        <a:pt x="9295" y="9189"/>
                        <a:pt x="9103" y="9305"/>
                        <a:pt x="8974" y="9305"/>
                      </a:cubicBezTo>
                      <a:lnTo>
                        <a:pt x="8269" y="9305"/>
                      </a:lnTo>
                      <a:cubicBezTo>
                        <a:pt x="8141" y="9112"/>
                        <a:pt x="7885" y="9035"/>
                        <a:pt x="7564" y="9035"/>
                      </a:cubicBezTo>
                      <a:cubicBezTo>
                        <a:pt x="7115" y="9035"/>
                        <a:pt x="6795" y="9228"/>
                        <a:pt x="6795" y="9498"/>
                      </a:cubicBezTo>
                      <a:cubicBezTo>
                        <a:pt x="6795" y="9768"/>
                        <a:pt x="7115" y="10000"/>
                        <a:pt x="7564" y="10000"/>
                      </a:cubicBezTo>
                      <a:cubicBezTo>
                        <a:pt x="7885" y="10000"/>
                        <a:pt x="8141" y="9884"/>
                        <a:pt x="8269" y="9730"/>
                      </a:cubicBezTo>
                      <a:lnTo>
                        <a:pt x="8974" y="9730"/>
                      </a:lnTo>
                      <a:cubicBezTo>
                        <a:pt x="9551" y="9730"/>
                        <a:pt x="10000" y="9421"/>
                        <a:pt x="10000" y="9073"/>
                      </a:cubicBezTo>
                      <a:lnTo>
                        <a:pt x="9943" y="4879"/>
                      </a:lnTo>
                      <a:cubicBezTo>
                        <a:pt x="9962" y="3459"/>
                        <a:pt x="9981" y="2038"/>
                        <a:pt x="10000" y="618"/>
                      </a:cubicBezTo>
                      <a:cubicBezTo>
                        <a:pt x="10000" y="270"/>
                        <a:pt x="9551" y="0"/>
                        <a:pt x="8974" y="0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610" name="Freeform 342"/>
                <p:cNvSpPr>
                  <a:spLocks noEditPoints="1"/>
                </p:cNvSpPr>
                <p:nvPr/>
              </p:nvSpPr>
              <p:spPr bwMode="auto">
                <a:xfrm>
                  <a:off x="5597376" y="5817322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6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6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0"/>
                        <a:pt x="11" y="7"/>
                        <a:pt x="15" y="7"/>
                      </a:cubicBezTo>
                      <a:cubicBezTo>
                        <a:pt x="19" y="7"/>
                        <a:pt x="23" y="10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611" name="Freeform 343"/>
                <p:cNvSpPr>
                  <a:spLocks noEditPoints="1"/>
                </p:cNvSpPr>
                <p:nvPr/>
              </p:nvSpPr>
              <p:spPr bwMode="auto">
                <a:xfrm>
                  <a:off x="5525305" y="5804596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7"/>
                      </a:moveTo>
                      <a:cubicBezTo>
                        <a:pt x="0" y="49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7"/>
                      </a:ln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612" name="Freeform 344"/>
                <p:cNvSpPr>
                  <a:spLocks noEditPoints="1"/>
                </p:cNvSpPr>
                <p:nvPr/>
              </p:nvSpPr>
              <p:spPr bwMode="auto">
                <a:xfrm>
                  <a:off x="5597376" y="5740119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2"/>
                      </a:moveTo>
                      <a:cubicBezTo>
                        <a:pt x="11" y="22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2"/>
                        <a:pt x="15" y="2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613" name="Freeform 345"/>
                <p:cNvSpPr>
                  <a:spLocks noEditPoints="1"/>
                </p:cNvSpPr>
                <p:nvPr/>
              </p:nvSpPr>
              <p:spPr bwMode="auto">
                <a:xfrm>
                  <a:off x="5525305" y="5727393"/>
                  <a:ext cx="123793" cy="59387"/>
                </a:xfrm>
                <a:custGeom>
                  <a:avLst/>
                  <a:gdLst>
                    <a:gd name="T0" fmla="*/ 0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2147483646 h 51"/>
                    <a:gd name="T10" fmla="*/ 2147483646 w 107"/>
                    <a:gd name="T11" fmla="*/ 0 h 51"/>
                    <a:gd name="T12" fmla="*/ 2147483646 w 107"/>
                    <a:gd name="T13" fmla="*/ 0 h 51"/>
                    <a:gd name="T14" fmla="*/ 0 w 107"/>
                    <a:gd name="T15" fmla="*/ 2147483646 h 51"/>
                    <a:gd name="T16" fmla="*/ 0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0" y="48"/>
                      </a:moveTo>
                      <a:cubicBezTo>
                        <a:pt x="0" y="50"/>
                        <a:pt x="2" y="51"/>
                        <a:pt x="4" y="51"/>
                      </a:cubicBez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50"/>
                        <a:pt x="107" y="48"/>
                      </a:cubicBezTo>
                      <a:cubicBezTo>
                        <a:pt x="107" y="4"/>
                        <a:pt x="107" y="4"/>
                        <a:pt x="107" y="4"/>
                      </a:cubicBezTo>
                      <a:cubicBezTo>
                        <a:pt x="107" y="2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lnTo>
                        <a:pt x="0" y="48"/>
                      </a:lnTo>
                      <a:close/>
                      <a:moveTo>
                        <a:pt x="8" y="8"/>
                      </a:moveTo>
                      <a:cubicBezTo>
                        <a:pt x="100" y="8"/>
                        <a:pt x="100" y="8"/>
                        <a:pt x="100" y="8"/>
                      </a:cubicBezTo>
                      <a:cubicBezTo>
                        <a:pt x="100" y="44"/>
                        <a:pt x="100" y="44"/>
                        <a:pt x="100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lnTo>
                        <a:pt x="8" y="8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614" name="Freeform 346"/>
                <p:cNvSpPr>
                  <a:spLocks noEditPoints="1"/>
                </p:cNvSpPr>
                <p:nvPr/>
              </p:nvSpPr>
              <p:spPr bwMode="auto">
                <a:xfrm>
                  <a:off x="5597376" y="5662915"/>
                  <a:ext cx="34764" cy="34784"/>
                </a:xfrm>
                <a:custGeom>
                  <a:avLst/>
                  <a:gdLst>
                    <a:gd name="T0" fmla="*/ 2147483646 w 30"/>
                    <a:gd name="T1" fmla="*/ 0 h 30"/>
                    <a:gd name="T2" fmla="*/ 0 w 30"/>
                    <a:gd name="T3" fmla="*/ 2147483646 h 30"/>
                    <a:gd name="T4" fmla="*/ 2147483646 w 30"/>
                    <a:gd name="T5" fmla="*/ 2147483646 h 30"/>
                    <a:gd name="T6" fmla="*/ 2147483646 w 30"/>
                    <a:gd name="T7" fmla="*/ 2147483646 h 30"/>
                    <a:gd name="T8" fmla="*/ 2147483646 w 30"/>
                    <a:gd name="T9" fmla="*/ 0 h 30"/>
                    <a:gd name="T10" fmla="*/ 2147483646 w 30"/>
                    <a:gd name="T11" fmla="*/ 2147483646 h 30"/>
                    <a:gd name="T12" fmla="*/ 2147483646 w 30"/>
                    <a:gd name="T13" fmla="*/ 2147483646 h 30"/>
                    <a:gd name="T14" fmla="*/ 2147483646 w 30"/>
                    <a:gd name="T15" fmla="*/ 2147483646 h 30"/>
                    <a:gd name="T16" fmla="*/ 2147483646 w 30"/>
                    <a:gd name="T17" fmla="*/ 2147483646 h 30"/>
                    <a:gd name="T18" fmla="*/ 2147483646 w 30"/>
                    <a:gd name="T19" fmla="*/ 2147483646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"/>
                    <a:gd name="T31" fmla="*/ 0 h 30"/>
                    <a:gd name="T32" fmla="*/ 30 w 30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" h="30">
                      <a:moveTo>
                        <a:pt x="15" y="0"/>
                      </a:move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7"/>
                        <a:pt x="23" y="0"/>
                        <a:pt x="15" y="0"/>
                      </a:cubicBezTo>
                      <a:close/>
                      <a:moveTo>
                        <a:pt x="15" y="23"/>
                      </a:moveTo>
                      <a:cubicBezTo>
                        <a:pt x="11" y="23"/>
                        <a:pt x="7" y="19"/>
                        <a:pt x="7" y="15"/>
                      </a:cubicBezTo>
                      <a:cubicBezTo>
                        <a:pt x="7" y="11"/>
                        <a:pt x="11" y="7"/>
                        <a:pt x="15" y="7"/>
                      </a:cubicBezTo>
                      <a:cubicBezTo>
                        <a:pt x="19" y="7"/>
                        <a:pt x="23" y="11"/>
                        <a:pt x="23" y="15"/>
                      </a:cubicBezTo>
                      <a:cubicBezTo>
                        <a:pt x="23" y="19"/>
                        <a:pt x="19" y="23"/>
                        <a:pt x="15" y="23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615" name="Freeform 347"/>
                <p:cNvSpPr>
                  <a:spLocks noEditPoints="1"/>
                </p:cNvSpPr>
                <p:nvPr/>
              </p:nvSpPr>
              <p:spPr bwMode="auto">
                <a:xfrm>
                  <a:off x="5525305" y="5651038"/>
                  <a:ext cx="123793" cy="59387"/>
                </a:xfrm>
                <a:custGeom>
                  <a:avLst/>
                  <a:gdLst>
                    <a:gd name="T0" fmla="*/ 2147483646 w 107"/>
                    <a:gd name="T1" fmla="*/ 2147483646 h 51"/>
                    <a:gd name="T2" fmla="*/ 2147483646 w 107"/>
                    <a:gd name="T3" fmla="*/ 2147483646 h 51"/>
                    <a:gd name="T4" fmla="*/ 2147483646 w 107"/>
                    <a:gd name="T5" fmla="*/ 2147483646 h 51"/>
                    <a:gd name="T6" fmla="*/ 2147483646 w 107"/>
                    <a:gd name="T7" fmla="*/ 2147483646 h 51"/>
                    <a:gd name="T8" fmla="*/ 2147483646 w 107"/>
                    <a:gd name="T9" fmla="*/ 0 h 51"/>
                    <a:gd name="T10" fmla="*/ 2147483646 w 107"/>
                    <a:gd name="T11" fmla="*/ 0 h 51"/>
                    <a:gd name="T12" fmla="*/ 0 w 107"/>
                    <a:gd name="T13" fmla="*/ 2147483646 h 51"/>
                    <a:gd name="T14" fmla="*/ 0 w 107"/>
                    <a:gd name="T15" fmla="*/ 2147483646 h 51"/>
                    <a:gd name="T16" fmla="*/ 2147483646 w 107"/>
                    <a:gd name="T17" fmla="*/ 2147483646 h 51"/>
                    <a:gd name="T18" fmla="*/ 2147483646 w 107"/>
                    <a:gd name="T19" fmla="*/ 2147483646 h 51"/>
                    <a:gd name="T20" fmla="*/ 2147483646 w 107"/>
                    <a:gd name="T21" fmla="*/ 2147483646 h 51"/>
                    <a:gd name="T22" fmla="*/ 2147483646 w 107"/>
                    <a:gd name="T23" fmla="*/ 2147483646 h 51"/>
                    <a:gd name="T24" fmla="*/ 2147483646 w 107"/>
                    <a:gd name="T25" fmla="*/ 2147483646 h 51"/>
                    <a:gd name="T26" fmla="*/ 2147483646 w 107"/>
                    <a:gd name="T27" fmla="*/ 2147483646 h 5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07"/>
                    <a:gd name="T43" fmla="*/ 0 h 51"/>
                    <a:gd name="T44" fmla="*/ 107 w 107"/>
                    <a:gd name="T45" fmla="*/ 51 h 5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07" h="51">
                      <a:moveTo>
                        <a:pt x="4" y="51"/>
                      </a:moveTo>
                      <a:cubicBezTo>
                        <a:pt x="103" y="51"/>
                        <a:pt x="103" y="51"/>
                        <a:pt x="103" y="51"/>
                      </a:cubicBezTo>
                      <a:cubicBezTo>
                        <a:pt x="106" y="51"/>
                        <a:pt x="107" y="49"/>
                        <a:pt x="107" y="47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7" y="1"/>
                        <a:pt x="106" y="0"/>
                        <a:pt x="10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9"/>
                        <a:pt x="2" y="51"/>
                        <a:pt x="4" y="51"/>
                      </a:cubicBezTo>
                      <a:close/>
                      <a:moveTo>
                        <a:pt x="8" y="7"/>
                      </a:move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100" y="43"/>
                        <a:pt x="100" y="43"/>
                        <a:pt x="100" y="43"/>
                      </a:cubicBezTo>
                      <a:cubicBezTo>
                        <a:pt x="8" y="43"/>
                        <a:pt x="8" y="43"/>
                        <a:pt x="8" y="43"/>
                      </a:cubicBezTo>
                      <a:lnTo>
                        <a:pt x="8" y="7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lIns="121704" tIns="60852" rIns="121704" bIns="60852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Calibri" panose="020F0502020204030204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pic>
            <p:nvPicPr>
              <p:cNvPr id="616" name="图形 7" descr="用户 纯色填充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827" y="9740"/>
                <a:ext cx="435" cy="435"/>
              </a:xfrm>
              <a:prstGeom prst="rect">
                <a:avLst/>
              </a:prstGeom>
            </p:spPr>
          </p:pic>
          <p:cxnSp>
            <p:nvCxnSpPr>
              <p:cNvPr id="617" name="直接连接符 616"/>
              <p:cNvCxnSpPr>
                <a:stCxn id="560" idx="2"/>
              </p:cNvCxnSpPr>
              <p:nvPr/>
            </p:nvCxnSpPr>
            <p:spPr>
              <a:xfrm flipH="1">
                <a:off x="4767" y="5109"/>
                <a:ext cx="1040" cy="1075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18" name="直接连接符 617"/>
              <p:cNvCxnSpPr>
                <a:stCxn id="560" idx="2"/>
              </p:cNvCxnSpPr>
              <p:nvPr/>
            </p:nvCxnSpPr>
            <p:spPr>
              <a:xfrm>
                <a:off x="5807" y="5109"/>
                <a:ext cx="782" cy="1075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</p:cxnSp>
          <p:sp>
            <p:nvSpPr>
              <p:cNvPr id="619" name="文本框 618"/>
              <p:cNvSpPr txBox="1"/>
              <p:nvPr/>
            </p:nvSpPr>
            <p:spPr>
              <a:xfrm>
                <a:off x="6710" y="9567"/>
                <a:ext cx="598" cy="28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微软雅黑" panose="020B0502040204020203" charset="-122"/>
                    <a:sym typeface="+mn-ea"/>
                  </a:rPr>
                  <a:t>KunTai A924</a:t>
                </a:r>
                <a:endParaRPr kumimoji="0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</p:grpSp>
        <p:pic>
          <p:nvPicPr>
            <p:cNvPr id="620" name="图片 61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537" y="6227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pic>
          <p:nvPicPr>
            <p:cNvPr id="621" name="图片 620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410" y="6227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pic>
          <p:nvPicPr>
            <p:cNvPr id="622" name="图片 62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537" y="6658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pic>
          <p:nvPicPr>
            <p:cNvPr id="623" name="图片 622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410" y="6658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pic>
          <p:nvPicPr>
            <p:cNvPr id="624" name="图片 623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537" y="7265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pic>
          <p:nvPicPr>
            <p:cNvPr id="625" name="图片 624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413" y="7265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pic>
          <p:nvPicPr>
            <p:cNvPr id="626" name="图片 625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4494" y="7670"/>
              <a:ext cx="390" cy="284"/>
            </a:xfrm>
            <a:prstGeom prst="rect">
              <a:avLst/>
            </a:prstGeom>
            <a:ln>
              <a:solidFill>
                <a:srgbClr val="000000">
                  <a:alpha val="0"/>
                </a:srgbClr>
              </a:solidFill>
            </a:ln>
          </p:spPr>
        </p:pic>
        <p:sp>
          <p:nvSpPr>
            <p:cNvPr id="627" name="任意多边形 626"/>
            <p:cNvSpPr/>
            <p:nvPr/>
          </p:nvSpPr>
          <p:spPr>
            <a:xfrm>
              <a:off x="1898" y="3171"/>
              <a:ext cx="4080" cy="6941"/>
            </a:xfrm>
            <a:custGeom>
              <a:avLst/>
              <a:gdLst>
                <a:gd name="connisteX0" fmla="*/ 2590800 w 2590800"/>
                <a:gd name="connsiteY0" fmla="*/ 4407535 h 4407535"/>
                <a:gd name="connisteX1" fmla="*/ 2068830 w 2590800"/>
                <a:gd name="connsiteY1" fmla="*/ 4081145 h 4407535"/>
                <a:gd name="connisteX2" fmla="*/ 1761490 w 2590800"/>
                <a:gd name="connsiteY2" fmla="*/ 3652520 h 4407535"/>
                <a:gd name="connisteX3" fmla="*/ 1761490 w 2590800"/>
                <a:gd name="connsiteY3" fmla="*/ 3065780 h 4407535"/>
                <a:gd name="connisteX4" fmla="*/ 1164590 w 2590800"/>
                <a:gd name="connsiteY4" fmla="*/ 2767330 h 4407535"/>
                <a:gd name="connisteX5" fmla="*/ 1174115 w 2590800"/>
                <a:gd name="connsiteY5" fmla="*/ 1919605 h 4407535"/>
                <a:gd name="connisteX6" fmla="*/ 1891665 w 2590800"/>
                <a:gd name="connsiteY6" fmla="*/ 1146175 h 4407535"/>
                <a:gd name="connisteX7" fmla="*/ 307340 w 2590800"/>
                <a:gd name="connsiteY7" fmla="*/ 782955 h 4407535"/>
                <a:gd name="connisteX8" fmla="*/ 46990 w 2590800"/>
                <a:gd name="connsiteY8" fmla="*/ 326390 h 4407535"/>
                <a:gd name="connisteX9" fmla="*/ 0 w 2590800"/>
                <a:gd name="connsiteY9" fmla="*/ 0 h 4407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</a:cxnLst>
              <a:rect l="l" t="t" r="r" b="b"/>
              <a:pathLst>
                <a:path w="2590800" h="4407535">
                  <a:moveTo>
                    <a:pt x="2590800" y="4407535"/>
                  </a:moveTo>
                  <a:cubicBezTo>
                    <a:pt x="2492375" y="4351020"/>
                    <a:pt x="2234565" y="4232275"/>
                    <a:pt x="2068830" y="4081145"/>
                  </a:cubicBezTo>
                  <a:cubicBezTo>
                    <a:pt x="1903095" y="3930015"/>
                    <a:pt x="1823085" y="3855720"/>
                    <a:pt x="1761490" y="3652520"/>
                  </a:cubicBezTo>
                  <a:cubicBezTo>
                    <a:pt x="1699895" y="3449320"/>
                    <a:pt x="1880870" y="3242945"/>
                    <a:pt x="1761490" y="3065780"/>
                  </a:cubicBezTo>
                  <a:cubicBezTo>
                    <a:pt x="1642110" y="2888615"/>
                    <a:pt x="1282065" y="2996565"/>
                    <a:pt x="1164590" y="2767330"/>
                  </a:cubicBezTo>
                  <a:cubicBezTo>
                    <a:pt x="1047115" y="2538095"/>
                    <a:pt x="1028700" y="2244090"/>
                    <a:pt x="1174115" y="1919605"/>
                  </a:cubicBezTo>
                  <a:cubicBezTo>
                    <a:pt x="1319530" y="1595120"/>
                    <a:pt x="2065020" y="1373505"/>
                    <a:pt x="1891665" y="1146175"/>
                  </a:cubicBezTo>
                  <a:cubicBezTo>
                    <a:pt x="1718310" y="918845"/>
                    <a:pt x="676275" y="946785"/>
                    <a:pt x="307340" y="782955"/>
                  </a:cubicBezTo>
                  <a:cubicBezTo>
                    <a:pt x="-61595" y="619125"/>
                    <a:pt x="108585" y="483235"/>
                    <a:pt x="46990" y="326390"/>
                  </a:cubicBezTo>
                  <a:cubicBezTo>
                    <a:pt x="-14605" y="169545"/>
                    <a:pt x="4445" y="55880"/>
                    <a:pt x="0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</a:endParaRPr>
            </a:p>
          </p:txBody>
        </p:sp>
      </p:grpSp>
      <p:sp>
        <p:nvSpPr>
          <p:cNvPr id="630" name="文本框 629"/>
          <p:cNvSpPr txBox="1"/>
          <p:nvPr/>
        </p:nvSpPr>
        <p:spPr>
          <a:xfrm>
            <a:off x="7143115" y="1507490"/>
            <a:ext cx="29140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测试方案</a:t>
            </a:r>
            <a:endParaRPr lang="zh-CN" altLang="en-US" sz="1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631" name="矩形: 圆角 12"/>
          <p:cNvSpPr/>
          <p:nvPr/>
        </p:nvSpPr>
        <p:spPr>
          <a:xfrm>
            <a:off x="5324475" y="4153535"/>
            <a:ext cx="6630035" cy="2294255"/>
          </a:xfrm>
          <a:prstGeom prst="roundRect">
            <a:avLst>
              <a:gd name="adj" fmla="val 5964"/>
            </a:avLst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83000"/>
                </a:schemeClr>
              </a:gs>
            </a:gsLst>
            <a:lin ang="5400000" scaled="1"/>
            <a:tileRect/>
          </a:gra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32" name="文本框 631"/>
          <p:cNvSpPr txBox="1"/>
          <p:nvPr/>
        </p:nvSpPr>
        <p:spPr>
          <a:xfrm>
            <a:off x="7143115" y="4208780"/>
            <a:ext cx="29140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试验结果</a:t>
            </a:r>
            <a:endParaRPr lang="zh-CN" altLang="en-US" sz="1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grpSp>
        <p:nvGrpSpPr>
          <p:cNvPr id="633" name="组合 632"/>
          <p:cNvGrpSpPr/>
          <p:nvPr/>
        </p:nvGrpSpPr>
        <p:grpSpPr>
          <a:xfrm>
            <a:off x="5645150" y="4556760"/>
            <a:ext cx="1904365" cy="819785"/>
            <a:chOff x="2503" y="2807"/>
            <a:chExt cx="7744" cy="3450"/>
          </a:xfrm>
        </p:grpSpPr>
        <p:pic>
          <p:nvPicPr>
            <p:cNvPr id="634" name="图片 63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03" y="2807"/>
              <a:ext cx="7744" cy="3451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cxnSp>
          <p:nvCxnSpPr>
            <p:cNvPr id="635" name="直接连接符 634"/>
            <p:cNvCxnSpPr/>
            <p:nvPr/>
          </p:nvCxnSpPr>
          <p:spPr>
            <a:xfrm>
              <a:off x="6110" y="2912"/>
              <a:ext cx="24" cy="24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36" name="矩形 635"/>
            <p:cNvSpPr/>
            <p:nvPr/>
          </p:nvSpPr>
          <p:spPr>
            <a:xfrm>
              <a:off x="5904" y="5434"/>
              <a:ext cx="443" cy="78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</a:endParaRPr>
            </a:p>
          </p:txBody>
        </p:sp>
      </p:grpSp>
      <p:grpSp>
        <p:nvGrpSpPr>
          <p:cNvPr id="637" name="组合 636"/>
          <p:cNvGrpSpPr/>
          <p:nvPr/>
        </p:nvGrpSpPr>
        <p:grpSpPr>
          <a:xfrm>
            <a:off x="7663815" y="4548505"/>
            <a:ext cx="1974850" cy="807720"/>
            <a:chOff x="2503" y="6500"/>
            <a:chExt cx="7744" cy="3611"/>
          </a:xfrm>
        </p:grpSpPr>
        <p:pic>
          <p:nvPicPr>
            <p:cNvPr id="638" name="图片 63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03" y="6500"/>
              <a:ext cx="7744" cy="3610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cxnSp>
          <p:nvCxnSpPr>
            <p:cNvPr id="639" name="直接连接符 638"/>
            <p:cNvCxnSpPr/>
            <p:nvPr/>
          </p:nvCxnSpPr>
          <p:spPr>
            <a:xfrm flipH="1">
              <a:off x="5993" y="8256"/>
              <a:ext cx="3" cy="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0" name="矩形 639"/>
            <p:cNvSpPr/>
            <p:nvPr/>
          </p:nvSpPr>
          <p:spPr>
            <a:xfrm>
              <a:off x="5812" y="9069"/>
              <a:ext cx="380" cy="104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</a:endParaRPr>
            </a:p>
          </p:txBody>
        </p:sp>
      </p:grpSp>
      <p:sp>
        <p:nvSpPr>
          <p:cNvPr id="641" name="文本框 640"/>
          <p:cNvSpPr txBox="1"/>
          <p:nvPr/>
        </p:nvSpPr>
        <p:spPr>
          <a:xfrm>
            <a:off x="5746115" y="4533900"/>
            <a:ext cx="1903730" cy="2990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 TTFT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满足率曲线（阈值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2s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）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642" name="文本框 641"/>
          <p:cNvSpPr txBox="1"/>
          <p:nvPr/>
        </p:nvSpPr>
        <p:spPr>
          <a:xfrm>
            <a:off x="7663815" y="4522470"/>
            <a:ext cx="1903730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TPOT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统计值、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TPOT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满足率曲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（阈值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100ms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）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grpSp>
        <p:nvGrpSpPr>
          <p:cNvPr id="643" name="组合 642"/>
          <p:cNvGrpSpPr/>
          <p:nvPr/>
        </p:nvGrpSpPr>
        <p:grpSpPr>
          <a:xfrm>
            <a:off x="9793605" y="4533900"/>
            <a:ext cx="1736725" cy="807085"/>
            <a:chOff x="10582" y="2842"/>
            <a:chExt cx="7970" cy="3378"/>
          </a:xfrm>
        </p:grpSpPr>
        <p:pic>
          <p:nvPicPr>
            <p:cNvPr id="644" name="图片 6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82" y="2842"/>
              <a:ext cx="7971" cy="3378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645" name="矩形 644"/>
            <p:cNvSpPr/>
            <p:nvPr/>
          </p:nvSpPr>
          <p:spPr>
            <a:xfrm>
              <a:off x="14017" y="5692"/>
              <a:ext cx="396" cy="475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2040204020203" charset="-122"/>
                <a:cs typeface="+mn-cs"/>
              </a:endParaRPr>
            </a:p>
          </p:txBody>
        </p:sp>
      </p:grpSp>
      <p:sp>
        <p:nvSpPr>
          <p:cNvPr id="646" name="文本框 645"/>
          <p:cNvSpPr txBox="1"/>
          <p:nvPr/>
        </p:nvSpPr>
        <p:spPr>
          <a:xfrm>
            <a:off x="9712960" y="4511040"/>
            <a:ext cx="1903730" cy="2990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输出吞吐率曲线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647" name="文本框 646"/>
          <p:cNvSpPr txBox="1"/>
          <p:nvPr/>
        </p:nvSpPr>
        <p:spPr>
          <a:xfrm>
            <a:off x="5325745" y="5342255"/>
            <a:ext cx="6629400" cy="107124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noAutofit/>
          </a:bodyPr>
          <a:lstStyle/>
          <a:p>
            <a:pPr marL="360045" marR="0" lvl="2" indent="-360045" algn="just" defTabSz="914400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互联带宽收敛至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10G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以下时，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少量请求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TTFT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满足率开始出现劣化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Calibri" charset="0"/>
            </a:endParaRPr>
          </a:p>
          <a:p>
            <a:pPr marL="360045" marR="0" lvl="2" indent="-360045" algn="just" defTabSz="914400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当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带宽收敛到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10G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时，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TPOT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各统计值劣化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1%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左右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TPOT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满足率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无明显劣化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360045" marR="0" lvl="2" indent="-360045" algn="just" defTabSz="914400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随着带宽收敛比逐渐增大，输出吞吐率出现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1%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左右的小幅度波动；带宽收敛到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10G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时，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输出吞吐率劣化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1%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Calibri" charset="0"/>
              </a:rPr>
              <a:t>以内。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Calibri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>
          <a:xfrm>
            <a:off x="221615" y="267335"/>
            <a:ext cx="9096375" cy="399415"/>
          </a:xfrm>
        </p:spPr>
        <p:txBody>
          <a:bodyPr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2.3 降本增效：云边协同分布式推理网络带来新的商机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1" name="文本框 4"/>
          <p:cNvSpPr txBox="1"/>
          <p:nvPr/>
        </p:nvSpPr>
        <p:spPr>
          <a:xfrm>
            <a:off x="335280" y="818515"/>
            <a:ext cx="11516995" cy="506730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云边协同推理模式能够便捷使用算力并显著降低企业投资成本，为未来推理网络带来新的商机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70015" y="1746885"/>
            <a:ext cx="5382260" cy="4719320"/>
          </a:xfrm>
          <a:prstGeom prst="rect">
            <a:avLst/>
          </a:prstGeom>
          <a:noFill/>
          <a:ln w="1270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334" tIns="45667" rIns="91334" bIns="45667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rgbClr val="666666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ea"/>
                <a:sym typeface="+mn-ea"/>
              </a:rPr>
              <a:t>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ea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70015" y="2021523"/>
            <a:ext cx="5382895" cy="6654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客户私有化租赁部署一次性投资成本高（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130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单机），采用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“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企业部分自建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+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云端算力租用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”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可显著降低建设成本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551930" y="2877819"/>
          <a:ext cx="5213985" cy="343985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11910"/>
                <a:gridCol w="1941830"/>
                <a:gridCol w="1960245"/>
              </a:tblGrid>
              <a:tr h="346184">
                <a:tc gridSpan="3">
                  <a:txBody>
                    <a:bodyPr/>
                    <a:lstStyle/>
                    <a:p>
                      <a:pPr algn="ctr" eaLnBrk="1" fontAlgn="auto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200" dirty="0"/>
                        <a:t>模型：</a:t>
                      </a:r>
                      <a:r>
                        <a:rPr lang="en-US" altLang="zh-CN" sz="1200" dirty="0"/>
                        <a:t>DeepSeek-R1-671B</a:t>
                      </a:r>
                      <a:r>
                        <a:rPr lang="zh-CN" altLang="en-US" sz="1200" dirty="0"/>
                        <a:t>；    算力：</a:t>
                      </a:r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台服务器（</a:t>
                      </a:r>
                      <a:r>
                        <a:rPr lang="en-US" altLang="zh-CN" sz="1200" dirty="0"/>
                        <a:t>32</a:t>
                      </a:r>
                      <a:r>
                        <a:rPr lang="zh-CN" altLang="en-US" sz="1200" dirty="0"/>
                        <a:t>卡）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cPr anchor="ctr"/>
                </a:tc>
                <a:tc hMerge="1">
                  <a:tcPr anchor="ctr"/>
                </a:tc>
              </a:tr>
              <a:tr h="3461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部署方式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私有化租赁部署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云边协同分布式推理部署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294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本地部署算卡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台服务器（</a:t>
                      </a:r>
                      <a:r>
                        <a:rPr lang="en-US" altLang="zh-CN" sz="1200" dirty="0"/>
                        <a:t>32</a:t>
                      </a:r>
                      <a:r>
                        <a:rPr lang="zh-CN" altLang="en-US" sz="1200" dirty="0"/>
                        <a:t>卡）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台服务器（</a:t>
                      </a:r>
                      <a:r>
                        <a:rPr lang="en-US" altLang="zh-CN" sz="1200" dirty="0"/>
                        <a:t>8</a:t>
                      </a:r>
                      <a:r>
                        <a:rPr lang="zh-CN" altLang="en-US" sz="1200" dirty="0"/>
                        <a:t>卡）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490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本地部署成本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130w/</a:t>
                      </a:r>
                      <a:r>
                        <a:rPr lang="zh-CN" altLang="en-US" sz="1200" dirty="0"/>
                        <a:t>台（</a:t>
                      </a: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年） </a:t>
                      </a:r>
                      <a:r>
                        <a:rPr lang="en-US" altLang="zh-CN" sz="1200" dirty="0"/>
                        <a:t>* 4</a:t>
                      </a:r>
                      <a:r>
                        <a:rPr lang="zh-CN" altLang="en-US" sz="1200" dirty="0"/>
                        <a:t>台服务器 </a:t>
                      </a:r>
                      <a:r>
                        <a:rPr lang="en-US" altLang="zh-CN" sz="1200" dirty="0"/>
                        <a:t>= 520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三年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/>
                        <a:t>130w/</a:t>
                      </a:r>
                      <a:r>
                        <a:rPr lang="zh-CN" altLang="en-US" sz="1200" dirty="0"/>
                        <a:t>台（</a:t>
                      </a: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年）</a:t>
                      </a:r>
                      <a:r>
                        <a:rPr lang="en-US" altLang="zh-CN" sz="1200" dirty="0"/>
                        <a:t>* 1</a:t>
                      </a:r>
                      <a:r>
                        <a:rPr lang="zh-CN" altLang="en-US" sz="1200" dirty="0"/>
                        <a:t>台服务器 </a:t>
                      </a:r>
                      <a:r>
                        <a:rPr lang="en-US" altLang="zh-CN" sz="1200" dirty="0"/>
                        <a:t>= 130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三年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2952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云上租用算卡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N/A</a:t>
                      </a:r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24</a:t>
                      </a:r>
                      <a:r>
                        <a:rPr lang="zh-CN" altLang="en-US" sz="1200" dirty="0"/>
                        <a:t>卡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490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云上租用成本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N/A</a:t>
                      </a:r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月 </a:t>
                      </a:r>
                      <a:r>
                        <a:rPr lang="en-US" altLang="zh-CN" sz="1200" dirty="0"/>
                        <a:t>* 3</a:t>
                      </a:r>
                      <a:r>
                        <a:rPr lang="zh-CN" altLang="en-US" sz="1200" dirty="0"/>
                        <a:t>台服务器 </a:t>
                      </a:r>
                      <a:r>
                        <a:rPr lang="en-US" altLang="zh-CN" sz="1200" dirty="0"/>
                        <a:t>* 1</a:t>
                      </a:r>
                      <a:r>
                        <a:rPr lang="zh-CN" altLang="en-US" sz="1200" dirty="0"/>
                        <a:t>年 </a:t>
                      </a:r>
                      <a:r>
                        <a:rPr lang="en-US" altLang="zh-CN" sz="1200" dirty="0"/>
                        <a:t>= 72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年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294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广域无损专线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N/A</a:t>
                      </a:r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10Gbps</a:t>
                      </a:r>
                      <a:r>
                        <a:rPr lang="zh-CN" altLang="en-US" sz="1200" dirty="0"/>
                        <a:t>以内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294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/>
                        <a:t>专线成本</a:t>
                      </a:r>
                      <a:endParaRPr lang="zh-CN" altLang="en-US" sz="1200" kern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N/A</a:t>
                      </a:r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月 </a:t>
                      </a:r>
                      <a:r>
                        <a:rPr lang="en-US" altLang="zh-CN" sz="1200" dirty="0"/>
                        <a:t>* 1</a:t>
                      </a:r>
                      <a:r>
                        <a:rPr lang="zh-CN" altLang="en-US" sz="1200" dirty="0"/>
                        <a:t>年 </a:t>
                      </a:r>
                      <a:r>
                        <a:rPr lang="en-US" altLang="zh-CN" sz="1200" dirty="0"/>
                        <a:t>= 12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年</a:t>
                      </a:r>
                      <a:endParaRPr lang="zh-CN" altLang="en-US" sz="1200" dirty="0"/>
                    </a:p>
                  </a:txBody>
                  <a:tcPr anchor="ctr"/>
                </a:tc>
              </a:tr>
              <a:tr h="294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企业首年投资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520</a:t>
                      </a:r>
                      <a:r>
                        <a:rPr lang="zh-CN" altLang="en-US" sz="1200" dirty="0"/>
                        <a:t>万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200~220</a:t>
                      </a:r>
                      <a:r>
                        <a:rPr lang="zh-CN" altLang="en-US" sz="1200" dirty="0"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万，降低</a:t>
                      </a:r>
                      <a:r>
                        <a:rPr lang="en-US" altLang="zh-CN" sz="1200" dirty="0"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65%+</a:t>
                      </a:r>
                      <a:endParaRPr lang="en-US" altLang="zh-CN" sz="1200" dirty="0">
                        <a:highlight>
                          <a:srgbClr val="000000">
                            <a:alpha val="0"/>
                          </a:srgbClr>
                        </a:highlight>
                      </a:endParaRPr>
                    </a:p>
                  </a:txBody>
                  <a:tcPr anchor="ctr"/>
                </a:tc>
              </a:tr>
              <a:tr h="294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企业三年总投资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520</a:t>
                      </a:r>
                      <a:r>
                        <a:rPr lang="zh-CN" altLang="en-US" sz="1200" dirty="0"/>
                        <a:t>万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360~380</a:t>
                      </a:r>
                      <a:r>
                        <a:rPr lang="zh-CN" altLang="en-US" sz="1200" kern="1200" dirty="0"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万，降低</a:t>
                      </a:r>
                      <a:r>
                        <a:rPr lang="en-US" altLang="zh-CN" sz="1200" kern="1200" dirty="0"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27%+</a:t>
                      </a:r>
                      <a:endParaRPr lang="en-US" altLang="zh-CN" sz="1200" kern="1200" dirty="0">
                        <a:highlight>
                          <a:srgbClr val="000000">
                            <a:alpha val="0"/>
                          </a:srgbClr>
                        </a:highlight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0210" y="1746885"/>
            <a:ext cx="5673090" cy="4712970"/>
          </a:xfrm>
          <a:prstGeom prst="rect">
            <a:avLst/>
          </a:prstGeom>
          <a:noFill/>
          <a:ln w="1270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334" tIns="45667" rIns="91334" bIns="45667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rgbClr val="666666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666666"/>
                </a:solidFill>
                <a:latin typeface="Calibri" panose="020F0502020204030204"/>
                <a:ea typeface="+mn-ea"/>
                <a:cs typeface="+mn-ea"/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ea"/>
                <a:sym typeface="+mn-ea"/>
              </a:rPr>
              <a:t>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210" y="1941946"/>
            <a:ext cx="5673090" cy="974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优势：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支持算力弹性扩缩容，满足因模型升级、业务需求增长、算法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升级等因素带来的动态算力需求；样本数据不出园区，保障数据安全。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10210" y="4530725"/>
            <a:ext cx="5672455" cy="1948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微软雅黑" panose="020B0502040204020203" charset="-122"/>
              </a:rPr>
              <a:t>模型参数量增大：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微软雅黑" panose="020B0502040204020203" charset="-122"/>
              </a:rPr>
              <a:t>随着模型参数量升级（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微软雅黑" panose="020B0502040204020203" charset="-122"/>
              </a:rPr>
              <a:t>Qwen70B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微软雅黑" panose="020B0502040204020203" charset="-122"/>
              </a:rPr>
              <a:t>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微软雅黑" panose="020B0502040204020203" charset="-122"/>
              </a:rPr>
              <a:t>DeepSeek 671B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微软雅黑" panose="020B0502040204020203" charset="-122"/>
              </a:rPr>
              <a:t>），如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某企业初期自建</a:t>
            </a:r>
            <a:r>
              <a:rPr lang="en-US" altLang="zh-CN" sz="140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16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卡，后期切换DeepSeek，参数量的增加对算卡需求增加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业务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需求灵活变化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在业务密集时期，短期内有大量并行业务推理访问时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，算卡需要快速扩容；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当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算力需求降低时，避免资源浪费，可灵活缩容。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1083945" y="3082981"/>
            <a:ext cx="4448810" cy="1294207"/>
            <a:chOff x="11567" y="7233"/>
            <a:chExt cx="6370" cy="1932"/>
          </a:xfrm>
        </p:grpSpPr>
        <p:sp>
          <p:nvSpPr>
            <p:cNvPr id="88" name="矩形: 圆角 503"/>
            <p:cNvSpPr/>
            <p:nvPr/>
          </p:nvSpPr>
          <p:spPr>
            <a:xfrm>
              <a:off x="11567" y="7233"/>
              <a:ext cx="1772" cy="1427"/>
            </a:xfrm>
            <a:prstGeom prst="round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12349" y="7248"/>
              <a:ext cx="831" cy="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0" dirty="0">
                  <a:solidFill>
                    <a:prstClr val="black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16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卡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pic>
          <p:nvPicPr>
            <p:cNvPr id="90" name="图片 8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2258" y="7616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2" name="图片 9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2258" y="8109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3" name="图片 92" descr="用户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832" y="7616"/>
              <a:ext cx="426" cy="426"/>
            </a:xfrm>
            <a:prstGeom prst="rect">
              <a:avLst/>
            </a:prstGeom>
          </p:spPr>
        </p:pic>
        <p:pic>
          <p:nvPicPr>
            <p:cNvPr id="94" name="图片 93" descr="用户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832" y="8100"/>
              <a:ext cx="426" cy="426"/>
            </a:xfrm>
            <a:prstGeom prst="rect">
              <a:avLst/>
            </a:prstGeom>
          </p:spPr>
        </p:pic>
        <p:sp>
          <p:nvSpPr>
            <p:cNvPr id="95" name="矩形: 圆角 503"/>
            <p:cNvSpPr/>
            <p:nvPr/>
          </p:nvSpPr>
          <p:spPr>
            <a:xfrm>
              <a:off x="15081" y="7248"/>
              <a:ext cx="2855" cy="1412"/>
            </a:xfrm>
            <a:prstGeom prst="round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5999" y="7233"/>
              <a:ext cx="1618" cy="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0" dirty="0">
                  <a:solidFill>
                    <a:prstClr val="black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16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卡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+32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卡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pic>
          <p:nvPicPr>
            <p:cNvPr id="97" name="图片 9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5772" y="7616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8" name="图片 9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5772" y="8109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" name="图片 98" descr="用户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346" y="7607"/>
              <a:ext cx="426" cy="426"/>
            </a:xfrm>
            <a:prstGeom prst="rect">
              <a:avLst/>
            </a:prstGeom>
          </p:spPr>
        </p:pic>
        <p:pic>
          <p:nvPicPr>
            <p:cNvPr id="101" name="图片 100" descr="用户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346" y="8091"/>
              <a:ext cx="426" cy="426"/>
            </a:xfrm>
            <a:prstGeom prst="rect">
              <a:avLst/>
            </a:prstGeom>
          </p:spPr>
        </p:pic>
        <p:pic>
          <p:nvPicPr>
            <p:cNvPr id="102" name="图片 101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6412" y="7616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3" name="图片 102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6412" y="8109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4" name="图片 103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7015" y="7616"/>
              <a:ext cx="922" cy="52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5" name="图片 10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17015" y="8109"/>
              <a:ext cx="922" cy="527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6" name="直接箭头连接符 105"/>
            <p:cNvCxnSpPr>
              <a:endCxn id="95" idx="1"/>
            </p:cNvCxnSpPr>
            <p:nvPr/>
          </p:nvCxnSpPr>
          <p:spPr>
            <a:xfrm flipV="1">
              <a:off x="13339" y="7954"/>
              <a:ext cx="1742" cy="29"/>
            </a:xfrm>
            <a:prstGeom prst="straightConnector1">
              <a:avLst/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107" name="任意多边形 106"/>
            <p:cNvSpPr/>
            <p:nvPr/>
          </p:nvSpPr>
          <p:spPr>
            <a:xfrm>
              <a:off x="12949" y="7233"/>
              <a:ext cx="3134" cy="547"/>
            </a:xfrm>
            <a:custGeom>
              <a:avLst/>
              <a:gdLst>
                <a:gd name="connisteX0" fmla="*/ 0 w 1990090"/>
                <a:gd name="connsiteY0" fmla="*/ 347548 h 347548"/>
                <a:gd name="connisteX1" fmla="*/ 1041400 w 1990090"/>
                <a:gd name="connsiteY1" fmla="*/ 203 h 347548"/>
                <a:gd name="connisteX2" fmla="*/ 1990090 w 1990090"/>
                <a:gd name="connsiteY2" fmla="*/ 305003 h 34754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990090" h="347549">
                  <a:moveTo>
                    <a:pt x="0" y="347549"/>
                  </a:moveTo>
                  <a:cubicBezTo>
                    <a:pt x="189230" y="271984"/>
                    <a:pt x="643255" y="8459"/>
                    <a:pt x="1041400" y="204"/>
                  </a:cubicBezTo>
                  <a:cubicBezTo>
                    <a:pt x="1439545" y="-8051"/>
                    <a:pt x="1821180" y="237059"/>
                    <a:pt x="1990090" y="305004"/>
                  </a:cubicBezTo>
                </a:path>
              </a:pathLst>
            </a:custGeom>
            <a:noFill/>
            <a:ln>
              <a:solidFill>
                <a:srgbClr val="C00000"/>
              </a:solidFill>
              <a:prstDash val="sysDash"/>
              <a:tailEnd type="triangle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96" tIns="46798" rIns="89996" bIns="4679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108" name="文本框 107"/>
            <p:cNvSpPr txBox="1"/>
            <p:nvPr>
              <p:custDataLst>
                <p:tags r:id="rId18"/>
              </p:custDataLst>
            </p:nvPr>
          </p:nvSpPr>
          <p:spPr>
            <a:xfrm>
              <a:off x="13672" y="7376"/>
              <a:ext cx="1447" cy="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搬迁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+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租赁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11711" y="8754"/>
              <a:ext cx="1588" cy="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本地原始算力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5656" y="8754"/>
              <a:ext cx="2164" cy="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扩容后算力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sp>
        <p:nvSpPr>
          <p:cNvPr id="138" name="文本框 137"/>
          <p:cNvSpPr txBox="1"/>
          <p:nvPr>
            <p:custDataLst>
              <p:tags r:id="rId19"/>
            </p:custDataLst>
          </p:nvPr>
        </p:nvSpPr>
        <p:spPr>
          <a:xfrm>
            <a:off x="1381991" y="1477010"/>
            <a:ext cx="3647209" cy="473075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灵活扩缩容、原始数据不出园区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7663815" y="1477010"/>
            <a:ext cx="2995295" cy="473075"/>
          </a:xfrm>
          <a:prstGeom prst="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降低投资成本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2.4.1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中远海科实践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24171" y="5477638"/>
            <a:ext cx="3653938" cy="1059873"/>
          </a:xfrm>
          <a:prstGeom prst="round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/>
            <a:endParaRPr lang="zh-CN" altLang="en-US" sz="1050" b="1" kern="0">
              <a:solidFill>
                <a:schemeClr val="tx1"/>
              </a:solidFill>
              <a:latin typeface="Arial" panose="020B0604020202090204"/>
              <a:ea typeface="微软雅黑"/>
              <a:cs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7314" y="1738650"/>
            <a:ext cx="3820795" cy="427746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中远海科：机房条件受限</a:t>
            </a:r>
            <a:r>
              <a:rPr lang="en-US" altLang="zh-CN" b="1" dirty="0">
                <a:solidFill>
                  <a:schemeClr val="bg1"/>
                </a:solidFill>
              </a:rPr>
              <a:t>&amp;</a:t>
            </a:r>
            <a:r>
              <a:rPr lang="zh-CN" altLang="en-US" b="1" dirty="0">
                <a:solidFill>
                  <a:schemeClr val="bg1"/>
                </a:solidFill>
              </a:rPr>
              <a:t>数据安全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280" y="865505"/>
            <a:ext cx="11416665" cy="838835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中国电信部署边云协同方案，在临港智算中心与企业园区间搭建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110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公里“智算专线”。模型首尾层部署于企业侧，中间层拉远至临港，实测百公里距离、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320:1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带宽收敛下推理算效损失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&lt;5%</a:t>
            </a:r>
            <a:r>
              <a:rPr lang="zh-CN" altLang="en-US" b="1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lang="zh-CN" altLang="en-US" b="1" dirty="0">
              <a:ln w="63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highlight>
                <a:srgbClr val="000000">
                  <a:alpha val="0"/>
                </a:srgbClr>
              </a:highlight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54755" y="1738650"/>
            <a:ext cx="7626927" cy="427746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推理测试：企业航运船管大模型通过智算</a:t>
            </a:r>
            <a:r>
              <a:rPr lang="en-GB" altLang="zh-CN" b="1" dirty="0">
                <a:solidFill>
                  <a:schemeClr val="bg1"/>
                </a:solidFill>
              </a:rPr>
              <a:t>POD</a:t>
            </a:r>
            <a:r>
              <a:rPr lang="zh-CN" altLang="en-US" b="1" dirty="0">
                <a:solidFill>
                  <a:schemeClr val="bg1"/>
                </a:solidFill>
              </a:rPr>
              <a:t>百公里拉远，算效损失</a:t>
            </a:r>
            <a:r>
              <a:rPr lang="en-US" altLang="zh-CN" b="1" dirty="0">
                <a:solidFill>
                  <a:schemeClr val="bg1"/>
                </a:solidFill>
              </a:rPr>
              <a:t>&lt;5%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54187" y="5541431"/>
            <a:ext cx="2606708" cy="4375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浦东园区机房空间和电力不足，自建改造成本高，周期长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71" y="2437585"/>
            <a:ext cx="539444" cy="36949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84398" y="2394354"/>
            <a:ext cx="3066448" cy="5073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业务聚焦：数字航运与供应链、数字城市与交通</a:t>
            </a:r>
            <a:endParaRPr kumimoji="1" lang="zh-CN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研发聚焦：航运大模型、船管大模型</a:t>
            </a:r>
            <a:endParaRPr kumimoji="1" lang="zh-CN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54187" y="5986383"/>
            <a:ext cx="2606708" cy="46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训推数据敏感，安全条例要求数据不出域，算力租赁存在安全风险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14" name="图片 13" descr="/Users/xieqinghui/Desktop/wecom-temp-207169-aed14c6d0b58ad42a20f386a0a8ce1f0.pngwecom-temp-207169-aed14c6d0b58ad42a20f386a0a8ce1f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7692" y="4702305"/>
            <a:ext cx="1053281" cy="55285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grpSp>
        <p:nvGrpSpPr>
          <p:cNvPr id="15" name="组合 14"/>
          <p:cNvGrpSpPr/>
          <p:nvPr/>
        </p:nvGrpSpPr>
        <p:grpSpPr>
          <a:xfrm>
            <a:off x="605671" y="5675466"/>
            <a:ext cx="807720" cy="696388"/>
            <a:chOff x="647089" y="5414548"/>
            <a:chExt cx="807720" cy="696388"/>
          </a:xfrm>
        </p:grpSpPr>
        <p:pic>
          <p:nvPicPr>
            <p:cNvPr id="16" name="Picture 4" descr="F:\02-绿叶公司-胶片素材\PNG元素\图片28-4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755" y="5414548"/>
              <a:ext cx="696388" cy="696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矩形 16"/>
            <p:cNvSpPr/>
            <p:nvPr/>
          </p:nvSpPr>
          <p:spPr>
            <a:xfrm>
              <a:off x="647089" y="5576052"/>
              <a:ext cx="807720" cy="373380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痛点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357314" y="3444512"/>
            <a:ext cx="3820795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智能决策支撑：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航运管理、船舶运营、港口调度等。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智能问答：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专业海事知识、专业文档、行业标准、经验等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050" b="1" kern="0" dirty="0"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船舶设备智能运维</a:t>
            </a:r>
            <a:r>
              <a:rPr lang="zh-CN" altLang="en-US" sz="1050" kern="0" dirty="0"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：健康度评估及故障预测、维修步骤等。</a:t>
            </a:r>
            <a:endParaRPr lang="en-US" altLang="zh-CN" sz="1050" kern="0" dirty="0"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050" b="1" kern="0" dirty="0"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航线优化与能耗管理</a:t>
            </a:r>
            <a:r>
              <a:rPr lang="zh-CN" altLang="en-US" sz="1050" kern="0" dirty="0"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：推荐最优加油港及航行路径</a:t>
            </a:r>
            <a:endParaRPr kumimoji="0" lang="en-US" altLang="zh-CN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6010" y="3070154"/>
            <a:ext cx="3524885" cy="288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业务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场景： 航运航管大模型训推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25855" y="4701866"/>
            <a:ext cx="2314258" cy="5073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100" kern="0" dirty="0"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国内首个航运大模型，训推敏感数据不出园，按需弹性扩容。</a:t>
            </a:r>
            <a:endParaRPr kumimoji="1" lang="zh-CN" altLang="en-US" sz="1100" kern="0" dirty="0"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573460" y="4725256"/>
            <a:ext cx="5729688" cy="333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上海电信基于新城智算</a:t>
            </a: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POD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提供分布式训推能力，满足企业数据安全及算力灵活扩容需求</a:t>
            </a:r>
            <a:endParaRPr kumimoji="0" lang="en-US" altLang="zh-CN" sz="105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27" name="Picture 10" descr="F:\02-绿叶公司-胶片素材\PNG元素\图片97-2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rgbClr val="4472C4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191" y="2935443"/>
            <a:ext cx="780727" cy="41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F:\02-绿叶公司-胶片素材\PNG元素\图片97-2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rgbClr val="4472C4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618" y="3417104"/>
            <a:ext cx="725821" cy="41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片 13" descr="图片 13"/>
          <p:cNvPicPr>
            <a:picLocks noChangeAspect="1"/>
          </p:cNvPicPr>
          <p:nvPr/>
        </p:nvPicPr>
        <p:blipFill>
          <a:blip r:embed="rId8">
            <a:alphaModFix amt="35000"/>
            <a:duotone>
              <a:prstClr val="black"/>
              <a:srgbClr val="4472C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0800000" flipH="1">
            <a:off x="6512688" y="2608876"/>
            <a:ext cx="3470400" cy="323496"/>
          </a:xfrm>
          <a:prstGeom prst="rect">
            <a:avLst/>
          </a:prstGeom>
          <a:ln w="25400" cap="flat">
            <a:noFill/>
            <a:miter lim="400000"/>
            <a:headEnd/>
            <a:tailEnd/>
          </a:ln>
          <a:effectLst/>
        </p:spPr>
      </p:pic>
      <p:sp>
        <p:nvSpPr>
          <p:cNvPr id="30" name="Freeform 8"/>
          <p:cNvSpPr/>
          <p:nvPr/>
        </p:nvSpPr>
        <p:spPr bwMode="auto">
          <a:xfrm>
            <a:off x="7775540" y="2293570"/>
            <a:ext cx="1006371" cy="291249"/>
          </a:xfrm>
          <a:custGeom>
            <a:avLst/>
            <a:gdLst/>
            <a:ahLst/>
            <a:cxnLst>
              <a:cxn ang="0">
                <a:pos x="5492" y="1876"/>
              </a:cxn>
              <a:cxn ang="0">
                <a:pos x="5426" y="1682"/>
              </a:cxn>
              <a:cxn ang="0">
                <a:pos x="5326" y="1506"/>
              </a:cxn>
              <a:cxn ang="0">
                <a:pos x="5198" y="1350"/>
              </a:cxn>
              <a:cxn ang="0">
                <a:pos x="5046" y="1220"/>
              </a:cxn>
              <a:cxn ang="0">
                <a:pos x="4874" y="1116"/>
              </a:cxn>
              <a:cxn ang="0">
                <a:pos x="4682" y="1042"/>
              </a:cxn>
              <a:cxn ang="0">
                <a:pos x="4476" y="1004"/>
              </a:cxn>
              <a:cxn ang="0">
                <a:pos x="4302" y="1002"/>
              </a:cxn>
              <a:cxn ang="0">
                <a:pos x="4184" y="898"/>
              </a:cxn>
              <a:cxn ang="0">
                <a:pos x="4060" y="694"/>
              </a:cxn>
              <a:cxn ang="0">
                <a:pos x="3908" y="512"/>
              </a:cxn>
              <a:cxn ang="0">
                <a:pos x="3732" y="352"/>
              </a:cxn>
              <a:cxn ang="0">
                <a:pos x="3534" y="218"/>
              </a:cxn>
              <a:cxn ang="0">
                <a:pos x="3316" y="114"/>
              </a:cxn>
              <a:cxn ang="0">
                <a:pos x="3084" y="42"/>
              </a:cxn>
              <a:cxn ang="0">
                <a:pos x="2838" y="4"/>
              </a:cxn>
              <a:cxn ang="0">
                <a:pos x="2630" y="2"/>
              </a:cxn>
              <a:cxn ang="0">
                <a:pos x="2318" y="46"/>
              </a:cxn>
              <a:cxn ang="0">
                <a:pos x="2026" y="146"/>
              </a:cxn>
              <a:cxn ang="0">
                <a:pos x="1764" y="296"/>
              </a:cxn>
              <a:cxn ang="0">
                <a:pos x="1532" y="490"/>
              </a:cxn>
              <a:cxn ang="0">
                <a:pos x="1340" y="724"/>
              </a:cxn>
              <a:cxn ang="0">
                <a:pos x="1194" y="988"/>
              </a:cxn>
              <a:cxn ang="0">
                <a:pos x="1096" y="1280"/>
              </a:cxn>
              <a:cxn ang="0">
                <a:pos x="1058" y="1514"/>
              </a:cxn>
              <a:cxn ang="0">
                <a:pos x="908" y="1500"/>
              </a:cxn>
              <a:cxn ang="0">
                <a:pos x="770" y="1510"/>
              </a:cxn>
              <a:cxn ang="0">
                <a:pos x="596" y="1556"/>
              </a:cxn>
              <a:cxn ang="0">
                <a:pos x="436" y="1632"/>
              </a:cxn>
              <a:cxn ang="0">
                <a:pos x="296" y="1736"/>
              </a:cxn>
              <a:cxn ang="0">
                <a:pos x="180" y="1864"/>
              </a:cxn>
              <a:cxn ang="0">
                <a:pos x="90" y="2014"/>
              </a:cxn>
              <a:cxn ang="0">
                <a:pos x="28" y="2182"/>
              </a:cxn>
              <a:cxn ang="0">
                <a:pos x="0" y="2362"/>
              </a:cxn>
              <a:cxn ang="0">
                <a:pos x="4" y="2500"/>
              </a:cxn>
              <a:cxn ang="0">
                <a:pos x="40" y="2678"/>
              </a:cxn>
              <a:cxn ang="0">
                <a:pos x="110" y="2840"/>
              </a:cxn>
              <a:cxn ang="0">
                <a:pos x="206" y="2986"/>
              </a:cxn>
              <a:cxn ang="0">
                <a:pos x="330" y="3108"/>
              </a:cxn>
              <a:cxn ang="0">
                <a:pos x="474" y="3206"/>
              </a:cxn>
              <a:cxn ang="0">
                <a:pos x="638" y="3276"/>
              </a:cxn>
              <a:cxn ang="0">
                <a:pos x="814" y="3312"/>
              </a:cxn>
              <a:cxn ang="0">
                <a:pos x="5486" y="3316"/>
              </a:cxn>
              <a:cxn ang="0">
                <a:pos x="5620" y="3302"/>
              </a:cxn>
              <a:cxn ang="0">
                <a:pos x="5746" y="3264"/>
              </a:cxn>
              <a:cxn ang="0">
                <a:pos x="5860" y="3202"/>
              </a:cxn>
              <a:cxn ang="0">
                <a:pos x="5958" y="3120"/>
              </a:cxn>
              <a:cxn ang="0">
                <a:pos x="6040" y="3022"/>
              </a:cxn>
              <a:cxn ang="0">
                <a:pos x="6102" y="2908"/>
              </a:cxn>
              <a:cxn ang="0">
                <a:pos x="6140" y="2782"/>
              </a:cxn>
              <a:cxn ang="0">
                <a:pos x="6154" y="2646"/>
              </a:cxn>
              <a:cxn ang="0">
                <a:pos x="6146" y="2548"/>
              </a:cxn>
              <a:cxn ang="0">
                <a:pos x="6116" y="2422"/>
              </a:cxn>
              <a:cxn ang="0">
                <a:pos x="6062" y="2308"/>
              </a:cxn>
              <a:cxn ang="0">
                <a:pos x="5988" y="2206"/>
              </a:cxn>
              <a:cxn ang="0">
                <a:pos x="5898" y="2120"/>
              </a:cxn>
              <a:cxn ang="0">
                <a:pos x="5792" y="2054"/>
              </a:cxn>
              <a:cxn ang="0">
                <a:pos x="5674" y="2006"/>
              </a:cxn>
              <a:cxn ang="0">
                <a:pos x="5546" y="1982"/>
              </a:cxn>
            </a:cxnLst>
            <a:rect l="0" t="0" r="r" b="b"/>
            <a:pathLst>
              <a:path w="6154" h="3316">
                <a:moveTo>
                  <a:pt x="5512" y="1980"/>
                </a:moveTo>
                <a:lnTo>
                  <a:pt x="5512" y="1980"/>
                </a:lnTo>
                <a:lnTo>
                  <a:pt x="5504" y="1928"/>
                </a:lnTo>
                <a:lnTo>
                  <a:pt x="5492" y="1876"/>
                </a:lnTo>
                <a:lnTo>
                  <a:pt x="5478" y="1826"/>
                </a:lnTo>
                <a:lnTo>
                  <a:pt x="5462" y="1778"/>
                </a:lnTo>
                <a:lnTo>
                  <a:pt x="5446" y="1730"/>
                </a:lnTo>
                <a:lnTo>
                  <a:pt x="5426" y="1682"/>
                </a:lnTo>
                <a:lnTo>
                  <a:pt x="5404" y="1636"/>
                </a:lnTo>
                <a:lnTo>
                  <a:pt x="5380" y="1592"/>
                </a:lnTo>
                <a:lnTo>
                  <a:pt x="5354" y="1548"/>
                </a:lnTo>
                <a:lnTo>
                  <a:pt x="5326" y="1506"/>
                </a:lnTo>
                <a:lnTo>
                  <a:pt x="5296" y="1466"/>
                </a:lnTo>
                <a:lnTo>
                  <a:pt x="5266" y="1426"/>
                </a:lnTo>
                <a:lnTo>
                  <a:pt x="5234" y="1388"/>
                </a:lnTo>
                <a:lnTo>
                  <a:pt x="5198" y="1350"/>
                </a:lnTo>
                <a:lnTo>
                  <a:pt x="5162" y="1316"/>
                </a:lnTo>
                <a:lnTo>
                  <a:pt x="5126" y="1282"/>
                </a:lnTo>
                <a:lnTo>
                  <a:pt x="5086" y="1250"/>
                </a:lnTo>
                <a:lnTo>
                  <a:pt x="5046" y="1220"/>
                </a:lnTo>
                <a:lnTo>
                  <a:pt x="5006" y="1190"/>
                </a:lnTo>
                <a:lnTo>
                  <a:pt x="4962" y="1164"/>
                </a:lnTo>
                <a:lnTo>
                  <a:pt x="4918" y="1138"/>
                </a:lnTo>
                <a:lnTo>
                  <a:pt x="4874" y="1116"/>
                </a:lnTo>
                <a:lnTo>
                  <a:pt x="4826" y="1094"/>
                </a:lnTo>
                <a:lnTo>
                  <a:pt x="4780" y="1074"/>
                </a:lnTo>
                <a:lnTo>
                  <a:pt x="4732" y="1058"/>
                </a:lnTo>
                <a:lnTo>
                  <a:pt x="4682" y="1042"/>
                </a:lnTo>
                <a:lnTo>
                  <a:pt x="4632" y="1030"/>
                </a:lnTo>
                <a:lnTo>
                  <a:pt x="4580" y="1020"/>
                </a:lnTo>
                <a:lnTo>
                  <a:pt x="4528" y="1010"/>
                </a:lnTo>
                <a:lnTo>
                  <a:pt x="4476" y="1004"/>
                </a:lnTo>
                <a:lnTo>
                  <a:pt x="4422" y="1002"/>
                </a:lnTo>
                <a:lnTo>
                  <a:pt x="4368" y="1000"/>
                </a:lnTo>
                <a:lnTo>
                  <a:pt x="4368" y="1000"/>
                </a:lnTo>
                <a:lnTo>
                  <a:pt x="4302" y="1002"/>
                </a:lnTo>
                <a:lnTo>
                  <a:pt x="4236" y="1008"/>
                </a:lnTo>
                <a:lnTo>
                  <a:pt x="4236" y="1008"/>
                </a:lnTo>
                <a:lnTo>
                  <a:pt x="4212" y="952"/>
                </a:lnTo>
                <a:lnTo>
                  <a:pt x="4184" y="898"/>
                </a:lnTo>
                <a:lnTo>
                  <a:pt x="4156" y="846"/>
                </a:lnTo>
                <a:lnTo>
                  <a:pt x="4126" y="794"/>
                </a:lnTo>
                <a:lnTo>
                  <a:pt x="4094" y="744"/>
                </a:lnTo>
                <a:lnTo>
                  <a:pt x="4060" y="694"/>
                </a:lnTo>
                <a:lnTo>
                  <a:pt x="4024" y="646"/>
                </a:lnTo>
                <a:lnTo>
                  <a:pt x="3988" y="600"/>
                </a:lnTo>
                <a:lnTo>
                  <a:pt x="3948" y="554"/>
                </a:lnTo>
                <a:lnTo>
                  <a:pt x="3908" y="512"/>
                </a:lnTo>
                <a:lnTo>
                  <a:pt x="3866" y="470"/>
                </a:lnTo>
                <a:lnTo>
                  <a:pt x="3822" y="428"/>
                </a:lnTo>
                <a:lnTo>
                  <a:pt x="3778" y="390"/>
                </a:lnTo>
                <a:lnTo>
                  <a:pt x="3732" y="352"/>
                </a:lnTo>
                <a:lnTo>
                  <a:pt x="3684" y="316"/>
                </a:lnTo>
                <a:lnTo>
                  <a:pt x="3636" y="282"/>
                </a:lnTo>
                <a:lnTo>
                  <a:pt x="3586" y="248"/>
                </a:lnTo>
                <a:lnTo>
                  <a:pt x="3534" y="218"/>
                </a:lnTo>
                <a:lnTo>
                  <a:pt x="3482" y="190"/>
                </a:lnTo>
                <a:lnTo>
                  <a:pt x="3428" y="162"/>
                </a:lnTo>
                <a:lnTo>
                  <a:pt x="3372" y="138"/>
                </a:lnTo>
                <a:lnTo>
                  <a:pt x="3316" y="114"/>
                </a:lnTo>
                <a:lnTo>
                  <a:pt x="3260" y="92"/>
                </a:lnTo>
                <a:lnTo>
                  <a:pt x="3202" y="74"/>
                </a:lnTo>
                <a:lnTo>
                  <a:pt x="3144" y="56"/>
                </a:lnTo>
                <a:lnTo>
                  <a:pt x="3084" y="42"/>
                </a:lnTo>
                <a:lnTo>
                  <a:pt x="3024" y="30"/>
                </a:lnTo>
                <a:lnTo>
                  <a:pt x="2962" y="18"/>
                </a:lnTo>
                <a:lnTo>
                  <a:pt x="2900" y="10"/>
                </a:lnTo>
                <a:lnTo>
                  <a:pt x="2838" y="4"/>
                </a:lnTo>
                <a:lnTo>
                  <a:pt x="2774" y="0"/>
                </a:lnTo>
                <a:lnTo>
                  <a:pt x="2710" y="0"/>
                </a:lnTo>
                <a:lnTo>
                  <a:pt x="2710" y="0"/>
                </a:lnTo>
                <a:lnTo>
                  <a:pt x="2630" y="2"/>
                </a:lnTo>
                <a:lnTo>
                  <a:pt x="2550" y="8"/>
                </a:lnTo>
                <a:lnTo>
                  <a:pt x="2472" y="16"/>
                </a:lnTo>
                <a:lnTo>
                  <a:pt x="2394" y="30"/>
                </a:lnTo>
                <a:lnTo>
                  <a:pt x="2318" y="46"/>
                </a:lnTo>
                <a:lnTo>
                  <a:pt x="2242" y="66"/>
                </a:lnTo>
                <a:lnTo>
                  <a:pt x="2168" y="90"/>
                </a:lnTo>
                <a:lnTo>
                  <a:pt x="2096" y="116"/>
                </a:lnTo>
                <a:lnTo>
                  <a:pt x="2026" y="146"/>
                </a:lnTo>
                <a:lnTo>
                  <a:pt x="1958" y="180"/>
                </a:lnTo>
                <a:lnTo>
                  <a:pt x="1892" y="216"/>
                </a:lnTo>
                <a:lnTo>
                  <a:pt x="1826" y="256"/>
                </a:lnTo>
                <a:lnTo>
                  <a:pt x="1764" y="296"/>
                </a:lnTo>
                <a:lnTo>
                  <a:pt x="1702" y="342"/>
                </a:lnTo>
                <a:lnTo>
                  <a:pt x="1644" y="388"/>
                </a:lnTo>
                <a:lnTo>
                  <a:pt x="1586" y="438"/>
                </a:lnTo>
                <a:lnTo>
                  <a:pt x="1532" y="490"/>
                </a:lnTo>
                <a:lnTo>
                  <a:pt x="1480" y="546"/>
                </a:lnTo>
                <a:lnTo>
                  <a:pt x="1432" y="602"/>
                </a:lnTo>
                <a:lnTo>
                  <a:pt x="1386" y="662"/>
                </a:lnTo>
                <a:lnTo>
                  <a:pt x="1340" y="724"/>
                </a:lnTo>
                <a:lnTo>
                  <a:pt x="1300" y="786"/>
                </a:lnTo>
                <a:lnTo>
                  <a:pt x="1262" y="852"/>
                </a:lnTo>
                <a:lnTo>
                  <a:pt x="1226" y="920"/>
                </a:lnTo>
                <a:lnTo>
                  <a:pt x="1194" y="988"/>
                </a:lnTo>
                <a:lnTo>
                  <a:pt x="1164" y="1058"/>
                </a:lnTo>
                <a:lnTo>
                  <a:pt x="1138" y="1132"/>
                </a:lnTo>
                <a:lnTo>
                  <a:pt x="1116" y="1204"/>
                </a:lnTo>
                <a:lnTo>
                  <a:pt x="1096" y="1280"/>
                </a:lnTo>
                <a:lnTo>
                  <a:pt x="1080" y="1356"/>
                </a:lnTo>
                <a:lnTo>
                  <a:pt x="1068" y="1434"/>
                </a:lnTo>
                <a:lnTo>
                  <a:pt x="1058" y="1514"/>
                </a:lnTo>
                <a:lnTo>
                  <a:pt x="1058" y="1514"/>
                </a:lnTo>
                <a:lnTo>
                  <a:pt x="1022" y="1508"/>
                </a:lnTo>
                <a:lnTo>
                  <a:pt x="984" y="1504"/>
                </a:lnTo>
                <a:lnTo>
                  <a:pt x="946" y="1500"/>
                </a:lnTo>
                <a:lnTo>
                  <a:pt x="908" y="1500"/>
                </a:lnTo>
                <a:lnTo>
                  <a:pt x="908" y="1500"/>
                </a:lnTo>
                <a:lnTo>
                  <a:pt x="860" y="1502"/>
                </a:lnTo>
                <a:lnTo>
                  <a:pt x="814" y="1504"/>
                </a:lnTo>
                <a:lnTo>
                  <a:pt x="770" y="1510"/>
                </a:lnTo>
                <a:lnTo>
                  <a:pt x="724" y="1518"/>
                </a:lnTo>
                <a:lnTo>
                  <a:pt x="680" y="1528"/>
                </a:lnTo>
                <a:lnTo>
                  <a:pt x="638" y="1540"/>
                </a:lnTo>
                <a:lnTo>
                  <a:pt x="596" y="1556"/>
                </a:lnTo>
                <a:lnTo>
                  <a:pt x="554" y="1572"/>
                </a:lnTo>
                <a:lnTo>
                  <a:pt x="514" y="1590"/>
                </a:lnTo>
                <a:lnTo>
                  <a:pt x="474" y="1610"/>
                </a:lnTo>
                <a:lnTo>
                  <a:pt x="436" y="1632"/>
                </a:lnTo>
                <a:lnTo>
                  <a:pt x="400" y="1656"/>
                </a:lnTo>
                <a:lnTo>
                  <a:pt x="364" y="1680"/>
                </a:lnTo>
                <a:lnTo>
                  <a:pt x="330" y="1708"/>
                </a:lnTo>
                <a:lnTo>
                  <a:pt x="296" y="1736"/>
                </a:lnTo>
                <a:lnTo>
                  <a:pt x="266" y="1766"/>
                </a:lnTo>
                <a:lnTo>
                  <a:pt x="236" y="1798"/>
                </a:lnTo>
                <a:lnTo>
                  <a:pt x="206" y="1830"/>
                </a:lnTo>
                <a:lnTo>
                  <a:pt x="180" y="1864"/>
                </a:lnTo>
                <a:lnTo>
                  <a:pt x="154" y="1900"/>
                </a:lnTo>
                <a:lnTo>
                  <a:pt x="130" y="1938"/>
                </a:lnTo>
                <a:lnTo>
                  <a:pt x="110" y="1976"/>
                </a:lnTo>
                <a:lnTo>
                  <a:pt x="90" y="2014"/>
                </a:lnTo>
                <a:lnTo>
                  <a:pt x="70" y="2054"/>
                </a:lnTo>
                <a:lnTo>
                  <a:pt x="54" y="2096"/>
                </a:lnTo>
                <a:lnTo>
                  <a:pt x="40" y="2138"/>
                </a:lnTo>
                <a:lnTo>
                  <a:pt x="28" y="2182"/>
                </a:lnTo>
                <a:lnTo>
                  <a:pt x="18" y="2224"/>
                </a:lnTo>
                <a:lnTo>
                  <a:pt x="10" y="2270"/>
                </a:lnTo>
                <a:lnTo>
                  <a:pt x="4" y="2316"/>
                </a:lnTo>
                <a:lnTo>
                  <a:pt x="0" y="2362"/>
                </a:lnTo>
                <a:lnTo>
                  <a:pt x="0" y="2408"/>
                </a:lnTo>
                <a:lnTo>
                  <a:pt x="0" y="2408"/>
                </a:lnTo>
                <a:lnTo>
                  <a:pt x="0" y="2454"/>
                </a:lnTo>
                <a:lnTo>
                  <a:pt x="4" y="2500"/>
                </a:lnTo>
                <a:lnTo>
                  <a:pt x="10" y="2546"/>
                </a:lnTo>
                <a:lnTo>
                  <a:pt x="18" y="2590"/>
                </a:lnTo>
                <a:lnTo>
                  <a:pt x="28" y="2634"/>
                </a:lnTo>
                <a:lnTo>
                  <a:pt x="40" y="2678"/>
                </a:lnTo>
                <a:lnTo>
                  <a:pt x="54" y="2720"/>
                </a:lnTo>
                <a:lnTo>
                  <a:pt x="70" y="2762"/>
                </a:lnTo>
                <a:lnTo>
                  <a:pt x="90" y="2802"/>
                </a:lnTo>
                <a:lnTo>
                  <a:pt x="110" y="2840"/>
                </a:lnTo>
                <a:lnTo>
                  <a:pt x="130" y="2878"/>
                </a:lnTo>
                <a:lnTo>
                  <a:pt x="154" y="2916"/>
                </a:lnTo>
                <a:lnTo>
                  <a:pt x="180" y="2952"/>
                </a:lnTo>
                <a:lnTo>
                  <a:pt x="206" y="2986"/>
                </a:lnTo>
                <a:lnTo>
                  <a:pt x="236" y="3018"/>
                </a:lnTo>
                <a:lnTo>
                  <a:pt x="266" y="3050"/>
                </a:lnTo>
                <a:lnTo>
                  <a:pt x="296" y="3080"/>
                </a:lnTo>
                <a:lnTo>
                  <a:pt x="330" y="3108"/>
                </a:lnTo>
                <a:lnTo>
                  <a:pt x="364" y="3136"/>
                </a:lnTo>
                <a:lnTo>
                  <a:pt x="400" y="3160"/>
                </a:lnTo>
                <a:lnTo>
                  <a:pt x="436" y="3184"/>
                </a:lnTo>
                <a:lnTo>
                  <a:pt x="474" y="3206"/>
                </a:lnTo>
                <a:lnTo>
                  <a:pt x="514" y="3226"/>
                </a:lnTo>
                <a:lnTo>
                  <a:pt x="554" y="3244"/>
                </a:lnTo>
                <a:lnTo>
                  <a:pt x="596" y="3260"/>
                </a:lnTo>
                <a:lnTo>
                  <a:pt x="638" y="3276"/>
                </a:lnTo>
                <a:lnTo>
                  <a:pt x="680" y="3288"/>
                </a:lnTo>
                <a:lnTo>
                  <a:pt x="724" y="3298"/>
                </a:lnTo>
                <a:lnTo>
                  <a:pt x="770" y="3306"/>
                </a:lnTo>
                <a:lnTo>
                  <a:pt x="814" y="3312"/>
                </a:lnTo>
                <a:lnTo>
                  <a:pt x="860" y="3314"/>
                </a:lnTo>
                <a:lnTo>
                  <a:pt x="908" y="3316"/>
                </a:lnTo>
                <a:lnTo>
                  <a:pt x="5486" y="3316"/>
                </a:lnTo>
                <a:lnTo>
                  <a:pt x="5486" y="3316"/>
                </a:lnTo>
                <a:lnTo>
                  <a:pt x="5520" y="3316"/>
                </a:lnTo>
                <a:lnTo>
                  <a:pt x="5554" y="3312"/>
                </a:lnTo>
                <a:lnTo>
                  <a:pt x="5588" y="3308"/>
                </a:lnTo>
                <a:lnTo>
                  <a:pt x="5620" y="3302"/>
                </a:lnTo>
                <a:lnTo>
                  <a:pt x="5652" y="3294"/>
                </a:lnTo>
                <a:lnTo>
                  <a:pt x="5684" y="3286"/>
                </a:lnTo>
                <a:lnTo>
                  <a:pt x="5716" y="3276"/>
                </a:lnTo>
                <a:lnTo>
                  <a:pt x="5746" y="3264"/>
                </a:lnTo>
                <a:lnTo>
                  <a:pt x="5776" y="3250"/>
                </a:lnTo>
                <a:lnTo>
                  <a:pt x="5804" y="3236"/>
                </a:lnTo>
                <a:lnTo>
                  <a:pt x="5832" y="3220"/>
                </a:lnTo>
                <a:lnTo>
                  <a:pt x="5860" y="3202"/>
                </a:lnTo>
                <a:lnTo>
                  <a:pt x="5886" y="3184"/>
                </a:lnTo>
                <a:lnTo>
                  <a:pt x="5910" y="3164"/>
                </a:lnTo>
                <a:lnTo>
                  <a:pt x="5934" y="3142"/>
                </a:lnTo>
                <a:lnTo>
                  <a:pt x="5958" y="3120"/>
                </a:lnTo>
                <a:lnTo>
                  <a:pt x="5980" y="3096"/>
                </a:lnTo>
                <a:lnTo>
                  <a:pt x="6002" y="3072"/>
                </a:lnTo>
                <a:lnTo>
                  <a:pt x="6022" y="3048"/>
                </a:lnTo>
                <a:lnTo>
                  <a:pt x="6040" y="3022"/>
                </a:lnTo>
                <a:lnTo>
                  <a:pt x="6058" y="2994"/>
                </a:lnTo>
                <a:lnTo>
                  <a:pt x="6074" y="2966"/>
                </a:lnTo>
                <a:lnTo>
                  <a:pt x="6088" y="2938"/>
                </a:lnTo>
                <a:lnTo>
                  <a:pt x="6102" y="2908"/>
                </a:lnTo>
                <a:lnTo>
                  <a:pt x="6114" y="2878"/>
                </a:lnTo>
                <a:lnTo>
                  <a:pt x="6124" y="2846"/>
                </a:lnTo>
                <a:lnTo>
                  <a:pt x="6134" y="2814"/>
                </a:lnTo>
                <a:lnTo>
                  <a:pt x="6140" y="2782"/>
                </a:lnTo>
                <a:lnTo>
                  <a:pt x="6146" y="2748"/>
                </a:lnTo>
                <a:lnTo>
                  <a:pt x="6150" y="2716"/>
                </a:lnTo>
                <a:lnTo>
                  <a:pt x="6154" y="2682"/>
                </a:lnTo>
                <a:lnTo>
                  <a:pt x="6154" y="2646"/>
                </a:lnTo>
                <a:lnTo>
                  <a:pt x="6154" y="2646"/>
                </a:lnTo>
                <a:lnTo>
                  <a:pt x="6154" y="2614"/>
                </a:lnTo>
                <a:lnTo>
                  <a:pt x="6150" y="2580"/>
                </a:lnTo>
                <a:lnTo>
                  <a:pt x="6146" y="2548"/>
                </a:lnTo>
                <a:lnTo>
                  <a:pt x="6142" y="2516"/>
                </a:lnTo>
                <a:lnTo>
                  <a:pt x="6134" y="2484"/>
                </a:lnTo>
                <a:lnTo>
                  <a:pt x="6126" y="2452"/>
                </a:lnTo>
                <a:lnTo>
                  <a:pt x="6116" y="2422"/>
                </a:lnTo>
                <a:lnTo>
                  <a:pt x="6104" y="2392"/>
                </a:lnTo>
                <a:lnTo>
                  <a:pt x="6092" y="2364"/>
                </a:lnTo>
                <a:lnTo>
                  <a:pt x="6078" y="2336"/>
                </a:lnTo>
                <a:lnTo>
                  <a:pt x="6062" y="2308"/>
                </a:lnTo>
                <a:lnTo>
                  <a:pt x="6046" y="2282"/>
                </a:lnTo>
                <a:lnTo>
                  <a:pt x="6028" y="2256"/>
                </a:lnTo>
                <a:lnTo>
                  <a:pt x="6008" y="2230"/>
                </a:lnTo>
                <a:lnTo>
                  <a:pt x="5988" y="2206"/>
                </a:lnTo>
                <a:lnTo>
                  <a:pt x="5968" y="2184"/>
                </a:lnTo>
                <a:lnTo>
                  <a:pt x="5946" y="2162"/>
                </a:lnTo>
                <a:lnTo>
                  <a:pt x="5922" y="2140"/>
                </a:lnTo>
                <a:lnTo>
                  <a:pt x="5898" y="2120"/>
                </a:lnTo>
                <a:lnTo>
                  <a:pt x="5872" y="2102"/>
                </a:lnTo>
                <a:lnTo>
                  <a:pt x="5846" y="2084"/>
                </a:lnTo>
                <a:lnTo>
                  <a:pt x="5820" y="2068"/>
                </a:lnTo>
                <a:lnTo>
                  <a:pt x="5792" y="2054"/>
                </a:lnTo>
                <a:lnTo>
                  <a:pt x="5764" y="2040"/>
                </a:lnTo>
                <a:lnTo>
                  <a:pt x="5734" y="2026"/>
                </a:lnTo>
                <a:lnTo>
                  <a:pt x="5704" y="2016"/>
                </a:lnTo>
                <a:lnTo>
                  <a:pt x="5674" y="2006"/>
                </a:lnTo>
                <a:lnTo>
                  <a:pt x="5642" y="1998"/>
                </a:lnTo>
                <a:lnTo>
                  <a:pt x="5612" y="1990"/>
                </a:lnTo>
                <a:lnTo>
                  <a:pt x="5578" y="1986"/>
                </a:lnTo>
                <a:lnTo>
                  <a:pt x="5546" y="1982"/>
                </a:lnTo>
                <a:lnTo>
                  <a:pt x="5512" y="1980"/>
                </a:lnTo>
                <a:lnTo>
                  <a:pt x="5512" y="1980"/>
                </a:lnTo>
                <a:close/>
              </a:path>
            </a:pathLst>
          </a:custGeom>
          <a:solidFill>
            <a:srgbClr val="FFEDEE"/>
          </a:solidFill>
          <a:ln w="19050" cap="flat" cmpd="sng" algn="ctr">
            <a:gradFill>
              <a:gsLst>
                <a:gs pos="0">
                  <a:srgbClr val="C7000B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69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32" name="文本框 426"/>
          <p:cNvSpPr txBox="1"/>
          <p:nvPr/>
        </p:nvSpPr>
        <p:spPr>
          <a:xfrm>
            <a:off x="7935826" y="2410161"/>
            <a:ext cx="685800" cy="1384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算力调度中心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pic>
        <p:nvPicPr>
          <p:cNvPr id="33" name="图片 32"/>
          <p:cNvPicPr/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51" y="3326505"/>
            <a:ext cx="713034" cy="31940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sp>
        <p:nvSpPr>
          <p:cNvPr id="34" name="文本框 141"/>
          <p:cNvSpPr txBox="1"/>
          <p:nvPr/>
        </p:nvSpPr>
        <p:spPr>
          <a:xfrm>
            <a:off x="4779744" y="3698515"/>
            <a:ext cx="1244049" cy="1384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中远海科浦东园区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5" name="任意多边形: 形状 262"/>
          <p:cNvSpPr/>
          <p:nvPr/>
        </p:nvSpPr>
        <p:spPr>
          <a:xfrm>
            <a:off x="7404732" y="3013758"/>
            <a:ext cx="242943" cy="120287"/>
          </a:xfrm>
          <a:custGeom>
            <a:avLst/>
            <a:gdLst>
              <a:gd name="connsiteX0" fmla="*/ 0 w 382014"/>
              <a:gd name="connsiteY0" fmla="*/ 0 h 149390"/>
              <a:gd name="connsiteX1" fmla="*/ 382014 w 382014"/>
              <a:gd name="connsiteY1" fmla="*/ 0 h 149390"/>
              <a:gd name="connsiteX2" fmla="*/ 382014 w 382014"/>
              <a:gd name="connsiteY2" fmla="*/ 149390 h 149390"/>
              <a:gd name="connsiteX3" fmla="*/ 191007 w 382014"/>
              <a:gd name="connsiteY3" fmla="*/ 103671 h 149390"/>
              <a:gd name="connsiteX4" fmla="*/ 0 w 382014"/>
              <a:gd name="connsiteY4" fmla="*/ 149390 h 14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014" h="149390">
                <a:moveTo>
                  <a:pt x="0" y="0"/>
                </a:moveTo>
                <a:lnTo>
                  <a:pt x="382014" y="0"/>
                </a:lnTo>
                <a:lnTo>
                  <a:pt x="382014" y="149390"/>
                </a:lnTo>
                <a:cubicBezTo>
                  <a:pt x="382014" y="124140"/>
                  <a:pt x="296497" y="103671"/>
                  <a:pt x="191007" y="103671"/>
                </a:cubicBezTo>
                <a:cubicBezTo>
                  <a:pt x="85517" y="103671"/>
                  <a:pt x="0" y="124140"/>
                  <a:pt x="0" y="14939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B0F0">
                  <a:alpha val="15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6" name="任意多边形: 形状 246"/>
          <p:cNvSpPr/>
          <p:nvPr/>
        </p:nvSpPr>
        <p:spPr>
          <a:xfrm>
            <a:off x="6505918" y="3029626"/>
            <a:ext cx="207592" cy="115169"/>
          </a:xfrm>
          <a:custGeom>
            <a:avLst/>
            <a:gdLst>
              <a:gd name="connsiteX0" fmla="*/ 0 w 382014"/>
              <a:gd name="connsiteY0" fmla="*/ 0 h 149390"/>
              <a:gd name="connsiteX1" fmla="*/ 382014 w 382014"/>
              <a:gd name="connsiteY1" fmla="*/ 0 h 149390"/>
              <a:gd name="connsiteX2" fmla="*/ 382014 w 382014"/>
              <a:gd name="connsiteY2" fmla="*/ 149390 h 149390"/>
              <a:gd name="connsiteX3" fmla="*/ 191007 w 382014"/>
              <a:gd name="connsiteY3" fmla="*/ 103671 h 149390"/>
              <a:gd name="connsiteX4" fmla="*/ 0 w 382014"/>
              <a:gd name="connsiteY4" fmla="*/ 149390 h 14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014" h="149390">
                <a:moveTo>
                  <a:pt x="0" y="0"/>
                </a:moveTo>
                <a:lnTo>
                  <a:pt x="382014" y="0"/>
                </a:lnTo>
                <a:lnTo>
                  <a:pt x="382014" y="149390"/>
                </a:lnTo>
                <a:cubicBezTo>
                  <a:pt x="382014" y="124140"/>
                  <a:pt x="296497" y="103671"/>
                  <a:pt x="191007" y="103671"/>
                </a:cubicBezTo>
                <a:cubicBezTo>
                  <a:pt x="85517" y="103671"/>
                  <a:pt x="0" y="124140"/>
                  <a:pt x="0" y="14939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B0F0">
                  <a:alpha val="15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7" name="任意多边形: 形状 230"/>
          <p:cNvSpPr/>
          <p:nvPr/>
        </p:nvSpPr>
        <p:spPr>
          <a:xfrm>
            <a:off x="9487424" y="3020924"/>
            <a:ext cx="242943" cy="120287"/>
          </a:xfrm>
          <a:custGeom>
            <a:avLst/>
            <a:gdLst>
              <a:gd name="connsiteX0" fmla="*/ 0 w 382014"/>
              <a:gd name="connsiteY0" fmla="*/ 0 h 149390"/>
              <a:gd name="connsiteX1" fmla="*/ 382014 w 382014"/>
              <a:gd name="connsiteY1" fmla="*/ 0 h 149390"/>
              <a:gd name="connsiteX2" fmla="*/ 382014 w 382014"/>
              <a:gd name="connsiteY2" fmla="*/ 149390 h 149390"/>
              <a:gd name="connsiteX3" fmla="*/ 191007 w 382014"/>
              <a:gd name="connsiteY3" fmla="*/ 103671 h 149390"/>
              <a:gd name="connsiteX4" fmla="*/ 0 w 382014"/>
              <a:gd name="connsiteY4" fmla="*/ 149390 h 14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014" h="149390">
                <a:moveTo>
                  <a:pt x="0" y="0"/>
                </a:moveTo>
                <a:lnTo>
                  <a:pt x="382014" y="0"/>
                </a:lnTo>
                <a:lnTo>
                  <a:pt x="382014" y="149390"/>
                </a:lnTo>
                <a:cubicBezTo>
                  <a:pt x="382014" y="124140"/>
                  <a:pt x="296497" y="103671"/>
                  <a:pt x="191007" y="103671"/>
                </a:cubicBezTo>
                <a:cubicBezTo>
                  <a:pt x="85517" y="103671"/>
                  <a:pt x="0" y="124140"/>
                  <a:pt x="0" y="14939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B0F0">
                  <a:alpha val="15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9" name="文本框 142"/>
          <p:cNvSpPr txBox="1"/>
          <p:nvPr/>
        </p:nvSpPr>
        <p:spPr>
          <a:xfrm>
            <a:off x="9910846" y="2762834"/>
            <a:ext cx="1149350" cy="1384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中远智算中心（临港）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40" name="文本框 142"/>
          <p:cNvSpPr txBox="1"/>
          <p:nvPr/>
        </p:nvSpPr>
        <p:spPr>
          <a:xfrm>
            <a:off x="9916183" y="3875619"/>
            <a:ext cx="1264285" cy="13843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上海电信算力池（临港）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41" name="任意多边形: 形状 238"/>
          <p:cNvSpPr/>
          <p:nvPr/>
        </p:nvSpPr>
        <p:spPr>
          <a:xfrm>
            <a:off x="6512688" y="3514869"/>
            <a:ext cx="207592" cy="115169"/>
          </a:xfrm>
          <a:custGeom>
            <a:avLst/>
            <a:gdLst>
              <a:gd name="connsiteX0" fmla="*/ 0 w 382014"/>
              <a:gd name="connsiteY0" fmla="*/ 0 h 149390"/>
              <a:gd name="connsiteX1" fmla="*/ 382014 w 382014"/>
              <a:gd name="connsiteY1" fmla="*/ 0 h 149390"/>
              <a:gd name="connsiteX2" fmla="*/ 382014 w 382014"/>
              <a:gd name="connsiteY2" fmla="*/ 149390 h 149390"/>
              <a:gd name="connsiteX3" fmla="*/ 191007 w 382014"/>
              <a:gd name="connsiteY3" fmla="*/ 103671 h 149390"/>
              <a:gd name="connsiteX4" fmla="*/ 0 w 382014"/>
              <a:gd name="connsiteY4" fmla="*/ 149390 h 14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014" h="149390">
                <a:moveTo>
                  <a:pt x="0" y="0"/>
                </a:moveTo>
                <a:lnTo>
                  <a:pt x="382014" y="0"/>
                </a:lnTo>
                <a:lnTo>
                  <a:pt x="382014" y="149390"/>
                </a:lnTo>
                <a:cubicBezTo>
                  <a:pt x="382014" y="124140"/>
                  <a:pt x="296497" y="103671"/>
                  <a:pt x="191007" y="103671"/>
                </a:cubicBezTo>
                <a:cubicBezTo>
                  <a:pt x="85517" y="103671"/>
                  <a:pt x="0" y="124140"/>
                  <a:pt x="0" y="14939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B0F0">
                  <a:alpha val="15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cxnSp>
        <p:nvCxnSpPr>
          <p:cNvPr id="42" name="直接连接符 867"/>
          <p:cNvCxnSpPr/>
          <p:nvPr/>
        </p:nvCxnSpPr>
        <p:spPr>
          <a:xfrm flipH="1">
            <a:off x="7746206" y="3197004"/>
            <a:ext cx="787496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3" name="直接连接符 868"/>
          <p:cNvCxnSpPr/>
          <p:nvPr/>
        </p:nvCxnSpPr>
        <p:spPr>
          <a:xfrm flipH="1" flipV="1">
            <a:off x="7746206" y="3641811"/>
            <a:ext cx="787496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4" name="直接连接符 869"/>
          <p:cNvCxnSpPr/>
          <p:nvPr/>
        </p:nvCxnSpPr>
        <p:spPr>
          <a:xfrm flipH="1">
            <a:off x="6715767" y="3193421"/>
            <a:ext cx="787496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5" name="直接连接符 870"/>
          <p:cNvCxnSpPr/>
          <p:nvPr/>
        </p:nvCxnSpPr>
        <p:spPr>
          <a:xfrm flipH="1">
            <a:off x="6715767" y="3641811"/>
            <a:ext cx="787496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871"/>
          <p:cNvCxnSpPr/>
          <p:nvPr/>
        </p:nvCxnSpPr>
        <p:spPr>
          <a:xfrm flipH="1" flipV="1">
            <a:off x="6715767" y="3197004"/>
            <a:ext cx="787496" cy="444807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7" name="直接连接符 872"/>
          <p:cNvCxnSpPr/>
          <p:nvPr/>
        </p:nvCxnSpPr>
        <p:spPr>
          <a:xfrm flipH="1">
            <a:off x="6715767" y="3197004"/>
            <a:ext cx="787496" cy="444807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8" name="直接连接符 873"/>
          <p:cNvCxnSpPr/>
          <p:nvPr/>
        </p:nvCxnSpPr>
        <p:spPr>
          <a:xfrm flipH="1" flipV="1">
            <a:off x="7746206" y="3197004"/>
            <a:ext cx="787496" cy="444807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9" name="直接连接符 874"/>
          <p:cNvCxnSpPr/>
          <p:nvPr/>
        </p:nvCxnSpPr>
        <p:spPr>
          <a:xfrm flipH="1">
            <a:off x="7746206" y="3197004"/>
            <a:ext cx="787496" cy="444807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50" name="直接连接符 875"/>
          <p:cNvCxnSpPr/>
          <p:nvPr/>
        </p:nvCxnSpPr>
        <p:spPr>
          <a:xfrm flipH="1">
            <a:off x="8708953" y="3197004"/>
            <a:ext cx="787496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51" name="直接连接符 876"/>
          <p:cNvCxnSpPr/>
          <p:nvPr/>
        </p:nvCxnSpPr>
        <p:spPr>
          <a:xfrm flipH="1">
            <a:off x="8708953" y="3197004"/>
            <a:ext cx="787496" cy="444807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52" name="直接连接符 877"/>
          <p:cNvCxnSpPr/>
          <p:nvPr/>
        </p:nvCxnSpPr>
        <p:spPr>
          <a:xfrm flipH="1" flipV="1">
            <a:off x="8708953" y="3197004"/>
            <a:ext cx="787496" cy="444807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53" name="直接连接符 878"/>
          <p:cNvCxnSpPr/>
          <p:nvPr/>
        </p:nvCxnSpPr>
        <p:spPr>
          <a:xfrm flipH="1">
            <a:off x="8708953" y="3641811"/>
            <a:ext cx="787496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54" name="文本框 15"/>
          <p:cNvSpPr txBox="1"/>
          <p:nvPr/>
        </p:nvSpPr>
        <p:spPr>
          <a:xfrm>
            <a:off x="7200149" y="3771767"/>
            <a:ext cx="95522" cy="1536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Lato"/>
                <a:sym typeface="Arial" panose="020B0604020202090204" pitchFamily="34" charset="0"/>
              </a:rPr>
              <a:t>A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Lato"/>
              <a:sym typeface="Arial" panose="020B0604020202090204" pitchFamily="34" charset="0"/>
            </a:endParaRPr>
          </a:p>
        </p:txBody>
      </p:sp>
      <p:sp>
        <p:nvSpPr>
          <p:cNvPr id="55" name="文本框 15"/>
          <p:cNvSpPr txBox="1"/>
          <p:nvPr/>
        </p:nvSpPr>
        <p:spPr>
          <a:xfrm>
            <a:off x="7330270" y="3731331"/>
            <a:ext cx="584417" cy="1536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Lato"/>
                <a:sym typeface="Arial" panose="020B0604020202090204" pitchFamily="34" charset="0"/>
              </a:rPr>
              <a:t>A-Leaf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Lato"/>
              <a:sym typeface="Arial" panose="020B0604020202090204" pitchFamily="34" charset="0"/>
            </a:endParaRPr>
          </a:p>
        </p:txBody>
      </p:sp>
      <p:sp>
        <p:nvSpPr>
          <p:cNvPr id="56" name="文本框 15"/>
          <p:cNvSpPr txBox="1"/>
          <p:nvPr/>
        </p:nvSpPr>
        <p:spPr>
          <a:xfrm>
            <a:off x="8264435" y="3737985"/>
            <a:ext cx="673170" cy="1536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Lato"/>
                <a:sym typeface="Arial" panose="020B0604020202090204" pitchFamily="34" charset="0"/>
              </a:rPr>
              <a:t>Spine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Lato"/>
              <a:sym typeface="Arial" panose="020B0604020202090204" pitchFamily="34" charset="0"/>
            </a:endParaRPr>
          </a:p>
        </p:txBody>
      </p:sp>
      <p:sp>
        <p:nvSpPr>
          <p:cNvPr id="57" name="文本框 15"/>
          <p:cNvSpPr txBox="1"/>
          <p:nvPr/>
        </p:nvSpPr>
        <p:spPr>
          <a:xfrm>
            <a:off x="9332482" y="3744639"/>
            <a:ext cx="555083" cy="1536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Lato"/>
                <a:sym typeface="Arial" panose="020B0604020202090204" pitchFamily="34" charset="0"/>
              </a:rPr>
              <a:t>S-Leaf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Lato"/>
              <a:sym typeface="Arial" panose="020B0604020202090204" pitchFamily="34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9496449" y="3041398"/>
            <a:ext cx="242943" cy="674632"/>
            <a:chOff x="5440947" y="3018375"/>
            <a:chExt cx="268134" cy="838331"/>
          </a:xfrm>
        </p:grpSpPr>
        <p:grpSp>
          <p:nvGrpSpPr>
            <p:cNvPr id="609" name="组合 608"/>
            <p:cNvGrpSpPr/>
            <p:nvPr/>
          </p:nvGrpSpPr>
          <p:grpSpPr>
            <a:xfrm>
              <a:off x="5440947" y="3571465"/>
              <a:ext cx="268134" cy="285241"/>
              <a:chOff x="5440947" y="3571465"/>
              <a:chExt cx="268134" cy="285241"/>
            </a:xfrm>
          </p:grpSpPr>
          <p:sp>
            <p:nvSpPr>
              <p:cNvPr id="619" name="任意多边形: 形状 221"/>
              <p:cNvSpPr/>
              <p:nvPr/>
            </p:nvSpPr>
            <p:spPr>
              <a:xfrm>
                <a:off x="5440947" y="3571465"/>
                <a:ext cx="268134" cy="149635"/>
              </a:xfrm>
              <a:custGeom>
                <a:avLst/>
                <a:gdLst>
                  <a:gd name="connsiteX0" fmla="*/ 0 w 382014"/>
                  <a:gd name="connsiteY0" fmla="*/ 0 h 149390"/>
                  <a:gd name="connsiteX1" fmla="*/ 382014 w 382014"/>
                  <a:gd name="connsiteY1" fmla="*/ 0 h 149390"/>
                  <a:gd name="connsiteX2" fmla="*/ 382014 w 382014"/>
                  <a:gd name="connsiteY2" fmla="*/ 149390 h 149390"/>
                  <a:gd name="connsiteX3" fmla="*/ 191007 w 382014"/>
                  <a:gd name="connsiteY3" fmla="*/ 103671 h 149390"/>
                  <a:gd name="connsiteX4" fmla="*/ 0 w 382014"/>
                  <a:gd name="connsiteY4" fmla="*/ 149390 h 149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014" h="149390">
                    <a:moveTo>
                      <a:pt x="0" y="0"/>
                    </a:moveTo>
                    <a:lnTo>
                      <a:pt x="382014" y="0"/>
                    </a:lnTo>
                    <a:lnTo>
                      <a:pt x="382014" y="149390"/>
                    </a:lnTo>
                    <a:cubicBezTo>
                      <a:pt x="382014" y="124140"/>
                      <a:pt x="296497" y="103671"/>
                      <a:pt x="191007" y="103671"/>
                    </a:cubicBezTo>
                    <a:cubicBezTo>
                      <a:pt x="85517" y="103671"/>
                      <a:pt x="0" y="124140"/>
                      <a:pt x="0" y="14939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54648C">
                      <a:alpha val="0"/>
                    </a:srgbClr>
                  </a:gs>
                  <a:gs pos="100000">
                    <a:srgbClr val="54648C">
                      <a:alpha val="5000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620" name="组合 619"/>
              <p:cNvGrpSpPr/>
              <p:nvPr/>
            </p:nvGrpSpPr>
            <p:grpSpPr>
              <a:xfrm>
                <a:off x="5440947" y="3673530"/>
                <a:ext cx="268134" cy="183176"/>
                <a:chOff x="240911" y="2398860"/>
                <a:chExt cx="375475" cy="179746"/>
              </a:xfrm>
            </p:grpSpPr>
            <p:sp>
              <p:nvSpPr>
                <p:cNvPr id="621" name="圆柱形 11"/>
                <p:cNvSpPr/>
                <p:nvPr/>
              </p:nvSpPr>
              <p:spPr>
                <a:xfrm>
                  <a:off x="240911" y="2398860"/>
                  <a:ext cx="375475" cy="179746"/>
                </a:xfrm>
                <a:prstGeom prst="can">
                  <a:avLst>
                    <a:gd name="adj" fmla="val 50000"/>
                  </a:avLst>
                </a:prstGeom>
                <a:gradFill>
                  <a:gsLst>
                    <a:gs pos="100000">
                      <a:srgbClr val="4472C4">
                        <a:lumMod val="60000"/>
                        <a:lumOff val="40000"/>
                      </a:srgbClr>
                    </a:gs>
                    <a:gs pos="48000">
                      <a:srgbClr val="54648C"/>
                    </a:gs>
                  </a:gsLst>
                  <a:lin ang="5400000" scaled="1"/>
                </a:gradFill>
                <a:ln w="3175" cap="flat" cmpd="sng" algn="ctr">
                  <a:gradFill>
                    <a:gsLst>
                      <a:gs pos="0">
                        <a:sysClr val="window" lastClr="FFFFFF">
                          <a:alpha val="58000"/>
                        </a:sysClr>
                      </a:gs>
                      <a:gs pos="100000">
                        <a:srgbClr val="4472C4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  <a:tailEnd w="sm" len="sm"/>
                </a:ln>
                <a:effectLst>
                  <a:outerShdw blurRad="241300" dist="12700" dir="2700000" algn="tl" rotWithShape="0">
                    <a:srgbClr val="03C8E1">
                      <a:alpha val="40000"/>
                    </a:srgbClr>
                  </a:outerShdw>
                </a:effectLst>
                <a:scene3d>
                  <a:camera prst="orthographicFront">
                    <a:rot lat="21599992" lon="0" rev="0"/>
                  </a:camera>
                  <a:lightRig rig="threePt" dir="t"/>
                </a:scene3d>
                <a:sp3d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grpSp>
              <p:nvGrpSpPr>
                <p:cNvPr id="622" name="组合 621"/>
                <p:cNvGrpSpPr/>
                <p:nvPr/>
              </p:nvGrpSpPr>
              <p:grpSpPr>
                <a:xfrm>
                  <a:off x="362760" y="2402462"/>
                  <a:ext cx="125807" cy="72156"/>
                  <a:chOff x="-719582" y="2338114"/>
                  <a:chExt cx="482788" cy="276901"/>
                </a:xfrm>
                <a:solidFill>
                  <a:sysClr val="window" lastClr="FFFFFF"/>
                </a:solidFill>
              </p:grpSpPr>
              <p:sp>
                <p:nvSpPr>
                  <p:cNvPr id="623" name="Freeform 69"/>
                  <p:cNvSpPr/>
                  <p:nvPr/>
                </p:nvSpPr>
                <p:spPr bwMode="auto">
                  <a:xfrm>
                    <a:off x="-579827" y="2498758"/>
                    <a:ext cx="203279" cy="116257"/>
                  </a:xfrm>
                  <a:custGeom>
                    <a:avLst/>
                    <a:gdLst>
                      <a:gd name="T0" fmla="*/ 308 w 351"/>
                      <a:gd name="T1" fmla="*/ 73 h 202"/>
                      <a:gd name="T2" fmla="*/ 308 w 351"/>
                      <a:gd name="T3" fmla="*/ 73 h 202"/>
                      <a:gd name="T4" fmla="*/ 202 w 351"/>
                      <a:gd name="T5" fmla="*/ 131 h 202"/>
                      <a:gd name="T6" fmla="*/ 202 w 351"/>
                      <a:gd name="T7" fmla="*/ 53 h 202"/>
                      <a:gd name="T8" fmla="*/ 258 w 351"/>
                      <a:gd name="T9" fmla="*/ 53 h 202"/>
                      <a:gd name="T10" fmla="*/ 258 w 351"/>
                      <a:gd name="T11" fmla="*/ 0 h 202"/>
                      <a:gd name="T12" fmla="*/ 176 w 351"/>
                      <a:gd name="T13" fmla="*/ 0 h 202"/>
                      <a:gd name="T14" fmla="*/ 149 w 351"/>
                      <a:gd name="T15" fmla="*/ 26 h 202"/>
                      <a:gd name="T16" fmla="*/ 149 w 351"/>
                      <a:gd name="T17" fmla="*/ 131 h 202"/>
                      <a:gd name="T18" fmla="*/ 44 w 351"/>
                      <a:gd name="T19" fmla="*/ 73 h 202"/>
                      <a:gd name="T20" fmla="*/ 7 w 351"/>
                      <a:gd name="T21" fmla="*/ 84 h 202"/>
                      <a:gd name="T22" fmla="*/ 18 w 351"/>
                      <a:gd name="T23" fmla="*/ 120 h 202"/>
                      <a:gd name="T24" fmla="*/ 163 w 351"/>
                      <a:gd name="T25" fmla="*/ 199 h 202"/>
                      <a:gd name="T26" fmla="*/ 164 w 351"/>
                      <a:gd name="T27" fmla="*/ 199 h 202"/>
                      <a:gd name="T28" fmla="*/ 168 w 351"/>
                      <a:gd name="T29" fmla="*/ 201 h 202"/>
                      <a:gd name="T30" fmla="*/ 169 w 351"/>
                      <a:gd name="T31" fmla="*/ 201 h 202"/>
                      <a:gd name="T32" fmla="*/ 170 w 351"/>
                      <a:gd name="T33" fmla="*/ 201 h 202"/>
                      <a:gd name="T34" fmla="*/ 176 w 351"/>
                      <a:gd name="T35" fmla="*/ 202 h 202"/>
                      <a:gd name="T36" fmla="*/ 176 w 351"/>
                      <a:gd name="T37" fmla="*/ 202 h 202"/>
                      <a:gd name="T38" fmla="*/ 176 w 351"/>
                      <a:gd name="T39" fmla="*/ 202 h 202"/>
                      <a:gd name="T40" fmla="*/ 176 w 351"/>
                      <a:gd name="T41" fmla="*/ 202 h 202"/>
                      <a:gd name="T42" fmla="*/ 182 w 351"/>
                      <a:gd name="T43" fmla="*/ 201 h 202"/>
                      <a:gd name="T44" fmla="*/ 182 w 351"/>
                      <a:gd name="T45" fmla="*/ 201 h 202"/>
                      <a:gd name="T46" fmla="*/ 184 w 351"/>
                      <a:gd name="T47" fmla="*/ 201 h 202"/>
                      <a:gd name="T48" fmla="*/ 188 w 351"/>
                      <a:gd name="T49" fmla="*/ 199 h 202"/>
                      <a:gd name="T50" fmla="*/ 188 w 351"/>
                      <a:gd name="T51" fmla="*/ 199 h 202"/>
                      <a:gd name="T52" fmla="*/ 333 w 351"/>
                      <a:gd name="T53" fmla="*/ 120 h 202"/>
                      <a:gd name="T54" fmla="*/ 344 w 351"/>
                      <a:gd name="T55" fmla="*/ 84 h 202"/>
                      <a:gd name="T56" fmla="*/ 308 w 351"/>
                      <a:gd name="T57" fmla="*/ 73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51" h="202">
                        <a:moveTo>
                          <a:pt x="308" y="73"/>
                        </a:moveTo>
                        <a:lnTo>
                          <a:pt x="308" y="73"/>
                        </a:lnTo>
                        <a:lnTo>
                          <a:pt x="202" y="131"/>
                        </a:lnTo>
                        <a:lnTo>
                          <a:pt x="202" y="53"/>
                        </a:lnTo>
                        <a:lnTo>
                          <a:pt x="258" y="53"/>
                        </a:lnTo>
                        <a:lnTo>
                          <a:pt x="258" y="0"/>
                        </a:lnTo>
                        <a:lnTo>
                          <a:pt x="176" y="0"/>
                        </a:lnTo>
                        <a:cubicBezTo>
                          <a:pt x="161" y="0"/>
                          <a:pt x="149" y="12"/>
                          <a:pt x="149" y="26"/>
                        </a:cubicBezTo>
                        <a:lnTo>
                          <a:pt x="149" y="131"/>
                        </a:lnTo>
                        <a:lnTo>
                          <a:pt x="44" y="73"/>
                        </a:lnTo>
                        <a:cubicBezTo>
                          <a:pt x="31" y="66"/>
                          <a:pt x="14" y="71"/>
                          <a:pt x="7" y="84"/>
                        </a:cubicBezTo>
                        <a:cubicBezTo>
                          <a:pt x="0" y="97"/>
                          <a:pt x="5" y="113"/>
                          <a:pt x="18" y="120"/>
                        </a:cubicBezTo>
                        <a:lnTo>
                          <a:pt x="163" y="199"/>
                        </a:lnTo>
                        <a:cubicBezTo>
                          <a:pt x="163" y="199"/>
                          <a:pt x="164" y="199"/>
                          <a:pt x="164" y="199"/>
                        </a:cubicBezTo>
                        <a:cubicBezTo>
                          <a:pt x="165" y="200"/>
                          <a:pt x="166" y="200"/>
                          <a:pt x="168" y="201"/>
                        </a:cubicBezTo>
                        <a:cubicBezTo>
                          <a:pt x="168" y="201"/>
                          <a:pt x="168" y="201"/>
                          <a:pt x="169" y="201"/>
                        </a:cubicBezTo>
                        <a:cubicBezTo>
                          <a:pt x="169" y="201"/>
                          <a:pt x="169" y="201"/>
                          <a:pt x="170" y="201"/>
                        </a:cubicBezTo>
                        <a:cubicBezTo>
                          <a:pt x="172" y="202"/>
                          <a:pt x="174" y="202"/>
                          <a:pt x="176" y="202"/>
                        </a:cubicBezTo>
                        <a:cubicBezTo>
                          <a:pt x="176" y="202"/>
                          <a:pt x="176" y="202"/>
                          <a:pt x="176" y="202"/>
                        </a:cubicBezTo>
                        <a:lnTo>
                          <a:pt x="176" y="202"/>
                        </a:lnTo>
                        <a:lnTo>
                          <a:pt x="176" y="202"/>
                        </a:lnTo>
                        <a:cubicBezTo>
                          <a:pt x="178" y="202"/>
                          <a:pt x="180" y="202"/>
                          <a:pt x="182" y="201"/>
                        </a:cubicBezTo>
                        <a:cubicBezTo>
                          <a:pt x="182" y="201"/>
                          <a:pt x="182" y="201"/>
                          <a:pt x="182" y="201"/>
                        </a:cubicBezTo>
                        <a:cubicBezTo>
                          <a:pt x="183" y="201"/>
                          <a:pt x="183" y="201"/>
                          <a:pt x="184" y="201"/>
                        </a:cubicBezTo>
                        <a:cubicBezTo>
                          <a:pt x="185" y="200"/>
                          <a:pt x="186" y="200"/>
                          <a:pt x="188" y="199"/>
                        </a:cubicBezTo>
                        <a:cubicBezTo>
                          <a:pt x="188" y="199"/>
                          <a:pt x="188" y="199"/>
                          <a:pt x="188" y="199"/>
                        </a:cubicBezTo>
                        <a:lnTo>
                          <a:pt x="333" y="120"/>
                        </a:lnTo>
                        <a:cubicBezTo>
                          <a:pt x="346" y="113"/>
                          <a:pt x="351" y="97"/>
                          <a:pt x="344" y="84"/>
                        </a:cubicBezTo>
                        <a:cubicBezTo>
                          <a:pt x="337" y="71"/>
                          <a:pt x="321" y="66"/>
                          <a:pt x="308" y="73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24" name="Freeform 70"/>
                  <p:cNvSpPr/>
                  <p:nvPr/>
                </p:nvSpPr>
                <p:spPr bwMode="auto">
                  <a:xfrm>
                    <a:off x="-579827" y="2338114"/>
                    <a:ext cx="203279" cy="114142"/>
                  </a:xfrm>
                  <a:custGeom>
                    <a:avLst/>
                    <a:gdLst>
                      <a:gd name="T0" fmla="*/ 30 w 350"/>
                      <a:gd name="T1" fmla="*/ 132 h 200"/>
                      <a:gd name="T2" fmla="*/ 30 w 350"/>
                      <a:gd name="T3" fmla="*/ 132 h 200"/>
                      <a:gd name="T4" fmla="*/ 43 w 350"/>
                      <a:gd name="T5" fmla="*/ 129 h 200"/>
                      <a:gd name="T6" fmla="*/ 148 w 350"/>
                      <a:gd name="T7" fmla="*/ 71 h 200"/>
                      <a:gd name="T8" fmla="*/ 148 w 350"/>
                      <a:gd name="T9" fmla="*/ 146 h 200"/>
                      <a:gd name="T10" fmla="*/ 92 w 350"/>
                      <a:gd name="T11" fmla="*/ 146 h 200"/>
                      <a:gd name="T12" fmla="*/ 92 w 350"/>
                      <a:gd name="T13" fmla="*/ 200 h 200"/>
                      <a:gd name="T14" fmla="*/ 175 w 350"/>
                      <a:gd name="T15" fmla="*/ 200 h 200"/>
                      <a:gd name="T16" fmla="*/ 202 w 350"/>
                      <a:gd name="T17" fmla="*/ 173 h 200"/>
                      <a:gd name="T18" fmla="*/ 202 w 350"/>
                      <a:gd name="T19" fmla="*/ 71 h 200"/>
                      <a:gd name="T20" fmla="*/ 307 w 350"/>
                      <a:gd name="T21" fmla="*/ 129 h 200"/>
                      <a:gd name="T22" fmla="*/ 320 w 350"/>
                      <a:gd name="T23" fmla="*/ 132 h 200"/>
                      <a:gd name="T24" fmla="*/ 343 w 350"/>
                      <a:gd name="T25" fmla="*/ 118 h 200"/>
                      <a:gd name="T26" fmla="*/ 333 w 350"/>
                      <a:gd name="T27" fmla="*/ 82 h 200"/>
                      <a:gd name="T28" fmla="*/ 188 w 350"/>
                      <a:gd name="T29" fmla="*/ 3 h 200"/>
                      <a:gd name="T30" fmla="*/ 187 w 350"/>
                      <a:gd name="T31" fmla="*/ 3 h 200"/>
                      <a:gd name="T32" fmla="*/ 186 w 350"/>
                      <a:gd name="T33" fmla="*/ 2 h 200"/>
                      <a:gd name="T34" fmla="*/ 184 w 350"/>
                      <a:gd name="T35" fmla="*/ 1 h 200"/>
                      <a:gd name="T36" fmla="*/ 183 w 350"/>
                      <a:gd name="T37" fmla="*/ 1 h 200"/>
                      <a:gd name="T38" fmla="*/ 181 w 350"/>
                      <a:gd name="T39" fmla="*/ 0 h 200"/>
                      <a:gd name="T40" fmla="*/ 179 w 350"/>
                      <a:gd name="T41" fmla="*/ 0 h 200"/>
                      <a:gd name="T42" fmla="*/ 177 w 350"/>
                      <a:gd name="T43" fmla="*/ 0 h 200"/>
                      <a:gd name="T44" fmla="*/ 176 w 350"/>
                      <a:gd name="T45" fmla="*/ 0 h 200"/>
                      <a:gd name="T46" fmla="*/ 175 w 350"/>
                      <a:gd name="T47" fmla="*/ 0 h 200"/>
                      <a:gd name="T48" fmla="*/ 174 w 350"/>
                      <a:gd name="T49" fmla="*/ 0 h 200"/>
                      <a:gd name="T50" fmla="*/ 172 w 350"/>
                      <a:gd name="T51" fmla="*/ 0 h 200"/>
                      <a:gd name="T52" fmla="*/ 171 w 350"/>
                      <a:gd name="T53" fmla="*/ 0 h 200"/>
                      <a:gd name="T54" fmla="*/ 168 w 350"/>
                      <a:gd name="T55" fmla="*/ 0 h 200"/>
                      <a:gd name="T56" fmla="*/ 167 w 350"/>
                      <a:gd name="T57" fmla="*/ 1 h 200"/>
                      <a:gd name="T58" fmla="*/ 166 w 350"/>
                      <a:gd name="T59" fmla="*/ 1 h 200"/>
                      <a:gd name="T60" fmla="*/ 164 w 350"/>
                      <a:gd name="T61" fmla="*/ 2 h 200"/>
                      <a:gd name="T62" fmla="*/ 162 w 350"/>
                      <a:gd name="T63" fmla="*/ 3 h 200"/>
                      <a:gd name="T64" fmla="*/ 162 w 350"/>
                      <a:gd name="T65" fmla="*/ 3 h 200"/>
                      <a:gd name="T66" fmla="*/ 17 w 350"/>
                      <a:gd name="T67" fmla="*/ 82 h 200"/>
                      <a:gd name="T68" fmla="*/ 7 w 350"/>
                      <a:gd name="T69" fmla="*/ 118 h 200"/>
                      <a:gd name="T70" fmla="*/ 30 w 350"/>
                      <a:gd name="T71" fmla="*/ 132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350" h="200">
                        <a:moveTo>
                          <a:pt x="30" y="132"/>
                        </a:moveTo>
                        <a:lnTo>
                          <a:pt x="30" y="132"/>
                        </a:lnTo>
                        <a:cubicBezTo>
                          <a:pt x="34" y="132"/>
                          <a:pt x="39" y="131"/>
                          <a:pt x="43" y="129"/>
                        </a:cubicBezTo>
                        <a:lnTo>
                          <a:pt x="148" y="71"/>
                        </a:lnTo>
                        <a:lnTo>
                          <a:pt x="148" y="146"/>
                        </a:lnTo>
                        <a:lnTo>
                          <a:pt x="92" y="146"/>
                        </a:lnTo>
                        <a:lnTo>
                          <a:pt x="92" y="200"/>
                        </a:lnTo>
                        <a:lnTo>
                          <a:pt x="175" y="200"/>
                        </a:lnTo>
                        <a:cubicBezTo>
                          <a:pt x="190" y="200"/>
                          <a:pt x="202" y="188"/>
                          <a:pt x="202" y="173"/>
                        </a:cubicBezTo>
                        <a:lnTo>
                          <a:pt x="202" y="71"/>
                        </a:lnTo>
                        <a:lnTo>
                          <a:pt x="307" y="129"/>
                        </a:lnTo>
                        <a:cubicBezTo>
                          <a:pt x="311" y="131"/>
                          <a:pt x="315" y="132"/>
                          <a:pt x="320" y="132"/>
                        </a:cubicBezTo>
                        <a:cubicBezTo>
                          <a:pt x="329" y="132"/>
                          <a:pt x="338" y="127"/>
                          <a:pt x="343" y="118"/>
                        </a:cubicBezTo>
                        <a:cubicBezTo>
                          <a:pt x="350" y="105"/>
                          <a:pt x="346" y="89"/>
                          <a:pt x="333" y="82"/>
                        </a:cubicBezTo>
                        <a:lnTo>
                          <a:pt x="188" y="3"/>
                        </a:lnTo>
                        <a:cubicBezTo>
                          <a:pt x="188" y="3"/>
                          <a:pt x="188" y="3"/>
                          <a:pt x="187" y="3"/>
                        </a:cubicBezTo>
                        <a:cubicBezTo>
                          <a:pt x="187" y="3"/>
                          <a:pt x="187" y="2"/>
                          <a:pt x="186" y="2"/>
                        </a:cubicBezTo>
                        <a:cubicBezTo>
                          <a:pt x="185" y="2"/>
                          <a:pt x="185" y="2"/>
                          <a:pt x="184" y="1"/>
                        </a:cubicBezTo>
                        <a:cubicBezTo>
                          <a:pt x="183" y="1"/>
                          <a:pt x="183" y="1"/>
                          <a:pt x="183" y="1"/>
                        </a:cubicBezTo>
                        <a:cubicBezTo>
                          <a:pt x="182" y="1"/>
                          <a:pt x="182" y="1"/>
                          <a:pt x="181" y="0"/>
                        </a:cubicBezTo>
                        <a:cubicBezTo>
                          <a:pt x="181" y="0"/>
                          <a:pt x="180" y="0"/>
                          <a:pt x="179" y="0"/>
                        </a:cubicBezTo>
                        <a:cubicBezTo>
                          <a:pt x="178" y="0"/>
                          <a:pt x="178" y="0"/>
                          <a:pt x="177" y="0"/>
                        </a:cubicBezTo>
                        <a:cubicBezTo>
                          <a:pt x="177" y="0"/>
                          <a:pt x="177" y="0"/>
                          <a:pt x="176" y="0"/>
                        </a:cubicBezTo>
                        <a:cubicBezTo>
                          <a:pt x="176" y="0"/>
                          <a:pt x="175" y="0"/>
                          <a:pt x="175" y="0"/>
                        </a:cubicBezTo>
                        <a:cubicBezTo>
                          <a:pt x="175" y="0"/>
                          <a:pt x="174" y="0"/>
                          <a:pt x="174" y="0"/>
                        </a:cubicBezTo>
                        <a:cubicBezTo>
                          <a:pt x="173" y="0"/>
                          <a:pt x="173" y="0"/>
                          <a:pt x="172" y="0"/>
                        </a:cubicBezTo>
                        <a:cubicBezTo>
                          <a:pt x="172" y="0"/>
                          <a:pt x="171" y="0"/>
                          <a:pt x="171" y="0"/>
                        </a:cubicBezTo>
                        <a:cubicBezTo>
                          <a:pt x="170" y="0"/>
                          <a:pt x="169" y="0"/>
                          <a:pt x="168" y="0"/>
                        </a:cubicBezTo>
                        <a:cubicBezTo>
                          <a:pt x="168" y="1"/>
                          <a:pt x="168" y="1"/>
                          <a:pt x="167" y="1"/>
                        </a:cubicBezTo>
                        <a:cubicBezTo>
                          <a:pt x="167" y="1"/>
                          <a:pt x="166" y="1"/>
                          <a:pt x="166" y="1"/>
                        </a:cubicBezTo>
                        <a:cubicBezTo>
                          <a:pt x="165" y="2"/>
                          <a:pt x="164" y="2"/>
                          <a:pt x="164" y="2"/>
                        </a:cubicBezTo>
                        <a:cubicBezTo>
                          <a:pt x="163" y="2"/>
                          <a:pt x="163" y="3"/>
                          <a:pt x="162" y="3"/>
                        </a:cubicBezTo>
                        <a:cubicBezTo>
                          <a:pt x="162" y="3"/>
                          <a:pt x="162" y="3"/>
                          <a:pt x="162" y="3"/>
                        </a:cubicBezTo>
                        <a:lnTo>
                          <a:pt x="17" y="82"/>
                        </a:lnTo>
                        <a:cubicBezTo>
                          <a:pt x="4" y="89"/>
                          <a:pt x="0" y="105"/>
                          <a:pt x="7" y="118"/>
                        </a:cubicBezTo>
                        <a:cubicBezTo>
                          <a:pt x="11" y="127"/>
                          <a:pt x="21" y="132"/>
                          <a:pt x="30" y="132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25" name="Freeform 71"/>
                  <p:cNvSpPr/>
                  <p:nvPr/>
                </p:nvSpPr>
                <p:spPr bwMode="auto">
                  <a:xfrm>
                    <a:off x="-719582" y="2414209"/>
                    <a:ext cx="186339" cy="122597"/>
                  </a:xfrm>
                  <a:custGeom>
                    <a:avLst/>
                    <a:gdLst>
                      <a:gd name="T0" fmla="*/ 183 w 324"/>
                      <a:gd name="T1" fmla="*/ 167 h 217"/>
                      <a:gd name="T2" fmla="*/ 183 w 324"/>
                      <a:gd name="T3" fmla="*/ 167 h 217"/>
                      <a:gd name="T4" fmla="*/ 129 w 324"/>
                      <a:gd name="T5" fmla="*/ 137 h 217"/>
                      <a:gd name="T6" fmla="*/ 270 w 324"/>
                      <a:gd name="T7" fmla="*/ 137 h 217"/>
                      <a:gd name="T8" fmla="*/ 270 w 324"/>
                      <a:gd name="T9" fmla="*/ 176 h 217"/>
                      <a:gd name="T10" fmla="*/ 324 w 324"/>
                      <a:gd name="T11" fmla="*/ 176 h 217"/>
                      <a:gd name="T12" fmla="*/ 324 w 324"/>
                      <a:gd name="T13" fmla="*/ 110 h 217"/>
                      <a:gd name="T14" fmla="*/ 297 w 324"/>
                      <a:gd name="T15" fmla="*/ 84 h 217"/>
                      <a:gd name="T16" fmla="*/ 129 w 324"/>
                      <a:gd name="T17" fmla="*/ 84 h 217"/>
                      <a:gd name="T18" fmla="*/ 183 w 324"/>
                      <a:gd name="T19" fmla="*/ 54 h 217"/>
                      <a:gd name="T20" fmla="*/ 193 w 324"/>
                      <a:gd name="T21" fmla="*/ 18 h 217"/>
                      <a:gd name="T22" fmla="*/ 157 w 324"/>
                      <a:gd name="T23" fmla="*/ 7 h 217"/>
                      <a:gd name="T24" fmla="*/ 13 w 324"/>
                      <a:gd name="T25" fmla="*/ 87 h 217"/>
                      <a:gd name="T26" fmla="*/ 13 w 324"/>
                      <a:gd name="T27" fmla="*/ 88 h 217"/>
                      <a:gd name="T28" fmla="*/ 11 w 324"/>
                      <a:gd name="T29" fmla="*/ 89 h 217"/>
                      <a:gd name="T30" fmla="*/ 9 w 324"/>
                      <a:gd name="T31" fmla="*/ 90 h 217"/>
                      <a:gd name="T32" fmla="*/ 8 w 324"/>
                      <a:gd name="T33" fmla="*/ 91 h 217"/>
                      <a:gd name="T34" fmla="*/ 7 w 324"/>
                      <a:gd name="T35" fmla="*/ 92 h 217"/>
                      <a:gd name="T36" fmla="*/ 6 w 324"/>
                      <a:gd name="T37" fmla="*/ 93 h 217"/>
                      <a:gd name="T38" fmla="*/ 5 w 324"/>
                      <a:gd name="T39" fmla="*/ 95 h 217"/>
                      <a:gd name="T40" fmla="*/ 4 w 324"/>
                      <a:gd name="T41" fmla="*/ 96 h 217"/>
                      <a:gd name="T42" fmla="*/ 3 w 324"/>
                      <a:gd name="T43" fmla="*/ 97 h 217"/>
                      <a:gd name="T44" fmla="*/ 3 w 324"/>
                      <a:gd name="T45" fmla="*/ 98 h 217"/>
                      <a:gd name="T46" fmla="*/ 2 w 324"/>
                      <a:gd name="T47" fmla="*/ 99 h 217"/>
                      <a:gd name="T48" fmla="*/ 1 w 324"/>
                      <a:gd name="T49" fmla="*/ 101 h 217"/>
                      <a:gd name="T50" fmla="*/ 1 w 324"/>
                      <a:gd name="T51" fmla="*/ 103 h 217"/>
                      <a:gd name="T52" fmla="*/ 1 w 324"/>
                      <a:gd name="T53" fmla="*/ 104 h 217"/>
                      <a:gd name="T54" fmla="*/ 0 w 324"/>
                      <a:gd name="T55" fmla="*/ 106 h 217"/>
                      <a:gd name="T56" fmla="*/ 0 w 324"/>
                      <a:gd name="T57" fmla="*/ 108 h 217"/>
                      <a:gd name="T58" fmla="*/ 0 w 324"/>
                      <a:gd name="T59" fmla="*/ 109 h 217"/>
                      <a:gd name="T60" fmla="*/ 0 w 324"/>
                      <a:gd name="T61" fmla="*/ 110 h 217"/>
                      <a:gd name="T62" fmla="*/ 0 w 324"/>
                      <a:gd name="T63" fmla="*/ 111 h 217"/>
                      <a:gd name="T64" fmla="*/ 0 w 324"/>
                      <a:gd name="T65" fmla="*/ 113 h 217"/>
                      <a:gd name="T66" fmla="*/ 0 w 324"/>
                      <a:gd name="T67" fmla="*/ 115 h 217"/>
                      <a:gd name="T68" fmla="*/ 1 w 324"/>
                      <a:gd name="T69" fmla="*/ 117 h 217"/>
                      <a:gd name="T70" fmla="*/ 1 w 324"/>
                      <a:gd name="T71" fmla="*/ 118 h 217"/>
                      <a:gd name="T72" fmla="*/ 1 w 324"/>
                      <a:gd name="T73" fmla="*/ 119 h 217"/>
                      <a:gd name="T74" fmla="*/ 2 w 324"/>
                      <a:gd name="T75" fmla="*/ 122 h 217"/>
                      <a:gd name="T76" fmla="*/ 3 w 324"/>
                      <a:gd name="T77" fmla="*/ 123 h 217"/>
                      <a:gd name="T78" fmla="*/ 3 w 324"/>
                      <a:gd name="T79" fmla="*/ 123 h 217"/>
                      <a:gd name="T80" fmla="*/ 4 w 324"/>
                      <a:gd name="T81" fmla="*/ 124 h 217"/>
                      <a:gd name="T82" fmla="*/ 5 w 324"/>
                      <a:gd name="T83" fmla="*/ 126 h 217"/>
                      <a:gd name="T84" fmla="*/ 7 w 324"/>
                      <a:gd name="T85" fmla="*/ 128 h 217"/>
                      <a:gd name="T86" fmla="*/ 7 w 324"/>
                      <a:gd name="T87" fmla="*/ 129 h 217"/>
                      <a:gd name="T88" fmla="*/ 8 w 324"/>
                      <a:gd name="T89" fmla="*/ 129 h 217"/>
                      <a:gd name="T90" fmla="*/ 8 w 324"/>
                      <a:gd name="T91" fmla="*/ 130 h 217"/>
                      <a:gd name="T92" fmla="*/ 10 w 324"/>
                      <a:gd name="T93" fmla="*/ 131 h 217"/>
                      <a:gd name="T94" fmla="*/ 12 w 324"/>
                      <a:gd name="T95" fmla="*/ 133 h 217"/>
                      <a:gd name="T96" fmla="*/ 13 w 324"/>
                      <a:gd name="T97" fmla="*/ 134 h 217"/>
                      <a:gd name="T98" fmla="*/ 13 w 324"/>
                      <a:gd name="T99" fmla="*/ 134 h 217"/>
                      <a:gd name="T100" fmla="*/ 157 w 324"/>
                      <a:gd name="T101" fmla="*/ 213 h 217"/>
                      <a:gd name="T102" fmla="*/ 170 w 324"/>
                      <a:gd name="T103" fmla="*/ 217 h 217"/>
                      <a:gd name="T104" fmla="*/ 193 w 324"/>
                      <a:gd name="T105" fmla="*/ 203 h 217"/>
                      <a:gd name="T106" fmla="*/ 183 w 324"/>
                      <a:gd name="T107" fmla="*/ 167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183" y="167"/>
                        </a:moveTo>
                        <a:lnTo>
                          <a:pt x="183" y="167"/>
                        </a:lnTo>
                        <a:lnTo>
                          <a:pt x="129" y="137"/>
                        </a:lnTo>
                        <a:lnTo>
                          <a:pt x="270" y="137"/>
                        </a:lnTo>
                        <a:lnTo>
                          <a:pt x="270" y="176"/>
                        </a:lnTo>
                        <a:lnTo>
                          <a:pt x="324" y="176"/>
                        </a:lnTo>
                        <a:lnTo>
                          <a:pt x="324" y="110"/>
                        </a:lnTo>
                        <a:cubicBezTo>
                          <a:pt x="324" y="96"/>
                          <a:pt x="312" y="84"/>
                          <a:pt x="297" y="84"/>
                        </a:cubicBezTo>
                        <a:lnTo>
                          <a:pt x="129" y="84"/>
                        </a:lnTo>
                        <a:lnTo>
                          <a:pt x="183" y="54"/>
                        </a:lnTo>
                        <a:cubicBezTo>
                          <a:pt x="196" y="47"/>
                          <a:pt x="200" y="30"/>
                          <a:pt x="193" y="18"/>
                        </a:cubicBezTo>
                        <a:cubicBezTo>
                          <a:pt x="186" y="5"/>
                          <a:pt x="170" y="0"/>
                          <a:pt x="157" y="7"/>
                        </a:cubicBezTo>
                        <a:lnTo>
                          <a:pt x="13" y="87"/>
                        </a:lnTo>
                        <a:cubicBezTo>
                          <a:pt x="13" y="87"/>
                          <a:pt x="13" y="87"/>
                          <a:pt x="13" y="88"/>
                        </a:cubicBezTo>
                        <a:cubicBezTo>
                          <a:pt x="12" y="88"/>
                          <a:pt x="11" y="88"/>
                          <a:pt x="11" y="89"/>
                        </a:cubicBezTo>
                        <a:cubicBezTo>
                          <a:pt x="10" y="89"/>
                          <a:pt x="10" y="89"/>
                          <a:pt x="9" y="90"/>
                        </a:cubicBezTo>
                        <a:cubicBezTo>
                          <a:pt x="9" y="90"/>
                          <a:pt x="9" y="91"/>
                          <a:pt x="8" y="91"/>
                        </a:cubicBezTo>
                        <a:cubicBezTo>
                          <a:pt x="8" y="91"/>
                          <a:pt x="7" y="92"/>
                          <a:pt x="7" y="92"/>
                        </a:cubicBezTo>
                        <a:cubicBezTo>
                          <a:pt x="7" y="93"/>
                          <a:pt x="6" y="93"/>
                          <a:pt x="6" y="93"/>
                        </a:cubicBezTo>
                        <a:cubicBezTo>
                          <a:pt x="5" y="94"/>
                          <a:pt x="5" y="94"/>
                          <a:pt x="5" y="95"/>
                        </a:cubicBezTo>
                        <a:cubicBezTo>
                          <a:pt x="4" y="95"/>
                          <a:pt x="4" y="96"/>
                          <a:pt x="4" y="96"/>
                        </a:cubicBezTo>
                        <a:cubicBezTo>
                          <a:pt x="4" y="97"/>
                          <a:pt x="3" y="97"/>
                          <a:pt x="3" y="97"/>
                        </a:cubicBezTo>
                        <a:cubicBezTo>
                          <a:pt x="3" y="98"/>
                          <a:pt x="3" y="98"/>
                          <a:pt x="3" y="98"/>
                        </a:cubicBezTo>
                        <a:cubicBezTo>
                          <a:pt x="3" y="98"/>
                          <a:pt x="2" y="99"/>
                          <a:pt x="2" y="99"/>
                        </a:cubicBezTo>
                        <a:cubicBezTo>
                          <a:pt x="2" y="100"/>
                          <a:pt x="2" y="101"/>
                          <a:pt x="1" y="101"/>
                        </a:cubicBezTo>
                        <a:cubicBezTo>
                          <a:pt x="1" y="102"/>
                          <a:pt x="1" y="102"/>
                          <a:pt x="1" y="103"/>
                        </a:cubicBezTo>
                        <a:cubicBezTo>
                          <a:pt x="1" y="103"/>
                          <a:pt x="1" y="104"/>
                          <a:pt x="1" y="104"/>
                        </a:cubicBezTo>
                        <a:cubicBezTo>
                          <a:pt x="0" y="105"/>
                          <a:pt x="0" y="105"/>
                          <a:pt x="0" y="106"/>
                        </a:cubicBezTo>
                        <a:cubicBezTo>
                          <a:pt x="0" y="107"/>
                          <a:pt x="0" y="107"/>
                          <a:pt x="0" y="108"/>
                        </a:cubicBezTo>
                        <a:cubicBezTo>
                          <a:pt x="0" y="108"/>
                          <a:pt x="0" y="109"/>
                          <a:pt x="0" y="10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0" y="111"/>
                          <a:pt x="0" y="111"/>
                          <a:pt x="0" y="111"/>
                        </a:cubicBezTo>
                        <a:cubicBezTo>
                          <a:pt x="0" y="112"/>
                          <a:pt x="0" y="112"/>
                          <a:pt x="0" y="113"/>
                        </a:cubicBezTo>
                        <a:cubicBezTo>
                          <a:pt x="0" y="113"/>
                          <a:pt x="0" y="114"/>
                          <a:pt x="0" y="115"/>
                        </a:cubicBezTo>
                        <a:cubicBezTo>
                          <a:pt x="0" y="115"/>
                          <a:pt x="0" y="116"/>
                          <a:pt x="1" y="117"/>
                        </a:cubicBezTo>
                        <a:cubicBezTo>
                          <a:pt x="1" y="117"/>
                          <a:pt x="1" y="118"/>
                          <a:pt x="1" y="118"/>
                        </a:cubicBezTo>
                        <a:cubicBezTo>
                          <a:pt x="1" y="119"/>
                          <a:pt x="1" y="119"/>
                          <a:pt x="1" y="119"/>
                        </a:cubicBezTo>
                        <a:cubicBezTo>
                          <a:pt x="2" y="120"/>
                          <a:pt x="2" y="121"/>
                          <a:pt x="2" y="122"/>
                        </a:cubicBezTo>
                        <a:cubicBezTo>
                          <a:pt x="2" y="122"/>
                          <a:pt x="3" y="122"/>
                          <a:pt x="3" y="123"/>
                        </a:cubicBezTo>
                        <a:cubicBezTo>
                          <a:pt x="3" y="123"/>
                          <a:pt x="3" y="123"/>
                          <a:pt x="3" y="123"/>
                        </a:cubicBezTo>
                        <a:cubicBezTo>
                          <a:pt x="3" y="124"/>
                          <a:pt x="3" y="124"/>
                          <a:pt x="4" y="124"/>
                        </a:cubicBezTo>
                        <a:cubicBezTo>
                          <a:pt x="4" y="125"/>
                          <a:pt x="4" y="125"/>
                          <a:pt x="5" y="126"/>
                        </a:cubicBezTo>
                        <a:cubicBezTo>
                          <a:pt x="5" y="127"/>
                          <a:pt x="6" y="127"/>
                          <a:pt x="7" y="128"/>
                        </a:cubicBezTo>
                        <a:cubicBezTo>
                          <a:pt x="7" y="128"/>
                          <a:pt x="7" y="129"/>
                          <a:pt x="7" y="129"/>
                        </a:cubicBezTo>
                        <a:cubicBezTo>
                          <a:pt x="7" y="129"/>
                          <a:pt x="7" y="129"/>
                          <a:pt x="8" y="129"/>
                        </a:cubicBezTo>
                        <a:cubicBezTo>
                          <a:pt x="8" y="129"/>
                          <a:pt x="8" y="130"/>
                          <a:pt x="8" y="130"/>
                        </a:cubicBezTo>
                        <a:cubicBezTo>
                          <a:pt x="9" y="130"/>
                          <a:pt x="10" y="131"/>
                          <a:pt x="10" y="131"/>
                        </a:cubicBezTo>
                        <a:cubicBezTo>
                          <a:pt x="11" y="132"/>
                          <a:pt x="12" y="133"/>
                          <a:pt x="12" y="133"/>
                        </a:cubicBezTo>
                        <a:cubicBezTo>
                          <a:pt x="13" y="133"/>
                          <a:pt x="13" y="133"/>
                          <a:pt x="13" y="134"/>
                        </a:cubicBezTo>
                        <a:cubicBezTo>
                          <a:pt x="13" y="134"/>
                          <a:pt x="13" y="134"/>
                          <a:pt x="13" y="134"/>
                        </a:cubicBezTo>
                        <a:lnTo>
                          <a:pt x="157" y="213"/>
                        </a:lnTo>
                        <a:cubicBezTo>
                          <a:pt x="161" y="216"/>
                          <a:pt x="165" y="217"/>
                          <a:pt x="170" y="217"/>
                        </a:cubicBezTo>
                        <a:cubicBezTo>
                          <a:pt x="179" y="217"/>
                          <a:pt x="188" y="212"/>
                          <a:pt x="193" y="203"/>
                        </a:cubicBezTo>
                        <a:cubicBezTo>
                          <a:pt x="200" y="190"/>
                          <a:pt x="196" y="174"/>
                          <a:pt x="183" y="167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26" name="Freeform 72"/>
                  <p:cNvSpPr/>
                  <p:nvPr/>
                </p:nvSpPr>
                <p:spPr bwMode="auto">
                  <a:xfrm>
                    <a:off x="-423133" y="2412094"/>
                    <a:ext cx="186339" cy="124712"/>
                  </a:xfrm>
                  <a:custGeom>
                    <a:avLst/>
                    <a:gdLst>
                      <a:gd name="T0" fmla="*/ 324 w 324"/>
                      <a:gd name="T1" fmla="*/ 109 h 217"/>
                      <a:gd name="T2" fmla="*/ 324 w 324"/>
                      <a:gd name="T3" fmla="*/ 109 h 217"/>
                      <a:gd name="T4" fmla="*/ 324 w 324"/>
                      <a:gd name="T5" fmla="*/ 108 h 217"/>
                      <a:gd name="T6" fmla="*/ 324 w 324"/>
                      <a:gd name="T7" fmla="*/ 106 h 217"/>
                      <a:gd name="T8" fmla="*/ 323 w 324"/>
                      <a:gd name="T9" fmla="*/ 104 h 217"/>
                      <a:gd name="T10" fmla="*/ 323 w 324"/>
                      <a:gd name="T11" fmla="*/ 103 h 217"/>
                      <a:gd name="T12" fmla="*/ 322 w 324"/>
                      <a:gd name="T13" fmla="*/ 101 h 217"/>
                      <a:gd name="T14" fmla="*/ 321 w 324"/>
                      <a:gd name="T15" fmla="*/ 99 h 217"/>
                      <a:gd name="T16" fmla="*/ 321 w 324"/>
                      <a:gd name="T17" fmla="*/ 98 h 217"/>
                      <a:gd name="T18" fmla="*/ 321 w 324"/>
                      <a:gd name="T19" fmla="*/ 97 h 217"/>
                      <a:gd name="T20" fmla="*/ 320 w 324"/>
                      <a:gd name="T21" fmla="*/ 97 h 217"/>
                      <a:gd name="T22" fmla="*/ 319 w 324"/>
                      <a:gd name="T23" fmla="*/ 95 h 217"/>
                      <a:gd name="T24" fmla="*/ 318 w 324"/>
                      <a:gd name="T25" fmla="*/ 94 h 217"/>
                      <a:gd name="T26" fmla="*/ 317 w 324"/>
                      <a:gd name="T27" fmla="*/ 92 h 217"/>
                      <a:gd name="T28" fmla="*/ 315 w 324"/>
                      <a:gd name="T29" fmla="*/ 91 h 217"/>
                      <a:gd name="T30" fmla="*/ 314 w 324"/>
                      <a:gd name="T31" fmla="*/ 90 h 217"/>
                      <a:gd name="T32" fmla="*/ 313 w 324"/>
                      <a:gd name="T33" fmla="*/ 89 h 217"/>
                      <a:gd name="T34" fmla="*/ 311 w 324"/>
                      <a:gd name="T35" fmla="*/ 88 h 217"/>
                      <a:gd name="T36" fmla="*/ 310 w 324"/>
                      <a:gd name="T37" fmla="*/ 87 h 217"/>
                      <a:gd name="T38" fmla="*/ 167 w 324"/>
                      <a:gd name="T39" fmla="*/ 7 h 217"/>
                      <a:gd name="T40" fmla="*/ 130 w 324"/>
                      <a:gd name="T41" fmla="*/ 18 h 217"/>
                      <a:gd name="T42" fmla="*/ 141 w 324"/>
                      <a:gd name="T43" fmla="*/ 54 h 217"/>
                      <a:gd name="T44" fmla="*/ 194 w 324"/>
                      <a:gd name="T45" fmla="*/ 84 h 217"/>
                      <a:gd name="T46" fmla="*/ 53 w 324"/>
                      <a:gd name="T47" fmla="*/ 84 h 217"/>
                      <a:gd name="T48" fmla="*/ 53 w 324"/>
                      <a:gd name="T49" fmla="*/ 43 h 217"/>
                      <a:gd name="T50" fmla="*/ 0 w 324"/>
                      <a:gd name="T51" fmla="*/ 43 h 217"/>
                      <a:gd name="T52" fmla="*/ 0 w 324"/>
                      <a:gd name="T53" fmla="*/ 110 h 217"/>
                      <a:gd name="T54" fmla="*/ 27 w 324"/>
                      <a:gd name="T55" fmla="*/ 137 h 217"/>
                      <a:gd name="T56" fmla="*/ 194 w 324"/>
                      <a:gd name="T57" fmla="*/ 137 h 217"/>
                      <a:gd name="T58" fmla="*/ 141 w 324"/>
                      <a:gd name="T59" fmla="*/ 167 h 217"/>
                      <a:gd name="T60" fmla="*/ 130 w 324"/>
                      <a:gd name="T61" fmla="*/ 203 h 217"/>
                      <a:gd name="T62" fmla="*/ 154 w 324"/>
                      <a:gd name="T63" fmla="*/ 217 h 217"/>
                      <a:gd name="T64" fmla="*/ 167 w 324"/>
                      <a:gd name="T65" fmla="*/ 214 h 217"/>
                      <a:gd name="T66" fmla="*/ 310 w 324"/>
                      <a:gd name="T67" fmla="*/ 134 h 217"/>
                      <a:gd name="T68" fmla="*/ 310 w 324"/>
                      <a:gd name="T69" fmla="*/ 134 h 217"/>
                      <a:gd name="T70" fmla="*/ 311 w 324"/>
                      <a:gd name="T71" fmla="*/ 133 h 217"/>
                      <a:gd name="T72" fmla="*/ 313 w 324"/>
                      <a:gd name="T73" fmla="*/ 132 h 217"/>
                      <a:gd name="T74" fmla="*/ 315 w 324"/>
                      <a:gd name="T75" fmla="*/ 130 h 217"/>
                      <a:gd name="T76" fmla="*/ 316 w 324"/>
                      <a:gd name="T77" fmla="*/ 129 h 217"/>
                      <a:gd name="T78" fmla="*/ 316 w 324"/>
                      <a:gd name="T79" fmla="*/ 129 h 217"/>
                      <a:gd name="T80" fmla="*/ 317 w 324"/>
                      <a:gd name="T81" fmla="*/ 128 h 217"/>
                      <a:gd name="T82" fmla="*/ 319 w 324"/>
                      <a:gd name="T83" fmla="*/ 126 h 217"/>
                      <a:gd name="T84" fmla="*/ 320 w 324"/>
                      <a:gd name="T85" fmla="*/ 124 h 217"/>
                      <a:gd name="T86" fmla="*/ 321 w 324"/>
                      <a:gd name="T87" fmla="*/ 123 h 217"/>
                      <a:gd name="T88" fmla="*/ 321 w 324"/>
                      <a:gd name="T89" fmla="*/ 123 h 217"/>
                      <a:gd name="T90" fmla="*/ 321 w 324"/>
                      <a:gd name="T91" fmla="*/ 122 h 217"/>
                      <a:gd name="T92" fmla="*/ 322 w 324"/>
                      <a:gd name="T93" fmla="*/ 120 h 217"/>
                      <a:gd name="T94" fmla="*/ 323 w 324"/>
                      <a:gd name="T95" fmla="*/ 118 h 217"/>
                      <a:gd name="T96" fmla="*/ 323 w 324"/>
                      <a:gd name="T97" fmla="*/ 117 h 217"/>
                      <a:gd name="T98" fmla="*/ 324 w 324"/>
                      <a:gd name="T99" fmla="*/ 115 h 217"/>
                      <a:gd name="T100" fmla="*/ 324 w 324"/>
                      <a:gd name="T101" fmla="*/ 113 h 217"/>
                      <a:gd name="T102" fmla="*/ 324 w 324"/>
                      <a:gd name="T103" fmla="*/ 111 h 217"/>
                      <a:gd name="T104" fmla="*/ 324 w 324"/>
                      <a:gd name="T105" fmla="*/ 110 h 217"/>
                      <a:gd name="T106" fmla="*/ 324 w 324"/>
                      <a:gd name="T107" fmla="*/ 109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324" y="109"/>
                        </a:moveTo>
                        <a:lnTo>
                          <a:pt x="324" y="109"/>
                        </a:lnTo>
                        <a:cubicBezTo>
                          <a:pt x="324" y="109"/>
                          <a:pt x="324" y="108"/>
                          <a:pt x="324" y="108"/>
                        </a:cubicBezTo>
                        <a:cubicBezTo>
                          <a:pt x="324" y="107"/>
                          <a:pt x="324" y="107"/>
                          <a:pt x="324" y="106"/>
                        </a:cubicBezTo>
                        <a:cubicBezTo>
                          <a:pt x="323" y="106"/>
                          <a:pt x="323" y="105"/>
                          <a:pt x="323" y="104"/>
                        </a:cubicBezTo>
                        <a:cubicBezTo>
                          <a:pt x="323" y="104"/>
                          <a:pt x="323" y="103"/>
                          <a:pt x="323" y="103"/>
                        </a:cubicBezTo>
                        <a:cubicBezTo>
                          <a:pt x="323" y="102"/>
                          <a:pt x="322" y="102"/>
                          <a:pt x="322" y="101"/>
                        </a:cubicBezTo>
                        <a:cubicBezTo>
                          <a:pt x="322" y="101"/>
                          <a:pt x="322" y="100"/>
                          <a:pt x="321" y="99"/>
                        </a:cubicBezTo>
                        <a:cubicBezTo>
                          <a:pt x="321" y="99"/>
                          <a:pt x="321" y="98"/>
                          <a:pt x="321" y="98"/>
                        </a:cubicBezTo>
                        <a:cubicBezTo>
                          <a:pt x="321" y="98"/>
                          <a:pt x="321" y="98"/>
                          <a:pt x="321" y="97"/>
                        </a:cubicBezTo>
                        <a:cubicBezTo>
                          <a:pt x="320" y="97"/>
                          <a:pt x="320" y="97"/>
                          <a:pt x="320" y="97"/>
                        </a:cubicBezTo>
                        <a:cubicBezTo>
                          <a:pt x="320" y="96"/>
                          <a:pt x="319" y="95"/>
                          <a:pt x="319" y="95"/>
                        </a:cubicBezTo>
                        <a:cubicBezTo>
                          <a:pt x="319" y="94"/>
                          <a:pt x="318" y="94"/>
                          <a:pt x="318" y="94"/>
                        </a:cubicBezTo>
                        <a:cubicBezTo>
                          <a:pt x="317" y="93"/>
                          <a:pt x="317" y="93"/>
                          <a:pt x="317" y="92"/>
                        </a:cubicBezTo>
                        <a:cubicBezTo>
                          <a:pt x="316" y="92"/>
                          <a:pt x="316" y="91"/>
                          <a:pt x="315" y="91"/>
                        </a:cubicBezTo>
                        <a:cubicBezTo>
                          <a:pt x="315" y="91"/>
                          <a:pt x="315" y="90"/>
                          <a:pt x="314" y="90"/>
                        </a:cubicBezTo>
                        <a:cubicBezTo>
                          <a:pt x="314" y="90"/>
                          <a:pt x="313" y="89"/>
                          <a:pt x="313" y="89"/>
                        </a:cubicBezTo>
                        <a:cubicBezTo>
                          <a:pt x="312" y="89"/>
                          <a:pt x="312" y="88"/>
                          <a:pt x="311" y="88"/>
                        </a:cubicBezTo>
                        <a:cubicBezTo>
                          <a:pt x="311" y="88"/>
                          <a:pt x="311" y="87"/>
                          <a:pt x="310" y="87"/>
                        </a:cubicBezTo>
                        <a:lnTo>
                          <a:pt x="167" y="7"/>
                        </a:lnTo>
                        <a:cubicBezTo>
                          <a:pt x="154" y="0"/>
                          <a:pt x="138" y="5"/>
                          <a:pt x="130" y="18"/>
                        </a:cubicBezTo>
                        <a:cubicBezTo>
                          <a:pt x="123" y="31"/>
                          <a:pt x="128" y="47"/>
                          <a:pt x="141" y="54"/>
                        </a:cubicBezTo>
                        <a:lnTo>
                          <a:pt x="194" y="84"/>
                        </a:lnTo>
                        <a:lnTo>
                          <a:pt x="53" y="84"/>
                        </a:lnTo>
                        <a:lnTo>
                          <a:pt x="53" y="43"/>
                        </a:lnTo>
                        <a:lnTo>
                          <a:pt x="0" y="43"/>
                        </a:lnTo>
                        <a:lnTo>
                          <a:pt x="0" y="110"/>
                        </a:lnTo>
                        <a:cubicBezTo>
                          <a:pt x="0" y="125"/>
                          <a:pt x="12" y="137"/>
                          <a:pt x="27" y="137"/>
                        </a:cubicBezTo>
                        <a:lnTo>
                          <a:pt x="194" y="137"/>
                        </a:lnTo>
                        <a:lnTo>
                          <a:pt x="141" y="167"/>
                        </a:lnTo>
                        <a:cubicBezTo>
                          <a:pt x="128" y="174"/>
                          <a:pt x="123" y="190"/>
                          <a:pt x="130" y="203"/>
                        </a:cubicBezTo>
                        <a:cubicBezTo>
                          <a:pt x="135" y="212"/>
                          <a:pt x="144" y="217"/>
                          <a:pt x="154" y="217"/>
                        </a:cubicBezTo>
                        <a:cubicBezTo>
                          <a:pt x="158" y="217"/>
                          <a:pt x="163" y="216"/>
                          <a:pt x="167" y="214"/>
                        </a:cubicBezTo>
                        <a:lnTo>
                          <a:pt x="310" y="134"/>
                        </a:lnTo>
                        <a:cubicBezTo>
                          <a:pt x="310" y="134"/>
                          <a:pt x="310" y="134"/>
                          <a:pt x="310" y="134"/>
                        </a:cubicBezTo>
                        <a:cubicBezTo>
                          <a:pt x="311" y="133"/>
                          <a:pt x="311" y="133"/>
                          <a:pt x="311" y="133"/>
                        </a:cubicBezTo>
                        <a:cubicBezTo>
                          <a:pt x="312" y="133"/>
                          <a:pt x="313" y="132"/>
                          <a:pt x="313" y="132"/>
                        </a:cubicBezTo>
                        <a:cubicBezTo>
                          <a:pt x="314" y="131"/>
                          <a:pt x="315" y="130"/>
                          <a:pt x="315" y="130"/>
                        </a:cubicBezTo>
                        <a:cubicBezTo>
                          <a:pt x="316" y="130"/>
                          <a:pt x="316" y="130"/>
                          <a:pt x="316" y="129"/>
                        </a:cubicBezTo>
                        <a:cubicBezTo>
                          <a:pt x="316" y="129"/>
                          <a:pt x="316" y="129"/>
                          <a:pt x="316" y="129"/>
                        </a:cubicBezTo>
                        <a:cubicBezTo>
                          <a:pt x="317" y="129"/>
                          <a:pt x="317" y="128"/>
                          <a:pt x="317" y="128"/>
                        </a:cubicBezTo>
                        <a:cubicBezTo>
                          <a:pt x="318" y="127"/>
                          <a:pt x="318" y="127"/>
                          <a:pt x="319" y="126"/>
                        </a:cubicBezTo>
                        <a:cubicBezTo>
                          <a:pt x="319" y="125"/>
                          <a:pt x="320" y="125"/>
                          <a:pt x="320" y="124"/>
                        </a:cubicBezTo>
                        <a:cubicBezTo>
                          <a:pt x="320" y="124"/>
                          <a:pt x="320" y="124"/>
                          <a:pt x="321" y="123"/>
                        </a:cubicBezTo>
                        <a:cubicBezTo>
                          <a:pt x="321" y="123"/>
                          <a:pt x="321" y="123"/>
                          <a:pt x="321" y="123"/>
                        </a:cubicBezTo>
                        <a:cubicBezTo>
                          <a:pt x="321" y="123"/>
                          <a:pt x="321" y="122"/>
                          <a:pt x="321" y="122"/>
                        </a:cubicBezTo>
                        <a:cubicBezTo>
                          <a:pt x="322" y="121"/>
                          <a:pt x="322" y="120"/>
                          <a:pt x="322" y="120"/>
                        </a:cubicBezTo>
                        <a:cubicBezTo>
                          <a:pt x="322" y="119"/>
                          <a:pt x="323" y="119"/>
                          <a:pt x="323" y="118"/>
                        </a:cubicBezTo>
                        <a:cubicBezTo>
                          <a:pt x="323" y="118"/>
                          <a:pt x="323" y="117"/>
                          <a:pt x="323" y="117"/>
                        </a:cubicBezTo>
                        <a:cubicBezTo>
                          <a:pt x="323" y="116"/>
                          <a:pt x="323" y="115"/>
                          <a:pt x="324" y="115"/>
                        </a:cubicBezTo>
                        <a:cubicBezTo>
                          <a:pt x="324" y="114"/>
                          <a:pt x="324" y="114"/>
                          <a:pt x="324" y="113"/>
                        </a:cubicBezTo>
                        <a:cubicBezTo>
                          <a:pt x="324" y="112"/>
                          <a:pt x="324" y="112"/>
                          <a:pt x="324" y="111"/>
                        </a:cubicBezTo>
                        <a:cubicBezTo>
                          <a:pt x="324" y="111"/>
                          <a:pt x="324" y="111"/>
                          <a:pt x="324" y="110"/>
                        </a:cubicBezTo>
                        <a:cubicBezTo>
                          <a:pt x="324" y="110"/>
                          <a:pt x="324" y="110"/>
                          <a:pt x="324" y="109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</p:grpSp>
          </p:grpSp>
        </p:grpSp>
        <p:grpSp>
          <p:nvGrpSpPr>
            <p:cNvPr id="610" name="组合 609"/>
            <p:cNvGrpSpPr/>
            <p:nvPr/>
          </p:nvGrpSpPr>
          <p:grpSpPr>
            <a:xfrm>
              <a:off x="5440947" y="3018375"/>
              <a:ext cx="268134" cy="285241"/>
              <a:chOff x="5440947" y="3571465"/>
              <a:chExt cx="268134" cy="285241"/>
            </a:xfrm>
          </p:grpSpPr>
          <p:sp>
            <p:nvSpPr>
              <p:cNvPr id="611" name="任意多边形: 形状 221"/>
              <p:cNvSpPr/>
              <p:nvPr/>
            </p:nvSpPr>
            <p:spPr>
              <a:xfrm>
                <a:off x="5440947" y="3571465"/>
                <a:ext cx="268134" cy="149635"/>
              </a:xfrm>
              <a:custGeom>
                <a:avLst/>
                <a:gdLst>
                  <a:gd name="connsiteX0" fmla="*/ 0 w 382014"/>
                  <a:gd name="connsiteY0" fmla="*/ 0 h 149390"/>
                  <a:gd name="connsiteX1" fmla="*/ 382014 w 382014"/>
                  <a:gd name="connsiteY1" fmla="*/ 0 h 149390"/>
                  <a:gd name="connsiteX2" fmla="*/ 382014 w 382014"/>
                  <a:gd name="connsiteY2" fmla="*/ 149390 h 149390"/>
                  <a:gd name="connsiteX3" fmla="*/ 191007 w 382014"/>
                  <a:gd name="connsiteY3" fmla="*/ 103671 h 149390"/>
                  <a:gd name="connsiteX4" fmla="*/ 0 w 382014"/>
                  <a:gd name="connsiteY4" fmla="*/ 149390 h 149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014" h="149390">
                    <a:moveTo>
                      <a:pt x="0" y="0"/>
                    </a:moveTo>
                    <a:lnTo>
                      <a:pt x="382014" y="0"/>
                    </a:lnTo>
                    <a:lnTo>
                      <a:pt x="382014" y="149390"/>
                    </a:lnTo>
                    <a:cubicBezTo>
                      <a:pt x="382014" y="124140"/>
                      <a:pt x="296497" y="103671"/>
                      <a:pt x="191007" y="103671"/>
                    </a:cubicBezTo>
                    <a:cubicBezTo>
                      <a:pt x="85517" y="103671"/>
                      <a:pt x="0" y="124140"/>
                      <a:pt x="0" y="14939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54648C">
                      <a:alpha val="0"/>
                    </a:srgbClr>
                  </a:gs>
                  <a:gs pos="100000">
                    <a:srgbClr val="54648C">
                      <a:alpha val="5000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612" name="组合 611"/>
              <p:cNvGrpSpPr/>
              <p:nvPr/>
            </p:nvGrpSpPr>
            <p:grpSpPr>
              <a:xfrm>
                <a:off x="5440947" y="3673530"/>
                <a:ext cx="268134" cy="183176"/>
                <a:chOff x="240911" y="2398860"/>
                <a:chExt cx="375475" cy="179746"/>
              </a:xfrm>
            </p:grpSpPr>
            <p:sp>
              <p:nvSpPr>
                <p:cNvPr id="613" name="圆柱形 11"/>
                <p:cNvSpPr/>
                <p:nvPr/>
              </p:nvSpPr>
              <p:spPr>
                <a:xfrm>
                  <a:off x="240911" y="2398860"/>
                  <a:ext cx="375475" cy="179746"/>
                </a:xfrm>
                <a:prstGeom prst="can">
                  <a:avLst>
                    <a:gd name="adj" fmla="val 50000"/>
                  </a:avLst>
                </a:prstGeom>
                <a:gradFill>
                  <a:gsLst>
                    <a:gs pos="100000">
                      <a:srgbClr val="4472C4">
                        <a:lumMod val="60000"/>
                        <a:lumOff val="40000"/>
                      </a:srgbClr>
                    </a:gs>
                    <a:gs pos="48000">
                      <a:srgbClr val="54648C"/>
                    </a:gs>
                  </a:gsLst>
                  <a:lin ang="5400000" scaled="1"/>
                </a:gradFill>
                <a:ln w="3175" cap="flat" cmpd="sng" algn="ctr">
                  <a:gradFill>
                    <a:gsLst>
                      <a:gs pos="0">
                        <a:sysClr val="window" lastClr="FFFFFF">
                          <a:alpha val="58000"/>
                        </a:sysClr>
                      </a:gs>
                      <a:gs pos="100000">
                        <a:srgbClr val="4472C4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  <a:tailEnd w="sm" len="sm"/>
                </a:ln>
                <a:effectLst>
                  <a:outerShdw blurRad="241300" dist="12700" dir="2700000" algn="tl" rotWithShape="0">
                    <a:srgbClr val="03C8E1">
                      <a:alpha val="40000"/>
                    </a:srgbClr>
                  </a:outerShdw>
                </a:effectLst>
                <a:scene3d>
                  <a:camera prst="orthographicFront">
                    <a:rot lat="21599992" lon="0" rev="0"/>
                  </a:camera>
                  <a:lightRig rig="threePt" dir="t"/>
                </a:scene3d>
                <a:sp3d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grpSp>
              <p:nvGrpSpPr>
                <p:cNvPr id="614" name="组合 613"/>
                <p:cNvGrpSpPr/>
                <p:nvPr/>
              </p:nvGrpSpPr>
              <p:grpSpPr>
                <a:xfrm>
                  <a:off x="362760" y="2402462"/>
                  <a:ext cx="125807" cy="72156"/>
                  <a:chOff x="-719582" y="2338114"/>
                  <a:chExt cx="482788" cy="276901"/>
                </a:xfrm>
                <a:solidFill>
                  <a:sysClr val="window" lastClr="FFFFFF"/>
                </a:solidFill>
              </p:grpSpPr>
              <p:sp>
                <p:nvSpPr>
                  <p:cNvPr id="615" name="Freeform 69"/>
                  <p:cNvSpPr/>
                  <p:nvPr/>
                </p:nvSpPr>
                <p:spPr bwMode="auto">
                  <a:xfrm>
                    <a:off x="-579827" y="2498758"/>
                    <a:ext cx="203279" cy="116257"/>
                  </a:xfrm>
                  <a:custGeom>
                    <a:avLst/>
                    <a:gdLst>
                      <a:gd name="T0" fmla="*/ 308 w 351"/>
                      <a:gd name="T1" fmla="*/ 73 h 202"/>
                      <a:gd name="T2" fmla="*/ 308 w 351"/>
                      <a:gd name="T3" fmla="*/ 73 h 202"/>
                      <a:gd name="T4" fmla="*/ 202 w 351"/>
                      <a:gd name="T5" fmla="*/ 131 h 202"/>
                      <a:gd name="T6" fmla="*/ 202 w 351"/>
                      <a:gd name="T7" fmla="*/ 53 h 202"/>
                      <a:gd name="T8" fmla="*/ 258 w 351"/>
                      <a:gd name="T9" fmla="*/ 53 h 202"/>
                      <a:gd name="T10" fmla="*/ 258 w 351"/>
                      <a:gd name="T11" fmla="*/ 0 h 202"/>
                      <a:gd name="T12" fmla="*/ 176 w 351"/>
                      <a:gd name="T13" fmla="*/ 0 h 202"/>
                      <a:gd name="T14" fmla="*/ 149 w 351"/>
                      <a:gd name="T15" fmla="*/ 26 h 202"/>
                      <a:gd name="T16" fmla="*/ 149 w 351"/>
                      <a:gd name="T17" fmla="*/ 131 h 202"/>
                      <a:gd name="T18" fmla="*/ 44 w 351"/>
                      <a:gd name="T19" fmla="*/ 73 h 202"/>
                      <a:gd name="T20" fmla="*/ 7 w 351"/>
                      <a:gd name="T21" fmla="*/ 84 h 202"/>
                      <a:gd name="T22" fmla="*/ 18 w 351"/>
                      <a:gd name="T23" fmla="*/ 120 h 202"/>
                      <a:gd name="T24" fmla="*/ 163 w 351"/>
                      <a:gd name="T25" fmla="*/ 199 h 202"/>
                      <a:gd name="T26" fmla="*/ 164 w 351"/>
                      <a:gd name="T27" fmla="*/ 199 h 202"/>
                      <a:gd name="T28" fmla="*/ 168 w 351"/>
                      <a:gd name="T29" fmla="*/ 201 h 202"/>
                      <a:gd name="T30" fmla="*/ 169 w 351"/>
                      <a:gd name="T31" fmla="*/ 201 h 202"/>
                      <a:gd name="T32" fmla="*/ 170 w 351"/>
                      <a:gd name="T33" fmla="*/ 201 h 202"/>
                      <a:gd name="T34" fmla="*/ 176 w 351"/>
                      <a:gd name="T35" fmla="*/ 202 h 202"/>
                      <a:gd name="T36" fmla="*/ 176 w 351"/>
                      <a:gd name="T37" fmla="*/ 202 h 202"/>
                      <a:gd name="T38" fmla="*/ 176 w 351"/>
                      <a:gd name="T39" fmla="*/ 202 h 202"/>
                      <a:gd name="T40" fmla="*/ 176 w 351"/>
                      <a:gd name="T41" fmla="*/ 202 h 202"/>
                      <a:gd name="T42" fmla="*/ 182 w 351"/>
                      <a:gd name="T43" fmla="*/ 201 h 202"/>
                      <a:gd name="T44" fmla="*/ 182 w 351"/>
                      <a:gd name="T45" fmla="*/ 201 h 202"/>
                      <a:gd name="T46" fmla="*/ 184 w 351"/>
                      <a:gd name="T47" fmla="*/ 201 h 202"/>
                      <a:gd name="T48" fmla="*/ 188 w 351"/>
                      <a:gd name="T49" fmla="*/ 199 h 202"/>
                      <a:gd name="T50" fmla="*/ 188 w 351"/>
                      <a:gd name="T51" fmla="*/ 199 h 202"/>
                      <a:gd name="T52" fmla="*/ 333 w 351"/>
                      <a:gd name="T53" fmla="*/ 120 h 202"/>
                      <a:gd name="T54" fmla="*/ 344 w 351"/>
                      <a:gd name="T55" fmla="*/ 84 h 202"/>
                      <a:gd name="T56" fmla="*/ 308 w 351"/>
                      <a:gd name="T57" fmla="*/ 73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51" h="202">
                        <a:moveTo>
                          <a:pt x="308" y="73"/>
                        </a:moveTo>
                        <a:lnTo>
                          <a:pt x="308" y="73"/>
                        </a:lnTo>
                        <a:lnTo>
                          <a:pt x="202" y="131"/>
                        </a:lnTo>
                        <a:lnTo>
                          <a:pt x="202" y="53"/>
                        </a:lnTo>
                        <a:lnTo>
                          <a:pt x="258" y="53"/>
                        </a:lnTo>
                        <a:lnTo>
                          <a:pt x="258" y="0"/>
                        </a:lnTo>
                        <a:lnTo>
                          <a:pt x="176" y="0"/>
                        </a:lnTo>
                        <a:cubicBezTo>
                          <a:pt x="161" y="0"/>
                          <a:pt x="149" y="12"/>
                          <a:pt x="149" y="26"/>
                        </a:cubicBezTo>
                        <a:lnTo>
                          <a:pt x="149" y="131"/>
                        </a:lnTo>
                        <a:lnTo>
                          <a:pt x="44" y="73"/>
                        </a:lnTo>
                        <a:cubicBezTo>
                          <a:pt x="31" y="66"/>
                          <a:pt x="14" y="71"/>
                          <a:pt x="7" y="84"/>
                        </a:cubicBezTo>
                        <a:cubicBezTo>
                          <a:pt x="0" y="97"/>
                          <a:pt x="5" y="113"/>
                          <a:pt x="18" y="120"/>
                        </a:cubicBezTo>
                        <a:lnTo>
                          <a:pt x="163" y="199"/>
                        </a:lnTo>
                        <a:cubicBezTo>
                          <a:pt x="163" y="199"/>
                          <a:pt x="164" y="199"/>
                          <a:pt x="164" y="199"/>
                        </a:cubicBezTo>
                        <a:cubicBezTo>
                          <a:pt x="165" y="200"/>
                          <a:pt x="166" y="200"/>
                          <a:pt x="168" y="201"/>
                        </a:cubicBezTo>
                        <a:cubicBezTo>
                          <a:pt x="168" y="201"/>
                          <a:pt x="168" y="201"/>
                          <a:pt x="169" y="201"/>
                        </a:cubicBezTo>
                        <a:cubicBezTo>
                          <a:pt x="169" y="201"/>
                          <a:pt x="169" y="201"/>
                          <a:pt x="170" y="201"/>
                        </a:cubicBezTo>
                        <a:cubicBezTo>
                          <a:pt x="172" y="202"/>
                          <a:pt x="174" y="202"/>
                          <a:pt x="176" y="202"/>
                        </a:cubicBezTo>
                        <a:cubicBezTo>
                          <a:pt x="176" y="202"/>
                          <a:pt x="176" y="202"/>
                          <a:pt x="176" y="202"/>
                        </a:cubicBezTo>
                        <a:lnTo>
                          <a:pt x="176" y="202"/>
                        </a:lnTo>
                        <a:lnTo>
                          <a:pt x="176" y="202"/>
                        </a:lnTo>
                        <a:cubicBezTo>
                          <a:pt x="178" y="202"/>
                          <a:pt x="180" y="202"/>
                          <a:pt x="182" y="201"/>
                        </a:cubicBezTo>
                        <a:cubicBezTo>
                          <a:pt x="182" y="201"/>
                          <a:pt x="182" y="201"/>
                          <a:pt x="182" y="201"/>
                        </a:cubicBezTo>
                        <a:cubicBezTo>
                          <a:pt x="183" y="201"/>
                          <a:pt x="183" y="201"/>
                          <a:pt x="184" y="201"/>
                        </a:cubicBezTo>
                        <a:cubicBezTo>
                          <a:pt x="185" y="200"/>
                          <a:pt x="186" y="200"/>
                          <a:pt x="188" y="199"/>
                        </a:cubicBezTo>
                        <a:cubicBezTo>
                          <a:pt x="188" y="199"/>
                          <a:pt x="188" y="199"/>
                          <a:pt x="188" y="199"/>
                        </a:cubicBezTo>
                        <a:lnTo>
                          <a:pt x="333" y="120"/>
                        </a:lnTo>
                        <a:cubicBezTo>
                          <a:pt x="346" y="113"/>
                          <a:pt x="351" y="97"/>
                          <a:pt x="344" y="84"/>
                        </a:cubicBezTo>
                        <a:cubicBezTo>
                          <a:pt x="337" y="71"/>
                          <a:pt x="321" y="66"/>
                          <a:pt x="308" y="73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16" name="Freeform 70"/>
                  <p:cNvSpPr/>
                  <p:nvPr/>
                </p:nvSpPr>
                <p:spPr bwMode="auto">
                  <a:xfrm>
                    <a:off x="-579827" y="2338114"/>
                    <a:ext cx="203279" cy="114142"/>
                  </a:xfrm>
                  <a:custGeom>
                    <a:avLst/>
                    <a:gdLst>
                      <a:gd name="T0" fmla="*/ 30 w 350"/>
                      <a:gd name="T1" fmla="*/ 132 h 200"/>
                      <a:gd name="T2" fmla="*/ 30 w 350"/>
                      <a:gd name="T3" fmla="*/ 132 h 200"/>
                      <a:gd name="T4" fmla="*/ 43 w 350"/>
                      <a:gd name="T5" fmla="*/ 129 h 200"/>
                      <a:gd name="T6" fmla="*/ 148 w 350"/>
                      <a:gd name="T7" fmla="*/ 71 h 200"/>
                      <a:gd name="T8" fmla="*/ 148 w 350"/>
                      <a:gd name="T9" fmla="*/ 146 h 200"/>
                      <a:gd name="T10" fmla="*/ 92 w 350"/>
                      <a:gd name="T11" fmla="*/ 146 h 200"/>
                      <a:gd name="T12" fmla="*/ 92 w 350"/>
                      <a:gd name="T13" fmla="*/ 200 h 200"/>
                      <a:gd name="T14" fmla="*/ 175 w 350"/>
                      <a:gd name="T15" fmla="*/ 200 h 200"/>
                      <a:gd name="T16" fmla="*/ 202 w 350"/>
                      <a:gd name="T17" fmla="*/ 173 h 200"/>
                      <a:gd name="T18" fmla="*/ 202 w 350"/>
                      <a:gd name="T19" fmla="*/ 71 h 200"/>
                      <a:gd name="T20" fmla="*/ 307 w 350"/>
                      <a:gd name="T21" fmla="*/ 129 h 200"/>
                      <a:gd name="T22" fmla="*/ 320 w 350"/>
                      <a:gd name="T23" fmla="*/ 132 h 200"/>
                      <a:gd name="T24" fmla="*/ 343 w 350"/>
                      <a:gd name="T25" fmla="*/ 118 h 200"/>
                      <a:gd name="T26" fmla="*/ 333 w 350"/>
                      <a:gd name="T27" fmla="*/ 82 h 200"/>
                      <a:gd name="T28" fmla="*/ 188 w 350"/>
                      <a:gd name="T29" fmla="*/ 3 h 200"/>
                      <a:gd name="T30" fmla="*/ 187 w 350"/>
                      <a:gd name="T31" fmla="*/ 3 h 200"/>
                      <a:gd name="T32" fmla="*/ 186 w 350"/>
                      <a:gd name="T33" fmla="*/ 2 h 200"/>
                      <a:gd name="T34" fmla="*/ 184 w 350"/>
                      <a:gd name="T35" fmla="*/ 1 h 200"/>
                      <a:gd name="T36" fmla="*/ 183 w 350"/>
                      <a:gd name="T37" fmla="*/ 1 h 200"/>
                      <a:gd name="T38" fmla="*/ 181 w 350"/>
                      <a:gd name="T39" fmla="*/ 0 h 200"/>
                      <a:gd name="T40" fmla="*/ 179 w 350"/>
                      <a:gd name="T41" fmla="*/ 0 h 200"/>
                      <a:gd name="T42" fmla="*/ 177 w 350"/>
                      <a:gd name="T43" fmla="*/ 0 h 200"/>
                      <a:gd name="T44" fmla="*/ 176 w 350"/>
                      <a:gd name="T45" fmla="*/ 0 h 200"/>
                      <a:gd name="T46" fmla="*/ 175 w 350"/>
                      <a:gd name="T47" fmla="*/ 0 h 200"/>
                      <a:gd name="T48" fmla="*/ 174 w 350"/>
                      <a:gd name="T49" fmla="*/ 0 h 200"/>
                      <a:gd name="T50" fmla="*/ 172 w 350"/>
                      <a:gd name="T51" fmla="*/ 0 h 200"/>
                      <a:gd name="T52" fmla="*/ 171 w 350"/>
                      <a:gd name="T53" fmla="*/ 0 h 200"/>
                      <a:gd name="T54" fmla="*/ 168 w 350"/>
                      <a:gd name="T55" fmla="*/ 0 h 200"/>
                      <a:gd name="T56" fmla="*/ 167 w 350"/>
                      <a:gd name="T57" fmla="*/ 1 h 200"/>
                      <a:gd name="T58" fmla="*/ 166 w 350"/>
                      <a:gd name="T59" fmla="*/ 1 h 200"/>
                      <a:gd name="T60" fmla="*/ 164 w 350"/>
                      <a:gd name="T61" fmla="*/ 2 h 200"/>
                      <a:gd name="T62" fmla="*/ 162 w 350"/>
                      <a:gd name="T63" fmla="*/ 3 h 200"/>
                      <a:gd name="T64" fmla="*/ 162 w 350"/>
                      <a:gd name="T65" fmla="*/ 3 h 200"/>
                      <a:gd name="T66" fmla="*/ 17 w 350"/>
                      <a:gd name="T67" fmla="*/ 82 h 200"/>
                      <a:gd name="T68" fmla="*/ 7 w 350"/>
                      <a:gd name="T69" fmla="*/ 118 h 200"/>
                      <a:gd name="T70" fmla="*/ 30 w 350"/>
                      <a:gd name="T71" fmla="*/ 132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350" h="200">
                        <a:moveTo>
                          <a:pt x="30" y="132"/>
                        </a:moveTo>
                        <a:lnTo>
                          <a:pt x="30" y="132"/>
                        </a:lnTo>
                        <a:cubicBezTo>
                          <a:pt x="34" y="132"/>
                          <a:pt x="39" y="131"/>
                          <a:pt x="43" y="129"/>
                        </a:cubicBezTo>
                        <a:lnTo>
                          <a:pt x="148" y="71"/>
                        </a:lnTo>
                        <a:lnTo>
                          <a:pt x="148" y="146"/>
                        </a:lnTo>
                        <a:lnTo>
                          <a:pt x="92" y="146"/>
                        </a:lnTo>
                        <a:lnTo>
                          <a:pt x="92" y="200"/>
                        </a:lnTo>
                        <a:lnTo>
                          <a:pt x="175" y="200"/>
                        </a:lnTo>
                        <a:cubicBezTo>
                          <a:pt x="190" y="200"/>
                          <a:pt x="202" y="188"/>
                          <a:pt x="202" y="173"/>
                        </a:cubicBezTo>
                        <a:lnTo>
                          <a:pt x="202" y="71"/>
                        </a:lnTo>
                        <a:lnTo>
                          <a:pt x="307" y="129"/>
                        </a:lnTo>
                        <a:cubicBezTo>
                          <a:pt x="311" y="131"/>
                          <a:pt x="315" y="132"/>
                          <a:pt x="320" y="132"/>
                        </a:cubicBezTo>
                        <a:cubicBezTo>
                          <a:pt x="329" y="132"/>
                          <a:pt x="338" y="127"/>
                          <a:pt x="343" y="118"/>
                        </a:cubicBezTo>
                        <a:cubicBezTo>
                          <a:pt x="350" y="105"/>
                          <a:pt x="346" y="89"/>
                          <a:pt x="333" y="82"/>
                        </a:cubicBezTo>
                        <a:lnTo>
                          <a:pt x="188" y="3"/>
                        </a:lnTo>
                        <a:cubicBezTo>
                          <a:pt x="188" y="3"/>
                          <a:pt x="188" y="3"/>
                          <a:pt x="187" y="3"/>
                        </a:cubicBezTo>
                        <a:cubicBezTo>
                          <a:pt x="187" y="3"/>
                          <a:pt x="187" y="2"/>
                          <a:pt x="186" y="2"/>
                        </a:cubicBezTo>
                        <a:cubicBezTo>
                          <a:pt x="185" y="2"/>
                          <a:pt x="185" y="2"/>
                          <a:pt x="184" y="1"/>
                        </a:cubicBezTo>
                        <a:cubicBezTo>
                          <a:pt x="183" y="1"/>
                          <a:pt x="183" y="1"/>
                          <a:pt x="183" y="1"/>
                        </a:cubicBezTo>
                        <a:cubicBezTo>
                          <a:pt x="182" y="1"/>
                          <a:pt x="182" y="1"/>
                          <a:pt x="181" y="0"/>
                        </a:cubicBezTo>
                        <a:cubicBezTo>
                          <a:pt x="181" y="0"/>
                          <a:pt x="180" y="0"/>
                          <a:pt x="179" y="0"/>
                        </a:cubicBezTo>
                        <a:cubicBezTo>
                          <a:pt x="178" y="0"/>
                          <a:pt x="178" y="0"/>
                          <a:pt x="177" y="0"/>
                        </a:cubicBezTo>
                        <a:cubicBezTo>
                          <a:pt x="177" y="0"/>
                          <a:pt x="177" y="0"/>
                          <a:pt x="176" y="0"/>
                        </a:cubicBezTo>
                        <a:cubicBezTo>
                          <a:pt x="176" y="0"/>
                          <a:pt x="175" y="0"/>
                          <a:pt x="175" y="0"/>
                        </a:cubicBezTo>
                        <a:cubicBezTo>
                          <a:pt x="175" y="0"/>
                          <a:pt x="174" y="0"/>
                          <a:pt x="174" y="0"/>
                        </a:cubicBezTo>
                        <a:cubicBezTo>
                          <a:pt x="173" y="0"/>
                          <a:pt x="173" y="0"/>
                          <a:pt x="172" y="0"/>
                        </a:cubicBezTo>
                        <a:cubicBezTo>
                          <a:pt x="172" y="0"/>
                          <a:pt x="171" y="0"/>
                          <a:pt x="171" y="0"/>
                        </a:cubicBezTo>
                        <a:cubicBezTo>
                          <a:pt x="170" y="0"/>
                          <a:pt x="169" y="0"/>
                          <a:pt x="168" y="0"/>
                        </a:cubicBezTo>
                        <a:cubicBezTo>
                          <a:pt x="168" y="1"/>
                          <a:pt x="168" y="1"/>
                          <a:pt x="167" y="1"/>
                        </a:cubicBezTo>
                        <a:cubicBezTo>
                          <a:pt x="167" y="1"/>
                          <a:pt x="166" y="1"/>
                          <a:pt x="166" y="1"/>
                        </a:cubicBezTo>
                        <a:cubicBezTo>
                          <a:pt x="165" y="2"/>
                          <a:pt x="164" y="2"/>
                          <a:pt x="164" y="2"/>
                        </a:cubicBezTo>
                        <a:cubicBezTo>
                          <a:pt x="163" y="2"/>
                          <a:pt x="163" y="3"/>
                          <a:pt x="162" y="3"/>
                        </a:cubicBezTo>
                        <a:cubicBezTo>
                          <a:pt x="162" y="3"/>
                          <a:pt x="162" y="3"/>
                          <a:pt x="162" y="3"/>
                        </a:cubicBezTo>
                        <a:lnTo>
                          <a:pt x="17" y="82"/>
                        </a:lnTo>
                        <a:cubicBezTo>
                          <a:pt x="4" y="89"/>
                          <a:pt x="0" y="105"/>
                          <a:pt x="7" y="118"/>
                        </a:cubicBezTo>
                        <a:cubicBezTo>
                          <a:pt x="11" y="127"/>
                          <a:pt x="21" y="132"/>
                          <a:pt x="30" y="132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17" name="Freeform 71"/>
                  <p:cNvSpPr/>
                  <p:nvPr/>
                </p:nvSpPr>
                <p:spPr bwMode="auto">
                  <a:xfrm>
                    <a:off x="-719582" y="2414209"/>
                    <a:ext cx="186339" cy="122597"/>
                  </a:xfrm>
                  <a:custGeom>
                    <a:avLst/>
                    <a:gdLst>
                      <a:gd name="T0" fmla="*/ 183 w 324"/>
                      <a:gd name="T1" fmla="*/ 167 h 217"/>
                      <a:gd name="T2" fmla="*/ 183 w 324"/>
                      <a:gd name="T3" fmla="*/ 167 h 217"/>
                      <a:gd name="T4" fmla="*/ 129 w 324"/>
                      <a:gd name="T5" fmla="*/ 137 h 217"/>
                      <a:gd name="T6" fmla="*/ 270 w 324"/>
                      <a:gd name="T7" fmla="*/ 137 h 217"/>
                      <a:gd name="T8" fmla="*/ 270 w 324"/>
                      <a:gd name="T9" fmla="*/ 176 h 217"/>
                      <a:gd name="T10" fmla="*/ 324 w 324"/>
                      <a:gd name="T11" fmla="*/ 176 h 217"/>
                      <a:gd name="T12" fmla="*/ 324 w 324"/>
                      <a:gd name="T13" fmla="*/ 110 h 217"/>
                      <a:gd name="T14" fmla="*/ 297 w 324"/>
                      <a:gd name="T15" fmla="*/ 84 h 217"/>
                      <a:gd name="T16" fmla="*/ 129 w 324"/>
                      <a:gd name="T17" fmla="*/ 84 h 217"/>
                      <a:gd name="T18" fmla="*/ 183 w 324"/>
                      <a:gd name="T19" fmla="*/ 54 h 217"/>
                      <a:gd name="T20" fmla="*/ 193 w 324"/>
                      <a:gd name="T21" fmla="*/ 18 h 217"/>
                      <a:gd name="T22" fmla="*/ 157 w 324"/>
                      <a:gd name="T23" fmla="*/ 7 h 217"/>
                      <a:gd name="T24" fmla="*/ 13 w 324"/>
                      <a:gd name="T25" fmla="*/ 87 h 217"/>
                      <a:gd name="T26" fmla="*/ 13 w 324"/>
                      <a:gd name="T27" fmla="*/ 88 h 217"/>
                      <a:gd name="T28" fmla="*/ 11 w 324"/>
                      <a:gd name="T29" fmla="*/ 89 h 217"/>
                      <a:gd name="T30" fmla="*/ 9 w 324"/>
                      <a:gd name="T31" fmla="*/ 90 h 217"/>
                      <a:gd name="T32" fmla="*/ 8 w 324"/>
                      <a:gd name="T33" fmla="*/ 91 h 217"/>
                      <a:gd name="T34" fmla="*/ 7 w 324"/>
                      <a:gd name="T35" fmla="*/ 92 h 217"/>
                      <a:gd name="T36" fmla="*/ 6 w 324"/>
                      <a:gd name="T37" fmla="*/ 93 h 217"/>
                      <a:gd name="T38" fmla="*/ 5 w 324"/>
                      <a:gd name="T39" fmla="*/ 95 h 217"/>
                      <a:gd name="T40" fmla="*/ 4 w 324"/>
                      <a:gd name="T41" fmla="*/ 96 h 217"/>
                      <a:gd name="T42" fmla="*/ 3 w 324"/>
                      <a:gd name="T43" fmla="*/ 97 h 217"/>
                      <a:gd name="T44" fmla="*/ 3 w 324"/>
                      <a:gd name="T45" fmla="*/ 98 h 217"/>
                      <a:gd name="T46" fmla="*/ 2 w 324"/>
                      <a:gd name="T47" fmla="*/ 99 h 217"/>
                      <a:gd name="T48" fmla="*/ 1 w 324"/>
                      <a:gd name="T49" fmla="*/ 101 h 217"/>
                      <a:gd name="T50" fmla="*/ 1 w 324"/>
                      <a:gd name="T51" fmla="*/ 103 h 217"/>
                      <a:gd name="T52" fmla="*/ 1 w 324"/>
                      <a:gd name="T53" fmla="*/ 104 h 217"/>
                      <a:gd name="T54" fmla="*/ 0 w 324"/>
                      <a:gd name="T55" fmla="*/ 106 h 217"/>
                      <a:gd name="T56" fmla="*/ 0 w 324"/>
                      <a:gd name="T57" fmla="*/ 108 h 217"/>
                      <a:gd name="T58" fmla="*/ 0 w 324"/>
                      <a:gd name="T59" fmla="*/ 109 h 217"/>
                      <a:gd name="T60" fmla="*/ 0 w 324"/>
                      <a:gd name="T61" fmla="*/ 110 h 217"/>
                      <a:gd name="T62" fmla="*/ 0 w 324"/>
                      <a:gd name="T63" fmla="*/ 111 h 217"/>
                      <a:gd name="T64" fmla="*/ 0 w 324"/>
                      <a:gd name="T65" fmla="*/ 113 h 217"/>
                      <a:gd name="T66" fmla="*/ 0 w 324"/>
                      <a:gd name="T67" fmla="*/ 115 h 217"/>
                      <a:gd name="T68" fmla="*/ 1 w 324"/>
                      <a:gd name="T69" fmla="*/ 117 h 217"/>
                      <a:gd name="T70" fmla="*/ 1 w 324"/>
                      <a:gd name="T71" fmla="*/ 118 h 217"/>
                      <a:gd name="T72" fmla="*/ 1 w 324"/>
                      <a:gd name="T73" fmla="*/ 119 h 217"/>
                      <a:gd name="T74" fmla="*/ 2 w 324"/>
                      <a:gd name="T75" fmla="*/ 122 h 217"/>
                      <a:gd name="T76" fmla="*/ 3 w 324"/>
                      <a:gd name="T77" fmla="*/ 123 h 217"/>
                      <a:gd name="T78" fmla="*/ 3 w 324"/>
                      <a:gd name="T79" fmla="*/ 123 h 217"/>
                      <a:gd name="T80" fmla="*/ 4 w 324"/>
                      <a:gd name="T81" fmla="*/ 124 h 217"/>
                      <a:gd name="T82" fmla="*/ 5 w 324"/>
                      <a:gd name="T83" fmla="*/ 126 h 217"/>
                      <a:gd name="T84" fmla="*/ 7 w 324"/>
                      <a:gd name="T85" fmla="*/ 128 h 217"/>
                      <a:gd name="T86" fmla="*/ 7 w 324"/>
                      <a:gd name="T87" fmla="*/ 129 h 217"/>
                      <a:gd name="T88" fmla="*/ 8 w 324"/>
                      <a:gd name="T89" fmla="*/ 129 h 217"/>
                      <a:gd name="T90" fmla="*/ 8 w 324"/>
                      <a:gd name="T91" fmla="*/ 130 h 217"/>
                      <a:gd name="T92" fmla="*/ 10 w 324"/>
                      <a:gd name="T93" fmla="*/ 131 h 217"/>
                      <a:gd name="T94" fmla="*/ 12 w 324"/>
                      <a:gd name="T95" fmla="*/ 133 h 217"/>
                      <a:gd name="T96" fmla="*/ 13 w 324"/>
                      <a:gd name="T97" fmla="*/ 134 h 217"/>
                      <a:gd name="T98" fmla="*/ 13 w 324"/>
                      <a:gd name="T99" fmla="*/ 134 h 217"/>
                      <a:gd name="T100" fmla="*/ 157 w 324"/>
                      <a:gd name="T101" fmla="*/ 213 h 217"/>
                      <a:gd name="T102" fmla="*/ 170 w 324"/>
                      <a:gd name="T103" fmla="*/ 217 h 217"/>
                      <a:gd name="T104" fmla="*/ 193 w 324"/>
                      <a:gd name="T105" fmla="*/ 203 h 217"/>
                      <a:gd name="T106" fmla="*/ 183 w 324"/>
                      <a:gd name="T107" fmla="*/ 167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183" y="167"/>
                        </a:moveTo>
                        <a:lnTo>
                          <a:pt x="183" y="167"/>
                        </a:lnTo>
                        <a:lnTo>
                          <a:pt x="129" y="137"/>
                        </a:lnTo>
                        <a:lnTo>
                          <a:pt x="270" y="137"/>
                        </a:lnTo>
                        <a:lnTo>
                          <a:pt x="270" y="176"/>
                        </a:lnTo>
                        <a:lnTo>
                          <a:pt x="324" y="176"/>
                        </a:lnTo>
                        <a:lnTo>
                          <a:pt x="324" y="110"/>
                        </a:lnTo>
                        <a:cubicBezTo>
                          <a:pt x="324" y="96"/>
                          <a:pt x="312" y="84"/>
                          <a:pt x="297" y="84"/>
                        </a:cubicBezTo>
                        <a:lnTo>
                          <a:pt x="129" y="84"/>
                        </a:lnTo>
                        <a:lnTo>
                          <a:pt x="183" y="54"/>
                        </a:lnTo>
                        <a:cubicBezTo>
                          <a:pt x="196" y="47"/>
                          <a:pt x="200" y="30"/>
                          <a:pt x="193" y="18"/>
                        </a:cubicBezTo>
                        <a:cubicBezTo>
                          <a:pt x="186" y="5"/>
                          <a:pt x="170" y="0"/>
                          <a:pt x="157" y="7"/>
                        </a:cubicBezTo>
                        <a:lnTo>
                          <a:pt x="13" y="87"/>
                        </a:lnTo>
                        <a:cubicBezTo>
                          <a:pt x="13" y="87"/>
                          <a:pt x="13" y="87"/>
                          <a:pt x="13" y="88"/>
                        </a:cubicBezTo>
                        <a:cubicBezTo>
                          <a:pt x="12" y="88"/>
                          <a:pt x="11" y="88"/>
                          <a:pt x="11" y="89"/>
                        </a:cubicBezTo>
                        <a:cubicBezTo>
                          <a:pt x="10" y="89"/>
                          <a:pt x="10" y="89"/>
                          <a:pt x="9" y="90"/>
                        </a:cubicBezTo>
                        <a:cubicBezTo>
                          <a:pt x="9" y="90"/>
                          <a:pt x="9" y="91"/>
                          <a:pt x="8" y="91"/>
                        </a:cubicBezTo>
                        <a:cubicBezTo>
                          <a:pt x="8" y="91"/>
                          <a:pt x="7" y="92"/>
                          <a:pt x="7" y="92"/>
                        </a:cubicBezTo>
                        <a:cubicBezTo>
                          <a:pt x="7" y="93"/>
                          <a:pt x="6" y="93"/>
                          <a:pt x="6" y="93"/>
                        </a:cubicBezTo>
                        <a:cubicBezTo>
                          <a:pt x="5" y="94"/>
                          <a:pt x="5" y="94"/>
                          <a:pt x="5" y="95"/>
                        </a:cubicBezTo>
                        <a:cubicBezTo>
                          <a:pt x="4" y="95"/>
                          <a:pt x="4" y="96"/>
                          <a:pt x="4" y="96"/>
                        </a:cubicBezTo>
                        <a:cubicBezTo>
                          <a:pt x="4" y="97"/>
                          <a:pt x="3" y="97"/>
                          <a:pt x="3" y="97"/>
                        </a:cubicBezTo>
                        <a:cubicBezTo>
                          <a:pt x="3" y="98"/>
                          <a:pt x="3" y="98"/>
                          <a:pt x="3" y="98"/>
                        </a:cubicBezTo>
                        <a:cubicBezTo>
                          <a:pt x="3" y="98"/>
                          <a:pt x="2" y="99"/>
                          <a:pt x="2" y="99"/>
                        </a:cubicBezTo>
                        <a:cubicBezTo>
                          <a:pt x="2" y="100"/>
                          <a:pt x="2" y="101"/>
                          <a:pt x="1" y="101"/>
                        </a:cubicBezTo>
                        <a:cubicBezTo>
                          <a:pt x="1" y="102"/>
                          <a:pt x="1" y="102"/>
                          <a:pt x="1" y="103"/>
                        </a:cubicBezTo>
                        <a:cubicBezTo>
                          <a:pt x="1" y="103"/>
                          <a:pt x="1" y="104"/>
                          <a:pt x="1" y="104"/>
                        </a:cubicBezTo>
                        <a:cubicBezTo>
                          <a:pt x="0" y="105"/>
                          <a:pt x="0" y="105"/>
                          <a:pt x="0" y="106"/>
                        </a:cubicBezTo>
                        <a:cubicBezTo>
                          <a:pt x="0" y="107"/>
                          <a:pt x="0" y="107"/>
                          <a:pt x="0" y="108"/>
                        </a:cubicBezTo>
                        <a:cubicBezTo>
                          <a:pt x="0" y="108"/>
                          <a:pt x="0" y="109"/>
                          <a:pt x="0" y="10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0" y="111"/>
                          <a:pt x="0" y="111"/>
                          <a:pt x="0" y="111"/>
                        </a:cubicBezTo>
                        <a:cubicBezTo>
                          <a:pt x="0" y="112"/>
                          <a:pt x="0" y="112"/>
                          <a:pt x="0" y="113"/>
                        </a:cubicBezTo>
                        <a:cubicBezTo>
                          <a:pt x="0" y="113"/>
                          <a:pt x="0" y="114"/>
                          <a:pt x="0" y="115"/>
                        </a:cubicBezTo>
                        <a:cubicBezTo>
                          <a:pt x="0" y="115"/>
                          <a:pt x="0" y="116"/>
                          <a:pt x="1" y="117"/>
                        </a:cubicBezTo>
                        <a:cubicBezTo>
                          <a:pt x="1" y="117"/>
                          <a:pt x="1" y="118"/>
                          <a:pt x="1" y="118"/>
                        </a:cubicBezTo>
                        <a:cubicBezTo>
                          <a:pt x="1" y="119"/>
                          <a:pt x="1" y="119"/>
                          <a:pt x="1" y="119"/>
                        </a:cubicBezTo>
                        <a:cubicBezTo>
                          <a:pt x="2" y="120"/>
                          <a:pt x="2" y="121"/>
                          <a:pt x="2" y="122"/>
                        </a:cubicBezTo>
                        <a:cubicBezTo>
                          <a:pt x="2" y="122"/>
                          <a:pt x="3" y="122"/>
                          <a:pt x="3" y="123"/>
                        </a:cubicBezTo>
                        <a:cubicBezTo>
                          <a:pt x="3" y="123"/>
                          <a:pt x="3" y="123"/>
                          <a:pt x="3" y="123"/>
                        </a:cubicBezTo>
                        <a:cubicBezTo>
                          <a:pt x="3" y="124"/>
                          <a:pt x="3" y="124"/>
                          <a:pt x="4" y="124"/>
                        </a:cubicBezTo>
                        <a:cubicBezTo>
                          <a:pt x="4" y="125"/>
                          <a:pt x="4" y="125"/>
                          <a:pt x="5" y="126"/>
                        </a:cubicBezTo>
                        <a:cubicBezTo>
                          <a:pt x="5" y="127"/>
                          <a:pt x="6" y="127"/>
                          <a:pt x="7" y="128"/>
                        </a:cubicBezTo>
                        <a:cubicBezTo>
                          <a:pt x="7" y="128"/>
                          <a:pt x="7" y="129"/>
                          <a:pt x="7" y="129"/>
                        </a:cubicBezTo>
                        <a:cubicBezTo>
                          <a:pt x="7" y="129"/>
                          <a:pt x="7" y="129"/>
                          <a:pt x="8" y="129"/>
                        </a:cubicBezTo>
                        <a:cubicBezTo>
                          <a:pt x="8" y="129"/>
                          <a:pt x="8" y="130"/>
                          <a:pt x="8" y="130"/>
                        </a:cubicBezTo>
                        <a:cubicBezTo>
                          <a:pt x="9" y="130"/>
                          <a:pt x="10" y="131"/>
                          <a:pt x="10" y="131"/>
                        </a:cubicBezTo>
                        <a:cubicBezTo>
                          <a:pt x="11" y="132"/>
                          <a:pt x="12" y="133"/>
                          <a:pt x="12" y="133"/>
                        </a:cubicBezTo>
                        <a:cubicBezTo>
                          <a:pt x="13" y="133"/>
                          <a:pt x="13" y="133"/>
                          <a:pt x="13" y="134"/>
                        </a:cubicBezTo>
                        <a:cubicBezTo>
                          <a:pt x="13" y="134"/>
                          <a:pt x="13" y="134"/>
                          <a:pt x="13" y="134"/>
                        </a:cubicBezTo>
                        <a:lnTo>
                          <a:pt x="157" y="213"/>
                        </a:lnTo>
                        <a:cubicBezTo>
                          <a:pt x="161" y="216"/>
                          <a:pt x="165" y="217"/>
                          <a:pt x="170" y="217"/>
                        </a:cubicBezTo>
                        <a:cubicBezTo>
                          <a:pt x="179" y="217"/>
                          <a:pt x="188" y="212"/>
                          <a:pt x="193" y="203"/>
                        </a:cubicBezTo>
                        <a:cubicBezTo>
                          <a:pt x="200" y="190"/>
                          <a:pt x="196" y="174"/>
                          <a:pt x="183" y="167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18" name="Freeform 72"/>
                  <p:cNvSpPr/>
                  <p:nvPr/>
                </p:nvSpPr>
                <p:spPr bwMode="auto">
                  <a:xfrm>
                    <a:off x="-423133" y="2412094"/>
                    <a:ext cx="186339" cy="124712"/>
                  </a:xfrm>
                  <a:custGeom>
                    <a:avLst/>
                    <a:gdLst>
                      <a:gd name="T0" fmla="*/ 324 w 324"/>
                      <a:gd name="T1" fmla="*/ 109 h 217"/>
                      <a:gd name="T2" fmla="*/ 324 w 324"/>
                      <a:gd name="T3" fmla="*/ 109 h 217"/>
                      <a:gd name="T4" fmla="*/ 324 w 324"/>
                      <a:gd name="T5" fmla="*/ 108 h 217"/>
                      <a:gd name="T6" fmla="*/ 324 w 324"/>
                      <a:gd name="T7" fmla="*/ 106 h 217"/>
                      <a:gd name="T8" fmla="*/ 323 w 324"/>
                      <a:gd name="T9" fmla="*/ 104 h 217"/>
                      <a:gd name="T10" fmla="*/ 323 w 324"/>
                      <a:gd name="T11" fmla="*/ 103 h 217"/>
                      <a:gd name="T12" fmla="*/ 322 w 324"/>
                      <a:gd name="T13" fmla="*/ 101 h 217"/>
                      <a:gd name="T14" fmla="*/ 321 w 324"/>
                      <a:gd name="T15" fmla="*/ 99 h 217"/>
                      <a:gd name="T16" fmla="*/ 321 w 324"/>
                      <a:gd name="T17" fmla="*/ 98 h 217"/>
                      <a:gd name="T18" fmla="*/ 321 w 324"/>
                      <a:gd name="T19" fmla="*/ 97 h 217"/>
                      <a:gd name="T20" fmla="*/ 320 w 324"/>
                      <a:gd name="T21" fmla="*/ 97 h 217"/>
                      <a:gd name="T22" fmla="*/ 319 w 324"/>
                      <a:gd name="T23" fmla="*/ 95 h 217"/>
                      <a:gd name="T24" fmla="*/ 318 w 324"/>
                      <a:gd name="T25" fmla="*/ 94 h 217"/>
                      <a:gd name="T26" fmla="*/ 317 w 324"/>
                      <a:gd name="T27" fmla="*/ 92 h 217"/>
                      <a:gd name="T28" fmla="*/ 315 w 324"/>
                      <a:gd name="T29" fmla="*/ 91 h 217"/>
                      <a:gd name="T30" fmla="*/ 314 w 324"/>
                      <a:gd name="T31" fmla="*/ 90 h 217"/>
                      <a:gd name="T32" fmla="*/ 313 w 324"/>
                      <a:gd name="T33" fmla="*/ 89 h 217"/>
                      <a:gd name="T34" fmla="*/ 311 w 324"/>
                      <a:gd name="T35" fmla="*/ 88 h 217"/>
                      <a:gd name="T36" fmla="*/ 310 w 324"/>
                      <a:gd name="T37" fmla="*/ 87 h 217"/>
                      <a:gd name="T38" fmla="*/ 167 w 324"/>
                      <a:gd name="T39" fmla="*/ 7 h 217"/>
                      <a:gd name="T40" fmla="*/ 130 w 324"/>
                      <a:gd name="T41" fmla="*/ 18 h 217"/>
                      <a:gd name="T42" fmla="*/ 141 w 324"/>
                      <a:gd name="T43" fmla="*/ 54 h 217"/>
                      <a:gd name="T44" fmla="*/ 194 w 324"/>
                      <a:gd name="T45" fmla="*/ 84 h 217"/>
                      <a:gd name="T46" fmla="*/ 53 w 324"/>
                      <a:gd name="T47" fmla="*/ 84 h 217"/>
                      <a:gd name="T48" fmla="*/ 53 w 324"/>
                      <a:gd name="T49" fmla="*/ 43 h 217"/>
                      <a:gd name="T50" fmla="*/ 0 w 324"/>
                      <a:gd name="T51" fmla="*/ 43 h 217"/>
                      <a:gd name="T52" fmla="*/ 0 w 324"/>
                      <a:gd name="T53" fmla="*/ 110 h 217"/>
                      <a:gd name="T54" fmla="*/ 27 w 324"/>
                      <a:gd name="T55" fmla="*/ 137 h 217"/>
                      <a:gd name="T56" fmla="*/ 194 w 324"/>
                      <a:gd name="T57" fmla="*/ 137 h 217"/>
                      <a:gd name="T58" fmla="*/ 141 w 324"/>
                      <a:gd name="T59" fmla="*/ 167 h 217"/>
                      <a:gd name="T60" fmla="*/ 130 w 324"/>
                      <a:gd name="T61" fmla="*/ 203 h 217"/>
                      <a:gd name="T62" fmla="*/ 154 w 324"/>
                      <a:gd name="T63" fmla="*/ 217 h 217"/>
                      <a:gd name="T64" fmla="*/ 167 w 324"/>
                      <a:gd name="T65" fmla="*/ 214 h 217"/>
                      <a:gd name="T66" fmla="*/ 310 w 324"/>
                      <a:gd name="T67" fmla="*/ 134 h 217"/>
                      <a:gd name="T68" fmla="*/ 310 w 324"/>
                      <a:gd name="T69" fmla="*/ 134 h 217"/>
                      <a:gd name="T70" fmla="*/ 311 w 324"/>
                      <a:gd name="T71" fmla="*/ 133 h 217"/>
                      <a:gd name="T72" fmla="*/ 313 w 324"/>
                      <a:gd name="T73" fmla="*/ 132 h 217"/>
                      <a:gd name="T74" fmla="*/ 315 w 324"/>
                      <a:gd name="T75" fmla="*/ 130 h 217"/>
                      <a:gd name="T76" fmla="*/ 316 w 324"/>
                      <a:gd name="T77" fmla="*/ 129 h 217"/>
                      <a:gd name="T78" fmla="*/ 316 w 324"/>
                      <a:gd name="T79" fmla="*/ 129 h 217"/>
                      <a:gd name="T80" fmla="*/ 317 w 324"/>
                      <a:gd name="T81" fmla="*/ 128 h 217"/>
                      <a:gd name="T82" fmla="*/ 319 w 324"/>
                      <a:gd name="T83" fmla="*/ 126 h 217"/>
                      <a:gd name="T84" fmla="*/ 320 w 324"/>
                      <a:gd name="T85" fmla="*/ 124 h 217"/>
                      <a:gd name="T86" fmla="*/ 321 w 324"/>
                      <a:gd name="T87" fmla="*/ 123 h 217"/>
                      <a:gd name="T88" fmla="*/ 321 w 324"/>
                      <a:gd name="T89" fmla="*/ 123 h 217"/>
                      <a:gd name="T90" fmla="*/ 321 w 324"/>
                      <a:gd name="T91" fmla="*/ 122 h 217"/>
                      <a:gd name="T92" fmla="*/ 322 w 324"/>
                      <a:gd name="T93" fmla="*/ 120 h 217"/>
                      <a:gd name="T94" fmla="*/ 323 w 324"/>
                      <a:gd name="T95" fmla="*/ 118 h 217"/>
                      <a:gd name="T96" fmla="*/ 323 w 324"/>
                      <a:gd name="T97" fmla="*/ 117 h 217"/>
                      <a:gd name="T98" fmla="*/ 324 w 324"/>
                      <a:gd name="T99" fmla="*/ 115 h 217"/>
                      <a:gd name="T100" fmla="*/ 324 w 324"/>
                      <a:gd name="T101" fmla="*/ 113 h 217"/>
                      <a:gd name="T102" fmla="*/ 324 w 324"/>
                      <a:gd name="T103" fmla="*/ 111 h 217"/>
                      <a:gd name="T104" fmla="*/ 324 w 324"/>
                      <a:gd name="T105" fmla="*/ 110 h 217"/>
                      <a:gd name="T106" fmla="*/ 324 w 324"/>
                      <a:gd name="T107" fmla="*/ 109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324" y="109"/>
                        </a:moveTo>
                        <a:lnTo>
                          <a:pt x="324" y="109"/>
                        </a:lnTo>
                        <a:cubicBezTo>
                          <a:pt x="324" y="109"/>
                          <a:pt x="324" y="108"/>
                          <a:pt x="324" y="108"/>
                        </a:cubicBezTo>
                        <a:cubicBezTo>
                          <a:pt x="324" y="107"/>
                          <a:pt x="324" y="107"/>
                          <a:pt x="324" y="106"/>
                        </a:cubicBezTo>
                        <a:cubicBezTo>
                          <a:pt x="323" y="106"/>
                          <a:pt x="323" y="105"/>
                          <a:pt x="323" y="104"/>
                        </a:cubicBezTo>
                        <a:cubicBezTo>
                          <a:pt x="323" y="104"/>
                          <a:pt x="323" y="103"/>
                          <a:pt x="323" y="103"/>
                        </a:cubicBezTo>
                        <a:cubicBezTo>
                          <a:pt x="323" y="102"/>
                          <a:pt x="322" y="102"/>
                          <a:pt x="322" y="101"/>
                        </a:cubicBezTo>
                        <a:cubicBezTo>
                          <a:pt x="322" y="101"/>
                          <a:pt x="322" y="100"/>
                          <a:pt x="321" y="99"/>
                        </a:cubicBezTo>
                        <a:cubicBezTo>
                          <a:pt x="321" y="99"/>
                          <a:pt x="321" y="98"/>
                          <a:pt x="321" y="98"/>
                        </a:cubicBezTo>
                        <a:cubicBezTo>
                          <a:pt x="321" y="98"/>
                          <a:pt x="321" y="98"/>
                          <a:pt x="321" y="97"/>
                        </a:cubicBezTo>
                        <a:cubicBezTo>
                          <a:pt x="320" y="97"/>
                          <a:pt x="320" y="97"/>
                          <a:pt x="320" y="97"/>
                        </a:cubicBezTo>
                        <a:cubicBezTo>
                          <a:pt x="320" y="96"/>
                          <a:pt x="319" y="95"/>
                          <a:pt x="319" y="95"/>
                        </a:cubicBezTo>
                        <a:cubicBezTo>
                          <a:pt x="319" y="94"/>
                          <a:pt x="318" y="94"/>
                          <a:pt x="318" y="94"/>
                        </a:cubicBezTo>
                        <a:cubicBezTo>
                          <a:pt x="317" y="93"/>
                          <a:pt x="317" y="93"/>
                          <a:pt x="317" y="92"/>
                        </a:cubicBezTo>
                        <a:cubicBezTo>
                          <a:pt x="316" y="92"/>
                          <a:pt x="316" y="91"/>
                          <a:pt x="315" y="91"/>
                        </a:cubicBezTo>
                        <a:cubicBezTo>
                          <a:pt x="315" y="91"/>
                          <a:pt x="315" y="90"/>
                          <a:pt x="314" y="90"/>
                        </a:cubicBezTo>
                        <a:cubicBezTo>
                          <a:pt x="314" y="90"/>
                          <a:pt x="313" y="89"/>
                          <a:pt x="313" y="89"/>
                        </a:cubicBezTo>
                        <a:cubicBezTo>
                          <a:pt x="312" y="89"/>
                          <a:pt x="312" y="88"/>
                          <a:pt x="311" y="88"/>
                        </a:cubicBezTo>
                        <a:cubicBezTo>
                          <a:pt x="311" y="88"/>
                          <a:pt x="311" y="87"/>
                          <a:pt x="310" y="87"/>
                        </a:cubicBezTo>
                        <a:lnTo>
                          <a:pt x="167" y="7"/>
                        </a:lnTo>
                        <a:cubicBezTo>
                          <a:pt x="154" y="0"/>
                          <a:pt x="138" y="5"/>
                          <a:pt x="130" y="18"/>
                        </a:cubicBezTo>
                        <a:cubicBezTo>
                          <a:pt x="123" y="31"/>
                          <a:pt x="128" y="47"/>
                          <a:pt x="141" y="54"/>
                        </a:cubicBezTo>
                        <a:lnTo>
                          <a:pt x="194" y="84"/>
                        </a:lnTo>
                        <a:lnTo>
                          <a:pt x="53" y="84"/>
                        </a:lnTo>
                        <a:lnTo>
                          <a:pt x="53" y="43"/>
                        </a:lnTo>
                        <a:lnTo>
                          <a:pt x="0" y="43"/>
                        </a:lnTo>
                        <a:lnTo>
                          <a:pt x="0" y="110"/>
                        </a:lnTo>
                        <a:cubicBezTo>
                          <a:pt x="0" y="125"/>
                          <a:pt x="12" y="137"/>
                          <a:pt x="27" y="137"/>
                        </a:cubicBezTo>
                        <a:lnTo>
                          <a:pt x="194" y="137"/>
                        </a:lnTo>
                        <a:lnTo>
                          <a:pt x="141" y="167"/>
                        </a:lnTo>
                        <a:cubicBezTo>
                          <a:pt x="128" y="174"/>
                          <a:pt x="123" y="190"/>
                          <a:pt x="130" y="203"/>
                        </a:cubicBezTo>
                        <a:cubicBezTo>
                          <a:pt x="135" y="212"/>
                          <a:pt x="144" y="217"/>
                          <a:pt x="154" y="217"/>
                        </a:cubicBezTo>
                        <a:cubicBezTo>
                          <a:pt x="158" y="217"/>
                          <a:pt x="163" y="216"/>
                          <a:pt x="167" y="214"/>
                        </a:cubicBezTo>
                        <a:lnTo>
                          <a:pt x="310" y="134"/>
                        </a:lnTo>
                        <a:cubicBezTo>
                          <a:pt x="310" y="134"/>
                          <a:pt x="310" y="134"/>
                          <a:pt x="310" y="134"/>
                        </a:cubicBezTo>
                        <a:cubicBezTo>
                          <a:pt x="311" y="133"/>
                          <a:pt x="311" y="133"/>
                          <a:pt x="311" y="133"/>
                        </a:cubicBezTo>
                        <a:cubicBezTo>
                          <a:pt x="312" y="133"/>
                          <a:pt x="313" y="132"/>
                          <a:pt x="313" y="132"/>
                        </a:cubicBezTo>
                        <a:cubicBezTo>
                          <a:pt x="314" y="131"/>
                          <a:pt x="315" y="130"/>
                          <a:pt x="315" y="130"/>
                        </a:cubicBezTo>
                        <a:cubicBezTo>
                          <a:pt x="316" y="130"/>
                          <a:pt x="316" y="130"/>
                          <a:pt x="316" y="129"/>
                        </a:cubicBezTo>
                        <a:cubicBezTo>
                          <a:pt x="316" y="129"/>
                          <a:pt x="316" y="129"/>
                          <a:pt x="316" y="129"/>
                        </a:cubicBezTo>
                        <a:cubicBezTo>
                          <a:pt x="317" y="129"/>
                          <a:pt x="317" y="128"/>
                          <a:pt x="317" y="128"/>
                        </a:cubicBezTo>
                        <a:cubicBezTo>
                          <a:pt x="318" y="127"/>
                          <a:pt x="318" y="127"/>
                          <a:pt x="319" y="126"/>
                        </a:cubicBezTo>
                        <a:cubicBezTo>
                          <a:pt x="319" y="125"/>
                          <a:pt x="320" y="125"/>
                          <a:pt x="320" y="124"/>
                        </a:cubicBezTo>
                        <a:cubicBezTo>
                          <a:pt x="320" y="124"/>
                          <a:pt x="320" y="124"/>
                          <a:pt x="321" y="123"/>
                        </a:cubicBezTo>
                        <a:cubicBezTo>
                          <a:pt x="321" y="123"/>
                          <a:pt x="321" y="123"/>
                          <a:pt x="321" y="123"/>
                        </a:cubicBezTo>
                        <a:cubicBezTo>
                          <a:pt x="321" y="123"/>
                          <a:pt x="321" y="122"/>
                          <a:pt x="321" y="122"/>
                        </a:cubicBezTo>
                        <a:cubicBezTo>
                          <a:pt x="322" y="121"/>
                          <a:pt x="322" y="120"/>
                          <a:pt x="322" y="120"/>
                        </a:cubicBezTo>
                        <a:cubicBezTo>
                          <a:pt x="322" y="119"/>
                          <a:pt x="323" y="119"/>
                          <a:pt x="323" y="118"/>
                        </a:cubicBezTo>
                        <a:cubicBezTo>
                          <a:pt x="323" y="118"/>
                          <a:pt x="323" y="117"/>
                          <a:pt x="323" y="117"/>
                        </a:cubicBezTo>
                        <a:cubicBezTo>
                          <a:pt x="323" y="116"/>
                          <a:pt x="323" y="115"/>
                          <a:pt x="324" y="115"/>
                        </a:cubicBezTo>
                        <a:cubicBezTo>
                          <a:pt x="324" y="114"/>
                          <a:pt x="324" y="114"/>
                          <a:pt x="324" y="113"/>
                        </a:cubicBezTo>
                        <a:cubicBezTo>
                          <a:pt x="324" y="112"/>
                          <a:pt x="324" y="112"/>
                          <a:pt x="324" y="111"/>
                        </a:cubicBezTo>
                        <a:cubicBezTo>
                          <a:pt x="324" y="111"/>
                          <a:pt x="324" y="111"/>
                          <a:pt x="324" y="110"/>
                        </a:cubicBezTo>
                        <a:cubicBezTo>
                          <a:pt x="324" y="110"/>
                          <a:pt x="324" y="110"/>
                          <a:pt x="324" y="109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59" name="组合 58"/>
          <p:cNvGrpSpPr/>
          <p:nvPr/>
        </p:nvGrpSpPr>
        <p:grpSpPr>
          <a:xfrm>
            <a:off x="8533703" y="3089001"/>
            <a:ext cx="174498" cy="660812"/>
            <a:chOff x="4392412" y="3077722"/>
            <a:chExt cx="192779" cy="821703"/>
          </a:xfrm>
        </p:grpSpPr>
        <p:grpSp>
          <p:nvGrpSpPr>
            <p:cNvPr id="589" name="组合 588"/>
            <p:cNvGrpSpPr/>
            <p:nvPr/>
          </p:nvGrpSpPr>
          <p:grpSpPr>
            <a:xfrm>
              <a:off x="4392412" y="3077722"/>
              <a:ext cx="192779" cy="268613"/>
              <a:chOff x="5797030" y="3120440"/>
              <a:chExt cx="268134" cy="373611"/>
            </a:xfrm>
          </p:grpSpPr>
          <p:sp>
            <p:nvSpPr>
              <p:cNvPr id="600" name="圆柱形 11"/>
              <p:cNvSpPr/>
              <p:nvPr/>
            </p:nvSpPr>
            <p:spPr>
              <a:xfrm>
                <a:off x="5797030" y="3310875"/>
                <a:ext cx="268134" cy="18317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601" name="圆柱形 11"/>
              <p:cNvSpPr/>
              <p:nvPr/>
            </p:nvSpPr>
            <p:spPr>
              <a:xfrm>
                <a:off x="5797030" y="3215658"/>
                <a:ext cx="268134" cy="18317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602" name="组合 601"/>
              <p:cNvGrpSpPr/>
              <p:nvPr/>
            </p:nvGrpSpPr>
            <p:grpSpPr>
              <a:xfrm>
                <a:off x="5797030" y="3120440"/>
                <a:ext cx="268134" cy="183176"/>
                <a:chOff x="240911" y="2398860"/>
                <a:chExt cx="375475" cy="179746"/>
              </a:xfrm>
            </p:grpSpPr>
            <p:sp>
              <p:nvSpPr>
                <p:cNvPr id="603" name="圆柱形 11"/>
                <p:cNvSpPr/>
                <p:nvPr/>
              </p:nvSpPr>
              <p:spPr>
                <a:xfrm>
                  <a:off x="240911" y="2398860"/>
                  <a:ext cx="375475" cy="179746"/>
                </a:xfrm>
                <a:prstGeom prst="can">
                  <a:avLst>
                    <a:gd name="adj" fmla="val 50000"/>
                  </a:avLst>
                </a:prstGeom>
                <a:gradFill>
                  <a:gsLst>
                    <a:gs pos="100000">
                      <a:srgbClr val="4472C4">
                        <a:lumMod val="60000"/>
                        <a:lumOff val="40000"/>
                      </a:srgbClr>
                    </a:gs>
                    <a:gs pos="48000">
                      <a:srgbClr val="54648C"/>
                    </a:gs>
                  </a:gsLst>
                  <a:lin ang="5400000" scaled="1"/>
                </a:gradFill>
                <a:ln w="3175" cap="flat" cmpd="sng" algn="ctr">
                  <a:gradFill>
                    <a:gsLst>
                      <a:gs pos="0">
                        <a:sysClr val="window" lastClr="FFFFFF">
                          <a:alpha val="58000"/>
                        </a:sysClr>
                      </a:gs>
                      <a:gs pos="100000">
                        <a:srgbClr val="4472C4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  <a:tailEnd w="sm" len="sm"/>
                </a:ln>
                <a:effectLst>
                  <a:outerShdw blurRad="241300" dist="12700" dir="2700000" algn="tl" rotWithShape="0">
                    <a:srgbClr val="03C8E1">
                      <a:alpha val="40000"/>
                    </a:srgbClr>
                  </a:outerShdw>
                </a:effectLst>
                <a:scene3d>
                  <a:camera prst="orthographicFront">
                    <a:rot lat="21599992" lon="0" rev="0"/>
                  </a:camera>
                  <a:lightRig rig="threePt" dir="t"/>
                </a:scene3d>
                <a:sp3d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grpSp>
              <p:nvGrpSpPr>
                <p:cNvPr id="604" name="组合 603"/>
                <p:cNvGrpSpPr/>
                <p:nvPr/>
              </p:nvGrpSpPr>
              <p:grpSpPr>
                <a:xfrm>
                  <a:off x="362760" y="2402462"/>
                  <a:ext cx="125807" cy="72156"/>
                  <a:chOff x="-719582" y="2338114"/>
                  <a:chExt cx="482788" cy="276901"/>
                </a:xfrm>
                <a:solidFill>
                  <a:sysClr val="window" lastClr="FFFFFF"/>
                </a:solidFill>
              </p:grpSpPr>
              <p:sp>
                <p:nvSpPr>
                  <p:cNvPr id="605" name="Freeform 69"/>
                  <p:cNvSpPr/>
                  <p:nvPr/>
                </p:nvSpPr>
                <p:spPr bwMode="auto">
                  <a:xfrm>
                    <a:off x="-579827" y="2498758"/>
                    <a:ext cx="203279" cy="116257"/>
                  </a:xfrm>
                  <a:custGeom>
                    <a:avLst/>
                    <a:gdLst>
                      <a:gd name="T0" fmla="*/ 308 w 351"/>
                      <a:gd name="T1" fmla="*/ 73 h 202"/>
                      <a:gd name="T2" fmla="*/ 308 w 351"/>
                      <a:gd name="T3" fmla="*/ 73 h 202"/>
                      <a:gd name="T4" fmla="*/ 202 w 351"/>
                      <a:gd name="T5" fmla="*/ 131 h 202"/>
                      <a:gd name="T6" fmla="*/ 202 w 351"/>
                      <a:gd name="T7" fmla="*/ 53 h 202"/>
                      <a:gd name="T8" fmla="*/ 258 w 351"/>
                      <a:gd name="T9" fmla="*/ 53 h 202"/>
                      <a:gd name="T10" fmla="*/ 258 w 351"/>
                      <a:gd name="T11" fmla="*/ 0 h 202"/>
                      <a:gd name="T12" fmla="*/ 176 w 351"/>
                      <a:gd name="T13" fmla="*/ 0 h 202"/>
                      <a:gd name="T14" fmla="*/ 149 w 351"/>
                      <a:gd name="T15" fmla="*/ 26 h 202"/>
                      <a:gd name="T16" fmla="*/ 149 w 351"/>
                      <a:gd name="T17" fmla="*/ 131 h 202"/>
                      <a:gd name="T18" fmla="*/ 44 w 351"/>
                      <a:gd name="T19" fmla="*/ 73 h 202"/>
                      <a:gd name="T20" fmla="*/ 7 w 351"/>
                      <a:gd name="T21" fmla="*/ 84 h 202"/>
                      <a:gd name="T22" fmla="*/ 18 w 351"/>
                      <a:gd name="T23" fmla="*/ 120 h 202"/>
                      <a:gd name="T24" fmla="*/ 163 w 351"/>
                      <a:gd name="T25" fmla="*/ 199 h 202"/>
                      <a:gd name="T26" fmla="*/ 164 w 351"/>
                      <a:gd name="T27" fmla="*/ 199 h 202"/>
                      <a:gd name="T28" fmla="*/ 168 w 351"/>
                      <a:gd name="T29" fmla="*/ 201 h 202"/>
                      <a:gd name="T30" fmla="*/ 169 w 351"/>
                      <a:gd name="T31" fmla="*/ 201 h 202"/>
                      <a:gd name="T32" fmla="*/ 170 w 351"/>
                      <a:gd name="T33" fmla="*/ 201 h 202"/>
                      <a:gd name="T34" fmla="*/ 176 w 351"/>
                      <a:gd name="T35" fmla="*/ 202 h 202"/>
                      <a:gd name="T36" fmla="*/ 176 w 351"/>
                      <a:gd name="T37" fmla="*/ 202 h 202"/>
                      <a:gd name="T38" fmla="*/ 176 w 351"/>
                      <a:gd name="T39" fmla="*/ 202 h 202"/>
                      <a:gd name="T40" fmla="*/ 176 w 351"/>
                      <a:gd name="T41" fmla="*/ 202 h 202"/>
                      <a:gd name="T42" fmla="*/ 182 w 351"/>
                      <a:gd name="T43" fmla="*/ 201 h 202"/>
                      <a:gd name="T44" fmla="*/ 182 w 351"/>
                      <a:gd name="T45" fmla="*/ 201 h 202"/>
                      <a:gd name="T46" fmla="*/ 184 w 351"/>
                      <a:gd name="T47" fmla="*/ 201 h 202"/>
                      <a:gd name="T48" fmla="*/ 188 w 351"/>
                      <a:gd name="T49" fmla="*/ 199 h 202"/>
                      <a:gd name="T50" fmla="*/ 188 w 351"/>
                      <a:gd name="T51" fmla="*/ 199 h 202"/>
                      <a:gd name="T52" fmla="*/ 333 w 351"/>
                      <a:gd name="T53" fmla="*/ 120 h 202"/>
                      <a:gd name="T54" fmla="*/ 344 w 351"/>
                      <a:gd name="T55" fmla="*/ 84 h 202"/>
                      <a:gd name="T56" fmla="*/ 308 w 351"/>
                      <a:gd name="T57" fmla="*/ 73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51" h="202">
                        <a:moveTo>
                          <a:pt x="308" y="73"/>
                        </a:moveTo>
                        <a:lnTo>
                          <a:pt x="308" y="73"/>
                        </a:lnTo>
                        <a:lnTo>
                          <a:pt x="202" y="131"/>
                        </a:lnTo>
                        <a:lnTo>
                          <a:pt x="202" y="53"/>
                        </a:lnTo>
                        <a:lnTo>
                          <a:pt x="258" y="53"/>
                        </a:lnTo>
                        <a:lnTo>
                          <a:pt x="258" y="0"/>
                        </a:lnTo>
                        <a:lnTo>
                          <a:pt x="176" y="0"/>
                        </a:lnTo>
                        <a:cubicBezTo>
                          <a:pt x="161" y="0"/>
                          <a:pt x="149" y="12"/>
                          <a:pt x="149" y="26"/>
                        </a:cubicBezTo>
                        <a:lnTo>
                          <a:pt x="149" y="131"/>
                        </a:lnTo>
                        <a:lnTo>
                          <a:pt x="44" y="73"/>
                        </a:lnTo>
                        <a:cubicBezTo>
                          <a:pt x="31" y="66"/>
                          <a:pt x="14" y="71"/>
                          <a:pt x="7" y="84"/>
                        </a:cubicBezTo>
                        <a:cubicBezTo>
                          <a:pt x="0" y="97"/>
                          <a:pt x="5" y="113"/>
                          <a:pt x="18" y="120"/>
                        </a:cubicBezTo>
                        <a:lnTo>
                          <a:pt x="163" y="199"/>
                        </a:lnTo>
                        <a:cubicBezTo>
                          <a:pt x="163" y="199"/>
                          <a:pt x="164" y="199"/>
                          <a:pt x="164" y="199"/>
                        </a:cubicBezTo>
                        <a:cubicBezTo>
                          <a:pt x="165" y="200"/>
                          <a:pt x="166" y="200"/>
                          <a:pt x="168" y="201"/>
                        </a:cubicBezTo>
                        <a:cubicBezTo>
                          <a:pt x="168" y="201"/>
                          <a:pt x="168" y="201"/>
                          <a:pt x="169" y="201"/>
                        </a:cubicBezTo>
                        <a:cubicBezTo>
                          <a:pt x="169" y="201"/>
                          <a:pt x="169" y="201"/>
                          <a:pt x="170" y="201"/>
                        </a:cubicBezTo>
                        <a:cubicBezTo>
                          <a:pt x="172" y="202"/>
                          <a:pt x="174" y="202"/>
                          <a:pt x="176" y="202"/>
                        </a:cubicBezTo>
                        <a:cubicBezTo>
                          <a:pt x="176" y="202"/>
                          <a:pt x="176" y="202"/>
                          <a:pt x="176" y="202"/>
                        </a:cubicBezTo>
                        <a:lnTo>
                          <a:pt x="176" y="202"/>
                        </a:lnTo>
                        <a:lnTo>
                          <a:pt x="176" y="202"/>
                        </a:lnTo>
                        <a:cubicBezTo>
                          <a:pt x="178" y="202"/>
                          <a:pt x="180" y="202"/>
                          <a:pt x="182" y="201"/>
                        </a:cubicBezTo>
                        <a:cubicBezTo>
                          <a:pt x="182" y="201"/>
                          <a:pt x="182" y="201"/>
                          <a:pt x="182" y="201"/>
                        </a:cubicBezTo>
                        <a:cubicBezTo>
                          <a:pt x="183" y="201"/>
                          <a:pt x="183" y="201"/>
                          <a:pt x="184" y="201"/>
                        </a:cubicBezTo>
                        <a:cubicBezTo>
                          <a:pt x="185" y="200"/>
                          <a:pt x="186" y="200"/>
                          <a:pt x="188" y="199"/>
                        </a:cubicBezTo>
                        <a:cubicBezTo>
                          <a:pt x="188" y="199"/>
                          <a:pt x="188" y="199"/>
                          <a:pt x="188" y="199"/>
                        </a:cubicBezTo>
                        <a:lnTo>
                          <a:pt x="333" y="120"/>
                        </a:lnTo>
                        <a:cubicBezTo>
                          <a:pt x="346" y="113"/>
                          <a:pt x="351" y="97"/>
                          <a:pt x="344" y="84"/>
                        </a:cubicBezTo>
                        <a:cubicBezTo>
                          <a:pt x="337" y="71"/>
                          <a:pt x="321" y="66"/>
                          <a:pt x="308" y="73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06" name="Freeform 70"/>
                  <p:cNvSpPr/>
                  <p:nvPr/>
                </p:nvSpPr>
                <p:spPr bwMode="auto">
                  <a:xfrm>
                    <a:off x="-579827" y="2338114"/>
                    <a:ext cx="203279" cy="114142"/>
                  </a:xfrm>
                  <a:custGeom>
                    <a:avLst/>
                    <a:gdLst>
                      <a:gd name="T0" fmla="*/ 30 w 350"/>
                      <a:gd name="T1" fmla="*/ 132 h 200"/>
                      <a:gd name="T2" fmla="*/ 30 w 350"/>
                      <a:gd name="T3" fmla="*/ 132 h 200"/>
                      <a:gd name="T4" fmla="*/ 43 w 350"/>
                      <a:gd name="T5" fmla="*/ 129 h 200"/>
                      <a:gd name="T6" fmla="*/ 148 w 350"/>
                      <a:gd name="T7" fmla="*/ 71 h 200"/>
                      <a:gd name="T8" fmla="*/ 148 w 350"/>
                      <a:gd name="T9" fmla="*/ 146 h 200"/>
                      <a:gd name="T10" fmla="*/ 92 w 350"/>
                      <a:gd name="T11" fmla="*/ 146 h 200"/>
                      <a:gd name="T12" fmla="*/ 92 w 350"/>
                      <a:gd name="T13" fmla="*/ 200 h 200"/>
                      <a:gd name="T14" fmla="*/ 175 w 350"/>
                      <a:gd name="T15" fmla="*/ 200 h 200"/>
                      <a:gd name="T16" fmla="*/ 202 w 350"/>
                      <a:gd name="T17" fmla="*/ 173 h 200"/>
                      <a:gd name="T18" fmla="*/ 202 w 350"/>
                      <a:gd name="T19" fmla="*/ 71 h 200"/>
                      <a:gd name="T20" fmla="*/ 307 w 350"/>
                      <a:gd name="T21" fmla="*/ 129 h 200"/>
                      <a:gd name="T22" fmla="*/ 320 w 350"/>
                      <a:gd name="T23" fmla="*/ 132 h 200"/>
                      <a:gd name="T24" fmla="*/ 343 w 350"/>
                      <a:gd name="T25" fmla="*/ 118 h 200"/>
                      <a:gd name="T26" fmla="*/ 333 w 350"/>
                      <a:gd name="T27" fmla="*/ 82 h 200"/>
                      <a:gd name="T28" fmla="*/ 188 w 350"/>
                      <a:gd name="T29" fmla="*/ 3 h 200"/>
                      <a:gd name="T30" fmla="*/ 187 w 350"/>
                      <a:gd name="T31" fmla="*/ 3 h 200"/>
                      <a:gd name="T32" fmla="*/ 186 w 350"/>
                      <a:gd name="T33" fmla="*/ 2 h 200"/>
                      <a:gd name="T34" fmla="*/ 184 w 350"/>
                      <a:gd name="T35" fmla="*/ 1 h 200"/>
                      <a:gd name="T36" fmla="*/ 183 w 350"/>
                      <a:gd name="T37" fmla="*/ 1 h 200"/>
                      <a:gd name="T38" fmla="*/ 181 w 350"/>
                      <a:gd name="T39" fmla="*/ 0 h 200"/>
                      <a:gd name="T40" fmla="*/ 179 w 350"/>
                      <a:gd name="T41" fmla="*/ 0 h 200"/>
                      <a:gd name="T42" fmla="*/ 177 w 350"/>
                      <a:gd name="T43" fmla="*/ 0 h 200"/>
                      <a:gd name="T44" fmla="*/ 176 w 350"/>
                      <a:gd name="T45" fmla="*/ 0 h 200"/>
                      <a:gd name="T46" fmla="*/ 175 w 350"/>
                      <a:gd name="T47" fmla="*/ 0 h 200"/>
                      <a:gd name="T48" fmla="*/ 174 w 350"/>
                      <a:gd name="T49" fmla="*/ 0 h 200"/>
                      <a:gd name="T50" fmla="*/ 172 w 350"/>
                      <a:gd name="T51" fmla="*/ 0 h 200"/>
                      <a:gd name="T52" fmla="*/ 171 w 350"/>
                      <a:gd name="T53" fmla="*/ 0 h 200"/>
                      <a:gd name="T54" fmla="*/ 168 w 350"/>
                      <a:gd name="T55" fmla="*/ 0 h 200"/>
                      <a:gd name="T56" fmla="*/ 167 w 350"/>
                      <a:gd name="T57" fmla="*/ 1 h 200"/>
                      <a:gd name="T58" fmla="*/ 166 w 350"/>
                      <a:gd name="T59" fmla="*/ 1 h 200"/>
                      <a:gd name="T60" fmla="*/ 164 w 350"/>
                      <a:gd name="T61" fmla="*/ 2 h 200"/>
                      <a:gd name="T62" fmla="*/ 162 w 350"/>
                      <a:gd name="T63" fmla="*/ 3 h 200"/>
                      <a:gd name="T64" fmla="*/ 162 w 350"/>
                      <a:gd name="T65" fmla="*/ 3 h 200"/>
                      <a:gd name="T66" fmla="*/ 17 w 350"/>
                      <a:gd name="T67" fmla="*/ 82 h 200"/>
                      <a:gd name="T68" fmla="*/ 7 w 350"/>
                      <a:gd name="T69" fmla="*/ 118 h 200"/>
                      <a:gd name="T70" fmla="*/ 30 w 350"/>
                      <a:gd name="T71" fmla="*/ 132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350" h="200">
                        <a:moveTo>
                          <a:pt x="30" y="132"/>
                        </a:moveTo>
                        <a:lnTo>
                          <a:pt x="30" y="132"/>
                        </a:lnTo>
                        <a:cubicBezTo>
                          <a:pt x="34" y="132"/>
                          <a:pt x="39" y="131"/>
                          <a:pt x="43" y="129"/>
                        </a:cubicBezTo>
                        <a:lnTo>
                          <a:pt x="148" y="71"/>
                        </a:lnTo>
                        <a:lnTo>
                          <a:pt x="148" y="146"/>
                        </a:lnTo>
                        <a:lnTo>
                          <a:pt x="92" y="146"/>
                        </a:lnTo>
                        <a:lnTo>
                          <a:pt x="92" y="200"/>
                        </a:lnTo>
                        <a:lnTo>
                          <a:pt x="175" y="200"/>
                        </a:lnTo>
                        <a:cubicBezTo>
                          <a:pt x="190" y="200"/>
                          <a:pt x="202" y="188"/>
                          <a:pt x="202" y="173"/>
                        </a:cubicBezTo>
                        <a:lnTo>
                          <a:pt x="202" y="71"/>
                        </a:lnTo>
                        <a:lnTo>
                          <a:pt x="307" y="129"/>
                        </a:lnTo>
                        <a:cubicBezTo>
                          <a:pt x="311" y="131"/>
                          <a:pt x="315" y="132"/>
                          <a:pt x="320" y="132"/>
                        </a:cubicBezTo>
                        <a:cubicBezTo>
                          <a:pt x="329" y="132"/>
                          <a:pt x="338" y="127"/>
                          <a:pt x="343" y="118"/>
                        </a:cubicBezTo>
                        <a:cubicBezTo>
                          <a:pt x="350" y="105"/>
                          <a:pt x="346" y="89"/>
                          <a:pt x="333" y="82"/>
                        </a:cubicBezTo>
                        <a:lnTo>
                          <a:pt x="188" y="3"/>
                        </a:lnTo>
                        <a:cubicBezTo>
                          <a:pt x="188" y="3"/>
                          <a:pt x="188" y="3"/>
                          <a:pt x="187" y="3"/>
                        </a:cubicBezTo>
                        <a:cubicBezTo>
                          <a:pt x="187" y="3"/>
                          <a:pt x="187" y="2"/>
                          <a:pt x="186" y="2"/>
                        </a:cubicBezTo>
                        <a:cubicBezTo>
                          <a:pt x="185" y="2"/>
                          <a:pt x="185" y="2"/>
                          <a:pt x="184" y="1"/>
                        </a:cubicBezTo>
                        <a:cubicBezTo>
                          <a:pt x="183" y="1"/>
                          <a:pt x="183" y="1"/>
                          <a:pt x="183" y="1"/>
                        </a:cubicBezTo>
                        <a:cubicBezTo>
                          <a:pt x="182" y="1"/>
                          <a:pt x="182" y="1"/>
                          <a:pt x="181" y="0"/>
                        </a:cubicBezTo>
                        <a:cubicBezTo>
                          <a:pt x="181" y="0"/>
                          <a:pt x="180" y="0"/>
                          <a:pt x="179" y="0"/>
                        </a:cubicBezTo>
                        <a:cubicBezTo>
                          <a:pt x="178" y="0"/>
                          <a:pt x="178" y="0"/>
                          <a:pt x="177" y="0"/>
                        </a:cubicBezTo>
                        <a:cubicBezTo>
                          <a:pt x="177" y="0"/>
                          <a:pt x="177" y="0"/>
                          <a:pt x="176" y="0"/>
                        </a:cubicBezTo>
                        <a:cubicBezTo>
                          <a:pt x="176" y="0"/>
                          <a:pt x="175" y="0"/>
                          <a:pt x="175" y="0"/>
                        </a:cubicBezTo>
                        <a:cubicBezTo>
                          <a:pt x="175" y="0"/>
                          <a:pt x="174" y="0"/>
                          <a:pt x="174" y="0"/>
                        </a:cubicBezTo>
                        <a:cubicBezTo>
                          <a:pt x="173" y="0"/>
                          <a:pt x="173" y="0"/>
                          <a:pt x="172" y="0"/>
                        </a:cubicBezTo>
                        <a:cubicBezTo>
                          <a:pt x="172" y="0"/>
                          <a:pt x="171" y="0"/>
                          <a:pt x="171" y="0"/>
                        </a:cubicBezTo>
                        <a:cubicBezTo>
                          <a:pt x="170" y="0"/>
                          <a:pt x="169" y="0"/>
                          <a:pt x="168" y="0"/>
                        </a:cubicBezTo>
                        <a:cubicBezTo>
                          <a:pt x="168" y="1"/>
                          <a:pt x="168" y="1"/>
                          <a:pt x="167" y="1"/>
                        </a:cubicBezTo>
                        <a:cubicBezTo>
                          <a:pt x="167" y="1"/>
                          <a:pt x="166" y="1"/>
                          <a:pt x="166" y="1"/>
                        </a:cubicBezTo>
                        <a:cubicBezTo>
                          <a:pt x="165" y="2"/>
                          <a:pt x="164" y="2"/>
                          <a:pt x="164" y="2"/>
                        </a:cubicBezTo>
                        <a:cubicBezTo>
                          <a:pt x="163" y="2"/>
                          <a:pt x="163" y="3"/>
                          <a:pt x="162" y="3"/>
                        </a:cubicBezTo>
                        <a:cubicBezTo>
                          <a:pt x="162" y="3"/>
                          <a:pt x="162" y="3"/>
                          <a:pt x="162" y="3"/>
                        </a:cubicBezTo>
                        <a:lnTo>
                          <a:pt x="17" y="82"/>
                        </a:lnTo>
                        <a:cubicBezTo>
                          <a:pt x="4" y="89"/>
                          <a:pt x="0" y="105"/>
                          <a:pt x="7" y="118"/>
                        </a:cubicBezTo>
                        <a:cubicBezTo>
                          <a:pt x="11" y="127"/>
                          <a:pt x="21" y="132"/>
                          <a:pt x="30" y="132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07" name="Freeform 71"/>
                  <p:cNvSpPr/>
                  <p:nvPr/>
                </p:nvSpPr>
                <p:spPr bwMode="auto">
                  <a:xfrm>
                    <a:off x="-719582" y="2414209"/>
                    <a:ext cx="186339" cy="122597"/>
                  </a:xfrm>
                  <a:custGeom>
                    <a:avLst/>
                    <a:gdLst>
                      <a:gd name="T0" fmla="*/ 183 w 324"/>
                      <a:gd name="T1" fmla="*/ 167 h 217"/>
                      <a:gd name="T2" fmla="*/ 183 w 324"/>
                      <a:gd name="T3" fmla="*/ 167 h 217"/>
                      <a:gd name="T4" fmla="*/ 129 w 324"/>
                      <a:gd name="T5" fmla="*/ 137 h 217"/>
                      <a:gd name="T6" fmla="*/ 270 w 324"/>
                      <a:gd name="T7" fmla="*/ 137 h 217"/>
                      <a:gd name="T8" fmla="*/ 270 w 324"/>
                      <a:gd name="T9" fmla="*/ 176 h 217"/>
                      <a:gd name="T10" fmla="*/ 324 w 324"/>
                      <a:gd name="T11" fmla="*/ 176 h 217"/>
                      <a:gd name="T12" fmla="*/ 324 w 324"/>
                      <a:gd name="T13" fmla="*/ 110 h 217"/>
                      <a:gd name="T14" fmla="*/ 297 w 324"/>
                      <a:gd name="T15" fmla="*/ 84 h 217"/>
                      <a:gd name="T16" fmla="*/ 129 w 324"/>
                      <a:gd name="T17" fmla="*/ 84 h 217"/>
                      <a:gd name="T18" fmla="*/ 183 w 324"/>
                      <a:gd name="T19" fmla="*/ 54 h 217"/>
                      <a:gd name="T20" fmla="*/ 193 w 324"/>
                      <a:gd name="T21" fmla="*/ 18 h 217"/>
                      <a:gd name="T22" fmla="*/ 157 w 324"/>
                      <a:gd name="T23" fmla="*/ 7 h 217"/>
                      <a:gd name="T24" fmla="*/ 13 w 324"/>
                      <a:gd name="T25" fmla="*/ 87 h 217"/>
                      <a:gd name="T26" fmla="*/ 13 w 324"/>
                      <a:gd name="T27" fmla="*/ 88 h 217"/>
                      <a:gd name="T28" fmla="*/ 11 w 324"/>
                      <a:gd name="T29" fmla="*/ 89 h 217"/>
                      <a:gd name="T30" fmla="*/ 9 w 324"/>
                      <a:gd name="T31" fmla="*/ 90 h 217"/>
                      <a:gd name="T32" fmla="*/ 8 w 324"/>
                      <a:gd name="T33" fmla="*/ 91 h 217"/>
                      <a:gd name="T34" fmla="*/ 7 w 324"/>
                      <a:gd name="T35" fmla="*/ 92 h 217"/>
                      <a:gd name="T36" fmla="*/ 6 w 324"/>
                      <a:gd name="T37" fmla="*/ 93 h 217"/>
                      <a:gd name="T38" fmla="*/ 5 w 324"/>
                      <a:gd name="T39" fmla="*/ 95 h 217"/>
                      <a:gd name="T40" fmla="*/ 4 w 324"/>
                      <a:gd name="T41" fmla="*/ 96 h 217"/>
                      <a:gd name="T42" fmla="*/ 3 w 324"/>
                      <a:gd name="T43" fmla="*/ 97 h 217"/>
                      <a:gd name="T44" fmla="*/ 3 w 324"/>
                      <a:gd name="T45" fmla="*/ 98 h 217"/>
                      <a:gd name="T46" fmla="*/ 2 w 324"/>
                      <a:gd name="T47" fmla="*/ 99 h 217"/>
                      <a:gd name="T48" fmla="*/ 1 w 324"/>
                      <a:gd name="T49" fmla="*/ 101 h 217"/>
                      <a:gd name="T50" fmla="*/ 1 w 324"/>
                      <a:gd name="T51" fmla="*/ 103 h 217"/>
                      <a:gd name="T52" fmla="*/ 1 w 324"/>
                      <a:gd name="T53" fmla="*/ 104 h 217"/>
                      <a:gd name="T54" fmla="*/ 0 w 324"/>
                      <a:gd name="T55" fmla="*/ 106 h 217"/>
                      <a:gd name="T56" fmla="*/ 0 w 324"/>
                      <a:gd name="T57" fmla="*/ 108 h 217"/>
                      <a:gd name="T58" fmla="*/ 0 w 324"/>
                      <a:gd name="T59" fmla="*/ 109 h 217"/>
                      <a:gd name="T60" fmla="*/ 0 w 324"/>
                      <a:gd name="T61" fmla="*/ 110 h 217"/>
                      <a:gd name="T62" fmla="*/ 0 w 324"/>
                      <a:gd name="T63" fmla="*/ 111 h 217"/>
                      <a:gd name="T64" fmla="*/ 0 w 324"/>
                      <a:gd name="T65" fmla="*/ 113 h 217"/>
                      <a:gd name="T66" fmla="*/ 0 w 324"/>
                      <a:gd name="T67" fmla="*/ 115 h 217"/>
                      <a:gd name="T68" fmla="*/ 1 w 324"/>
                      <a:gd name="T69" fmla="*/ 117 h 217"/>
                      <a:gd name="T70" fmla="*/ 1 w 324"/>
                      <a:gd name="T71" fmla="*/ 118 h 217"/>
                      <a:gd name="T72" fmla="*/ 1 w 324"/>
                      <a:gd name="T73" fmla="*/ 119 h 217"/>
                      <a:gd name="T74" fmla="*/ 2 w 324"/>
                      <a:gd name="T75" fmla="*/ 122 h 217"/>
                      <a:gd name="T76" fmla="*/ 3 w 324"/>
                      <a:gd name="T77" fmla="*/ 123 h 217"/>
                      <a:gd name="T78" fmla="*/ 3 w 324"/>
                      <a:gd name="T79" fmla="*/ 123 h 217"/>
                      <a:gd name="T80" fmla="*/ 4 w 324"/>
                      <a:gd name="T81" fmla="*/ 124 h 217"/>
                      <a:gd name="T82" fmla="*/ 5 w 324"/>
                      <a:gd name="T83" fmla="*/ 126 h 217"/>
                      <a:gd name="T84" fmla="*/ 7 w 324"/>
                      <a:gd name="T85" fmla="*/ 128 h 217"/>
                      <a:gd name="T86" fmla="*/ 7 w 324"/>
                      <a:gd name="T87" fmla="*/ 129 h 217"/>
                      <a:gd name="T88" fmla="*/ 8 w 324"/>
                      <a:gd name="T89" fmla="*/ 129 h 217"/>
                      <a:gd name="T90" fmla="*/ 8 w 324"/>
                      <a:gd name="T91" fmla="*/ 130 h 217"/>
                      <a:gd name="T92" fmla="*/ 10 w 324"/>
                      <a:gd name="T93" fmla="*/ 131 h 217"/>
                      <a:gd name="T94" fmla="*/ 12 w 324"/>
                      <a:gd name="T95" fmla="*/ 133 h 217"/>
                      <a:gd name="T96" fmla="*/ 13 w 324"/>
                      <a:gd name="T97" fmla="*/ 134 h 217"/>
                      <a:gd name="T98" fmla="*/ 13 w 324"/>
                      <a:gd name="T99" fmla="*/ 134 h 217"/>
                      <a:gd name="T100" fmla="*/ 157 w 324"/>
                      <a:gd name="T101" fmla="*/ 213 h 217"/>
                      <a:gd name="T102" fmla="*/ 170 w 324"/>
                      <a:gd name="T103" fmla="*/ 217 h 217"/>
                      <a:gd name="T104" fmla="*/ 193 w 324"/>
                      <a:gd name="T105" fmla="*/ 203 h 217"/>
                      <a:gd name="T106" fmla="*/ 183 w 324"/>
                      <a:gd name="T107" fmla="*/ 167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183" y="167"/>
                        </a:moveTo>
                        <a:lnTo>
                          <a:pt x="183" y="167"/>
                        </a:lnTo>
                        <a:lnTo>
                          <a:pt x="129" y="137"/>
                        </a:lnTo>
                        <a:lnTo>
                          <a:pt x="270" y="137"/>
                        </a:lnTo>
                        <a:lnTo>
                          <a:pt x="270" y="176"/>
                        </a:lnTo>
                        <a:lnTo>
                          <a:pt x="324" y="176"/>
                        </a:lnTo>
                        <a:lnTo>
                          <a:pt x="324" y="110"/>
                        </a:lnTo>
                        <a:cubicBezTo>
                          <a:pt x="324" y="96"/>
                          <a:pt x="312" y="84"/>
                          <a:pt x="297" y="84"/>
                        </a:cubicBezTo>
                        <a:lnTo>
                          <a:pt x="129" y="84"/>
                        </a:lnTo>
                        <a:lnTo>
                          <a:pt x="183" y="54"/>
                        </a:lnTo>
                        <a:cubicBezTo>
                          <a:pt x="196" y="47"/>
                          <a:pt x="200" y="30"/>
                          <a:pt x="193" y="18"/>
                        </a:cubicBezTo>
                        <a:cubicBezTo>
                          <a:pt x="186" y="5"/>
                          <a:pt x="170" y="0"/>
                          <a:pt x="157" y="7"/>
                        </a:cubicBezTo>
                        <a:lnTo>
                          <a:pt x="13" y="87"/>
                        </a:lnTo>
                        <a:cubicBezTo>
                          <a:pt x="13" y="87"/>
                          <a:pt x="13" y="87"/>
                          <a:pt x="13" y="88"/>
                        </a:cubicBezTo>
                        <a:cubicBezTo>
                          <a:pt x="12" y="88"/>
                          <a:pt x="11" y="88"/>
                          <a:pt x="11" y="89"/>
                        </a:cubicBezTo>
                        <a:cubicBezTo>
                          <a:pt x="10" y="89"/>
                          <a:pt x="10" y="89"/>
                          <a:pt x="9" y="90"/>
                        </a:cubicBezTo>
                        <a:cubicBezTo>
                          <a:pt x="9" y="90"/>
                          <a:pt x="9" y="91"/>
                          <a:pt x="8" y="91"/>
                        </a:cubicBezTo>
                        <a:cubicBezTo>
                          <a:pt x="8" y="91"/>
                          <a:pt x="7" y="92"/>
                          <a:pt x="7" y="92"/>
                        </a:cubicBezTo>
                        <a:cubicBezTo>
                          <a:pt x="7" y="93"/>
                          <a:pt x="6" y="93"/>
                          <a:pt x="6" y="93"/>
                        </a:cubicBezTo>
                        <a:cubicBezTo>
                          <a:pt x="5" y="94"/>
                          <a:pt x="5" y="94"/>
                          <a:pt x="5" y="95"/>
                        </a:cubicBezTo>
                        <a:cubicBezTo>
                          <a:pt x="4" y="95"/>
                          <a:pt x="4" y="96"/>
                          <a:pt x="4" y="96"/>
                        </a:cubicBezTo>
                        <a:cubicBezTo>
                          <a:pt x="4" y="97"/>
                          <a:pt x="3" y="97"/>
                          <a:pt x="3" y="97"/>
                        </a:cubicBezTo>
                        <a:cubicBezTo>
                          <a:pt x="3" y="98"/>
                          <a:pt x="3" y="98"/>
                          <a:pt x="3" y="98"/>
                        </a:cubicBezTo>
                        <a:cubicBezTo>
                          <a:pt x="3" y="98"/>
                          <a:pt x="2" y="99"/>
                          <a:pt x="2" y="99"/>
                        </a:cubicBezTo>
                        <a:cubicBezTo>
                          <a:pt x="2" y="100"/>
                          <a:pt x="2" y="101"/>
                          <a:pt x="1" y="101"/>
                        </a:cubicBezTo>
                        <a:cubicBezTo>
                          <a:pt x="1" y="102"/>
                          <a:pt x="1" y="102"/>
                          <a:pt x="1" y="103"/>
                        </a:cubicBezTo>
                        <a:cubicBezTo>
                          <a:pt x="1" y="103"/>
                          <a:pt x="1" y="104"/>
                          <a:pt x="1" y="104"/>
                        </a:cubicBezTo>
                        <a:cubicBezTo>
                          <a:pt x="0" y="105"/>
                          <a:pt x="0" y="105"/>
                          <a:pt x="0" y="106"/>
                        </a:cubicBezTo>
                        <a:cubicBezTo>
                          <a:pt x="0" y="107"/>
                          <a:pt x="0" y="107"/>
                          <a:pt x="0" y="108"/>
                        </a:cubicBezTo>
                        <a:cubicBezTo>
                          <a:pt x="0" y="108"/>
                          <a:pt x="0" y="109"/>
                          <a:pt x="0" y="10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0" y="111"/>
                          <a:pt x="0" y="111"/>
                          <a:pt x="0" y="111"/>
                        </a:cubicBezTo>
                        <a:cubicBezTo>
                          <a:pt x="0" y="112"/>
                          <a:pt x="0" y="112"/>
                          <a:pt x="0" y="113"/>
                        </a:cubicBezTo>
                        <a:cubicBezTo>
                          <a:pt x="0" y="113"/>
                          <a:pt x="0" y="114"/>
                          <a:pt x="0" y="115"/>
                        </a:cubicBezTo>
                        <a:cubicBezTo>
                          <a:pt x="0" y="115"/>
                          <a:pt x="0" y="116"/>
                          <a:pt x="1" y="117"/>
                        </a:cubicBezTo>
                        <a:cubicBezTo>
                          <a:pt x="1" y="117"/>
                          <a:pt x="1" y="118"/>
                          <a:pt x="1" y="118"/>
                        </a:cubicBezTo>
                        <a:cubicBezTo>
                          <a:pt x="1" y="119"/>
                          <a:pt x="1" y="119"/>
                          <a:pt x="1" y="119"/>
                        </a:cubicBezTo>
                        <a:cubicBezTo>
                          <a:pt x="2" y="120"/>
                          <a:pt x="2" y="121"/>
                          <a:pt x="2" y="122"/>
                        </a:cubicBezTo>
                        <a:cubicBezTo>
                          <a:pt x="2" y="122"/>
                          <a:pt x="3" y="122"/>
                          <a:pt x="3" y="123"/>
                        </a:cubicBezTo>
                        <a:cubicBezTo>
                          <a:pt x="3" y="123"/>
                          <a:pt x="3" y="123"/>
                          <a:pt x="3" y="123"/>
                        </a:cubicBezTo>
                        <a:cubicBezTo>
                          <a:pt x="3" y="124"/>
                          <a:pt x="3" y="124"/>
                          <a:pt x="4" y="124"/>
                        </a:cubicBezTo>
                        <a:cubicBezTo>
                          <a:pt x="4" y="125"/>
                          <a:pt x="4" y="125"/>
                          <a:pt x="5" y="126"/>
                        </a:cubicBezTo>
                        <a:cubicBezTo>
                          <a:pt x="5" y="127"/>
                          <a:pt x="6" y="127"/>
                          <a:pt x="7" y="128"/>
                        </a:cubicBezTo>
                        <a:cubicBezTo>
                          <a:pt x="7" y="128"/>
                          <a:pt x="7" y="129"/>
                          <a:pt x="7" y="129"/>
                        </a:cubicBezTo>
                        <a:cubicBezTo>
                          <a:pt x="7" y="129"/>
                          <a:pt x="7" y="129"/>
                          <a:pt x="8" y="129"/>
                        </a:cubicBezTo>
                        <a:cubicBezTo>
                          <a:pt x="8" y="129"/>
                          <a:pt x="8" y="130"/>
                          <a:pt x="8" y="130"/>
                        </a:cubicBezTo>
                        <a:cubicBezTo>
                          <a:pt x="9" y="130"/>
                          <a:pt x="10" y="131"/>
                          <a:pt x="10" y="131"/>
                        </a:cubicBezTo>
                        <a:cubicBezTo>
                          <a:pt x="11" y="132"/>
                          <a:pt x="12" y="133"/>
                          <a:pt x="12" y="133"/>
                        </a:cubicBezTo>
                        <a:cubicBezTo>
                          <a:pt x="13" y="133"/>
                          <a:pt x="13" y="133"/>
                          <a:pt x="13" y="134"/>
                        </a:cubicBezTo>
                        <a:cubicBezTo>
                          <a:pt x="13" y="134"/>
                          <a:pt x="13" y="134"/>
                          <a:pt x="13" y="134"/>
                        </a:cubicBezTo>
                        <a:lnTo>
                          <a:pt x="157" y="213"/>
                        </a:lnTo>
                        <a:cubicBezTo>
                          <a:pt x="161" y="216"/>
                          <a:pt x="165" y="217"/>
                          <a:pt x="170" y="217"/>
                        </a:cubicBezTo>
                        <a:cubicBezTo>
                          <a:pt x="179" y="217"/>
                          <a:pt x="188" y="212"/>
                          <a:pt x="193" y="203"/>
                        </a:cubicBezTo>
                        <a:cubicBezTo>
                          <a:pt x="200" y="190"/>
                          <a:pt x="196" y="174"/>
                          <a:pt x="183" y="167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608" name="Freeform 72"/>
                  <p:cNvSpPr/>
                  <p:nvPr/>
                </p:nvSpPr>
                <p:spPr bwMode="auto">
                  <a:xfrm>
                    <a:off x="-423133" y="2412094"/>
                    <a:ext cx="186339" cy="124712"/>
                  </a:xfrm>
                  <a:custGeom>
                    <a:avLst/>
                    <a:gdLst>
                      <a:gd name="T0" fmla="*/ 324 w 324"/>
                      <a:gd name="T1" fmla="*/ 109 h 217"/>
                      <a:gd name="T2" fmla="*/ 324 w 324"/>
                      <a:gd name="T3" fmla="*/ 109 h 217"/>
                      <a:gd name="T4" fmla="*/ 324 w 324"/>
                      <a:gd name="T5" fmla="*/ 108 h 217"/>
                      <a:gd name="T6" fmla="*/ 324 w 324"/>
                      <a:gd name="T7" fmla="*/ 106 h 217"/>
                      <a:gd name="T8" fmla="*/ 323 w 324"/>
                      <a:gd name="T9" fmla="*/ 104 h 217"/>
                      <a:gd name="T10" fmla="*/ 323 w 324"/>
                      <a:gd name="T11" fmla="*/ 103 h 217"/>
                      <a:gd name="T12" fmla="*/ 322 w 324"/>
                      <a:gd name="T13" fmla="*/ 101 h 217"/>
                      <a:gd name="T14" fmla="*/ 321 w 324"/>
                      <a:gd name="T15" fmla="*/ 99 h 217"/>
                      <a:gd name="T16" fmla="*/ 321 w 324"/>
                      <a:gd name="T17" fmla="*/ 98 h 217"/>
                      <a:gd name="T18" fmla="*/ 321 w 324"/>
                      <a:gd name="T19" fmla="*/ 97 h 217"/>
                      <a:gd name="T20" fmla="*/ 320 w 324"/>
                      <a:gd name="T21" fmla="*/ 97 h 217"/>
                      <a:gd name="T22" fmla="*/ 319 w 324"/>
                      <a:gd name="T23" fmla="*/ 95 h 217"/>
                      <a:gd name="T24" fmla="*/ 318 w 324"/>
                      <a:gd name="T25" fmla="*/ 94 h 217"/>
                      <a:gd name="T26" fmla="*/ 317 w 324"/>
                      <a:gd name="T27" fmla="*/ 92 h 217"/>
                      <a:gd name="T28" fmla="*/ 315 w 324"/>
                      <a:gd name="T29" fmla="*/ 91 h 217"/>
                      <a:gd name="T30" fmla="*/ 314 w 324"/>
                      <a:gd name="T31" fmla="*/ 90 h 217"/>
                      <a:gd name="T32" fmla="*/ 313 w 324"/>
                      <a:gd name="T33" fmla="*/ 89 h 217"/>
                      <a:gd name="T34" fmla="*/ 311 w 324"/>
                      <a:gd name="T35" fmla="*/ 88 h 217"/>
                      <a:gd name="T36" fmla="*/ 310 w 324"/>
                      <a:gd name="T37" fmla="*/ 87 h 217"/>
                      <a:gd name="T38" fmla="*/ 167 w 324"/>
                      <a:gd name="T39" fmla="*/ 7 h 217"/>
                      <a:gd name="T40" fmla="*/ 130 w 324"/>
                      <a:gd name="T41" fmla="*/ 18 h 217"/>
                      <a:gd name="T42" fmla="*/ 141 w 324"/>
                      <a:gd name="T43" fmla="*/ 54 h 217"/>
                      <a:gd name="T44" fmla="*/ 194 w 324"/>
                      <a:gd name="T45" fmla="*/ 84 h 217"/>
                      <a:gd name="T46" fmla="*/ 53 w 324"/>
                      <a:gd name="T47" fmla="*/ 84 h 217"/>
                      <a:gd name="T48" fmla="*/ 53 w 324"/>
                      <a:gd name="T49" fmla="*/ 43 h 217"/>
                      <a:gd name="T50" fmla="*/ 0 w 324"/>
                      <a:gd name="T51" fmla="*/ 43 h 217"/>
                      <a:gd name="T52" fmla="*/ 0 w 324"/>
                      <a:gd name="T53" fmla="*/ 110 h 217"/>
                      <a:gd name="T54" fmla="*/ 27 w 324"/>
                      <a:gd name="T55" fmla="*/ 137 h 217"/>
                      <a:gd name="T56" fmla="*/ 194 w 324"/>
                      <a:gd name="T57" fmla="*/ 137 h 217"/>
                      <a:gd name="T58" fmla="*/ 141 w 324"/>
                      <a:gd name="T59" fmla="*/ 167 h 217"/>
                      <a:gd name="T60" fmla="*/ 130 w 324"/>
                      <a:gd name="T61" fmla="*/ 203 h 217"/>
                      <a:gd name="T62" fmla="*/ 154 w 324"/>
                      <a:gd name="T63" fmla="*/ 217 h 217"/>
                      <a:gd name="T64" fmla="*/ 167 w 324"/>
                      <a:gd name="T65" fmla="*/ 214 h 217"/>
                      <a:gd name="T66" fmla="*/ 310 w 324"/>
                      <a:gd name="T67" fmla="*/ 134 h 217"/>
                      <a:gd name="T68" fmla="*/ 310 w 324"/>
                      <a:gd name="T69" fmla="*/ 134 h 217"/>
                      <a:gd name="T70" fmla="*/ 311 w 324"/>
                      <a:gd name="T71" fmla="*/ 133 h 217"/>
                      <a:gd name="T72" fmla="*/ 313 w 324"/>
                      <a:gd name="T73" fmla="*/ 132 h 217"/>
                      <a:gd name="T74" fmla="*/ 315 w 324"/>
                      <a:gd name="T75" fmla="*/ 130 h 217"/>
                      <a:gd name="T76" fmla="*/ 316 w 324"/>
                      <a:gd name="T77" fmla="*/ 129 h 217"/>
                      <a:gd name="T78" fmla="*/ 316 w 324"/>
                      <a:gd name="T79" fmla="*/ 129 h 217"/>
                      <a:gd name="T80" fmla="*/ 317 w 324"/>
                      <a:gd name="T81" fmla="*/ 128 h 217"/>
                      <a:gd name="T82" fmla="*/ 319 w 324"/>
                      <a:gd name="T83" fmla="*/ 126 h 217"/>
                      <a:gd name="T84" fmla="*/ 320 w 324"/>
                      <a:gd name="T85" fmla="*/ 124 h 217"/>
                      <a:gd name="T86" fmla="*/ 321 w 324"/>
                      <a:gd name="T87" fmla="*/ 123 h 217"/>
                      <a:gd name="T88" fmla="*/ 321 w 324"/>
                      <a:gd name="T89" fmla="*/ 123 h 217"/>
                      <a:gd name="T90" fmla="*/ 321 w 324"/>
                      <a:gd name="T91" fmla="*/ 122 h 217"/>
                      <a:gd name="T92" fmla="*/ 322 w 324"/>
                      <a:gd name="T93" fmla="*/ 120 h 217"/>
                      <a:gd name="T94" fmla="*/ 323 w 324"/>
                      <a:gd name="T95" fmla="*/ 118 h 217"/>
                      <a:gd name="T96" fmla="*/ 323 w 324"/>
                      <a:gd name="T97" fmla="*/ 117 h 217"/>
                      <a:gd name="T98" fmla="*/ 324 w 324"/>
                      <a:gd name="T99" fmla="*/ 115 h 217"/>
                      <a:gd name="T100" fmla="*/ 324 w 324"/>
                      <a:gd name="T101" fmla="*/ 113 h 217"/>
                      <a:gd name="T102" fmla="*/ 324 w 324"/>
                      <a:gd name="T103" fmla="*/ 111 h 217"/>
                      <a:gd name="T104" fmla="*/ 324 w 324"/>
                      <a:gd name="T105" fmla="*/ 110 h 217"/>
                      <a:gd name="T106" fmla="*/ 324 w 324"/>
                      <a:gd name="T107" fmla="*/ 109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324" y="109"/>
                        </a:moveTo>
                        <a:lnTo>
                          <a:pt x="324" y="109"/>
                        </a:lnTo>
                        <a:cubicBezTo>
                          <a:pt x="324" y="109"/>
                          <a:pt x="324" y="108"/>
                          <a:pt x="324" y="108"/>
                        </a:cubicBezTo>
                        <a:cubicBezTo>
                          <a:pt x="324" y="107"/>
                          <a:pt x="324" y="107"/>
                          <a:pt x="324" y="106"/>
                        </a:cubicBezTo>
                        <a:cubicBezTo>
                          <a:pt x="323" y="106"/>
                          <a:pt x="323" y="105"/>
                          <a:pt x="323" y="104"/>
                        </a:cubicBezTo>
                        <a:cubicBezTo>
                          <a:pt x="323" y="104"/>
                          <a:pt x="323" y="103"/>
                          <a:pt x="323" y="103"/>
                        </a:cubicBezTo>
                        <a:cubicBezTo>
                          <a:pt x="323" y="102"/>
                          <a:pt x="322" y="102"/>
                          <a:pt x="322" y="101"/>
                        </a:cubicBezTo>
                        <a:cubicBezTo>
                          <a:pt x="322" y="101"/>
                          <a:pt x="322" y="100"/>
                          <a:pt x="321" y="99"/>
                        </a:cubicBezTo>
                        <a:cubicBezTo>
                          <a:pt x="321" y="99"/>
                          <a:pt x="321" y="98"/>
                          <a:pt x="321" y="98"/>
                        </a:cubicBezTo>
                        <a:cubicBezTo>
                          <a:pt x="321" y="98"/>
                          <a:pt x="321" y="98"/>
                          <a:pt x="321" y="97"/>
                        </a:cubicBezTo>
                        <a:cubicBezTo>
                          <a:pt x="320" y="97"/>
                          <a:pt x="320" y="97"/>
                          <a:pt x="320" y="97"/>
                        </a:cubicBezTo>
                        <a:cubicBezTo>
                          <a:pt x="320" y="96"/>
                          <a:pt x="319" y="95"/>
                          <a:pt x="319" y="95"/>
                        </a:cubicBezTo>
                        <a:cubicBezTo>
                          <a:pt x="319" y="94"/>
                          <a:pt x="318" y="94"/>
                          <a:pt x="318" y="94"/>
                        </a:cubicBezTo>
                        <a:cubicBezTo>
                          <a:pt x="317" y="93"/>
                          <a:pt x="317" y="93"/>
                          <a:pt x="317" y="92"/>
                        </a:cubicBezTo>
                        <a:cubicBezTo>
                          <a:pt x="316" y="92"/>
                          <a:pt x="316" y="91"/>
                          <a:pt x="315" y="91"/>
                        </a:cubicBezTo>
                        <a:cubicBezTo>
                          <a:pt x="315" y="91"/>
                          <a:pt x="315" y="90"/>
                          <a:pt x="314" y="90"/>
                        </a:cubicBezTo>
                        <a:cubicBezTo>
                          <a:pt x="314" y="90"/>
                          <a:pt x="313" y="89"/>
                          <a:pt x="313" y="89"/>
                        </a:cubicBezTo>
                        <a:cubicBezTo>
                          <a:pt x="312" y="89"/>
                          <a:pt x="312" y="88"/>
                          <a:pt x="311" y="88"/>
                        </a:cubicBezTo>
                        <a:cubicBezTo>
                          <a:pt x="311" y="88"/>
                          <a:pt x="311" y="87"/>
                          <a:pt x="310" y="87"/>
                        </a:cubicBezTo>
                        <a:lnTo>
                          <a:pt x="167" y="7"/>
                        </a:lnTo>
                        <a:cubicBezTo>
                          <a:pt x="154" y="0"/>
                          <a:pt x="138" y="5"/>
                          <a:pt x="130" y="18"/>
                        </a:cubicBezTo>
                        <a:cubicBezTo>
                          <a:pt x="123" y="31"/>
                          <a:pt x="128" y="47"/>
                          <a:pt x="141" y="54"/>
                        </a:cubicBezTo>
                        <a:lnTo>
                          <a:pt x="194" y="84"/>
                        </a:lnTo>
                        <a:lnTo>
                          <a:pt x="53" y="84"/>
                        </a:lnTo>
                        <a:lnTo>
                          <a:pt x="53" y="43"/>
                        </a:lnTo>
                        <a:lnTo>
                          <a:pt x="0" y="43"/>
                        </a:lnTo>
                        <a:lnTo>
                          <a:pt x="0" y="110"/>
                        </a:lnTo>
                        <a:cubicBezTo>
                          <a:pt x="0" y="125"/>
                          <a:pt x="12" y="137"/>
                          <a:pt x="27" y="137"/>
                        </a:cubicBezTo>
                        <a:lnTo>
                          <a:pt x="194" y="137"/>
                        </a:lnTo>
                        <a:lnTo>
                          <a:pt x="141" y="167"/>
                        </a:lnTo>
                        <a:cubicBezTo>
                          <a:pt x="128" y="174"/>
                          <a:pt x="123" y="190"/>
                          <a:pt x="130" y="203"/>
                        </a:cubicBezTo>
                        <a:cubicBezTo>
                          <a:pt x="135" y="212"/>
                          <a:pt x="144" y="217"/>
                          <a:pt x="154" y="217"/>
                        </a:cubicBezTo>
                        <a:cubicBezTo>
                          <a:pt x="158" y="217"/>
                          <a:pt x="163" y="216"/>
                          <a:pt x="167" y="214"/>
                        </a:cubicBezTo>
                        <a:lnTo>
                          <a:pt x="310" y="134"/>
                        </a:lnTo>
                        <a:cubicBezTo>
                          <a:pt x="310" y="134"/>
                          <a:pt x="310" y="134"/>
                          <a:pt x="310" y="134"/>
                        </a:cubicBezTo>
                        <a:cubicBezTo>
                          <a:pt x="311" y="133"/>
                          <a:pt x="311" y="133"/>
                          <a:pt x="311" y="133"/>
                        </a:cubicBezTo>
                        <a:cubicBezTo>
                          <a:pt x="312" y="133"/>
                          <a:pt x="313" y="132"/>
                          <a:pt x="313" y="132"/>
                        </a:cubicBezTo>
                        <a:cubicBezTo>
                          <a:pt x="314" y="131"/>
                          <a:pt x="315" y="130"/>
                          <a:pt x="315" y="130"/>
                        </a:cubicBezTo>
                        <a:cubicBezTo>
                          <a:pt x="316" y="130"/>
                          <a:pt x="316" y="130"/>
                          <a:pt x="316" y="129"/>
                        </a:cubicBezTo>
                        <a:cubicBezTo>
                          <a:pt x="316" y="129"/>
                          <a:pt x="316" y="129"/>
                          <a:pt x="316" y="129"/>
                        </a:cubicBezTo>
                        <a:cubicBezTo>
                          <a:pt x="317" y="129"/>
                          <a:pt x="317" y="128"/>
                          <a:pt x="317" y="128"/>
                        </a:cubicBezTo>
                        <a:cubicBezTo>
                          <a:pt x="318" y="127"/>
                          <a:pt x="318" y="127"/>
                          <a:pt x="319" y="126"/>
                        </a:cubicBezTo>
                        <a:cubicBezTo>
                          <a:pt x="319" y="125"/>
                          <a:pt x="320" y="125"/>
                          <a:pt x="320" y="124"/>
                        </a:cubicBezTo>
                        <a:cubicBezTo>
                          <a:pt x="320" y="124"/>
                          <a:pt x="320" y="124"/>
                          <a:pt x="321" y="123"/>
                        </a:cubicBezTo>
                        <a:cubicBezTo>
                          <a:pt x="321" y="123"/>
                          <a:pt x="321" y="123"/>
                          <a:pt x="321" y="123"/>
                        </a:cubicBezTo>
                        <a:cubicBezTo>
                          <a:pt x="321" y="123"/>
                          <a:pt x="321" y="122"/>
                          <a:pt x="321" y="122"/>
                        </a:cubicBezTo>
                        <a:cubicBezTo>
                          <a:pt x="322" y="121"/>
                          <a:pt x="322" y="120"/>
                          <a:pt x="322" y="120"/>
                        </a:cubicBezTo>
                        <a:cubicBezTo>
                          <a:pt x="322" y="119"/>
                          <a:pt x="323" y="119"/>
                          <a:pt x="323" y="118"/>
                        </a:cubicBezTo>
                        <a:cubicBezTo>
                          <a:pt x="323" y="118"/>
                          <a:pt x="323" y="117"/>
                          <a:pt x="323" y="117"/>
                        </a:cubicBezTo>
                        <a:cubicBezTo>
                          <a:pt x="323" y="116"/>
                          <a:pt x="323" y="115"/>
                          <a:pt x="324" y="115"/>
                        </a:cubicBezTo>
                        <a:cubicBezTo>
                          <a:pt x="324" y="114"/>
                          <a:pt x="324" y="114"/>
                          <a:pt x="324" y="113"/>
                        </a:cubicBezTo>
                        <a:cubicBezTo>
                          <a:pt x="324" y="112"/>
                          <a:pt x="324" y="112"/>
                          <a:pt x="324" y="111"/>
                        </a:cubicBezTo>
                        <a:cubicBezTo>
                          <a:pt x="324" y="111"/>
                          <a:pt x="324" y="111"/>
                          <a:pt x="324" y="110"/>
                        </a:cubicBezTo>
                        <a:cubicBezTo>
                          <a:pt x="324" y="110"/>
                          <a:pt x="324" y="110"/>
                          <a:pt x="324" y="109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</p:grpSp>
          </p:grpSp>
        </p:grpSp>
        <p:grpSp>
          <p:nvGrpSpPr>
            <p:cNvPr id="590" name="组合 589"/>
            <p:cNvGrpSpPr/>
            <p:nvPr/>
          </p:nvGrpSpPr>
          <p:grpSpPr>
            <a:xfrm>
              <a:off x="4392412" y="3630812"/>
              <a:ext cx="192779" cy="268613"/>
              <a:chOff x="5797030" y="3120440"/>
              <a:chExt cx="268134" cy="373611"/>
            </a:xfrm>
          </p:grpSpPr>
          <p:sp>
            <p:nvSpPr>
              <p:cNvPr id="591" name="圆柱形 11"/>
              <p:cNvSpPr/>
              <p:nvPr/>
            </p:nvSpPr>
            <p:spPr>
              <a:xfrm>
                <a:off x="5797030" y="3310875"/>
                <a:ext cx="268134" cy="18317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592" name="圆柱形 11"/>
              <p:cNvSpPr/>
              <p:nvPr/>
            </p:nvSpPr>
            <p:spPr>
              <a:xfrm>
                <a:off x="5797030" y="3215658"/>
                <a:ext cx="268134" cy="18317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593" name="组合 592"/>
              <p:cNvGrpSpPr/>
              <p:nvPr/>
            </p:nvGrpSpPr>
            <p:grpSpPr>
              <a:xfrm>
                <a:off x="5797030" y="3120440"/>
                <a:ext cx="268134" cy="183176"/>
                <a:chOff x="240911" y="2398860"/>
                <a:chExt cx="375475" cy="179746"/>
              </a:xfrm>
            </p:grpSpPr>
            <p:sp>
              <p:nvSpPr>
                <p:cNvPr id="594" name="圆柱形 11"/>
                <p:cNvSpPr/>
                <p:nvPr/>
              </p:nvSpPr>
              <p:spPr>
                <a:xfrm>
                  <a:off x="240911" y="2398860"/>
                  <a:ext cx="375475" cy="179746"/>
                </a:xfrm>
                <a:prstGeom prst="can">
                  <a:avLst>
                    <a:gd name="adj" fmla="val 50000"/>
                  </a:avLst>
                </a:prstGeom>
                <a:gradFill>
                  <a:gsLst>
                    <a:gs pos="100000">
                      <a:srgbClr val="4472C4">
                        <a:lumMod val="60000"/>
                        <a:lumOff val="40000"/>
                      </a:srgbClr>
                    </a:gs>
                    <a:gs pos="48000">
                      <a:srgbClr val="54648C"/>
                    </a:gs>
                  </a:gsLst>
                  <a:lin ang="5400000" scaled="1"/>
                </a:gradFill>
                <a:ln w="3175" cap="flat" cmpd="sng" algn="ctr">
                  <a:gradFill>
                    <a:gsLst>
                      <a:gs pos="0">
                        <a:sysClr val="window" lastClr="FFFFFF">
                          <a:alpha val="58000"/>
                        </a:sysClr>
                      </a:gs>
                      <a:gs pos="100000">
                        <a:srgbClr val="4472C4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  <a:tailEnd w="sm" len="sm"/>
                </a:ln>
                <a:effectLst>
                  <a:outerShdw blurRad="241300" dist="12700" dir="2700000" algn="tl" rotWithShape="0">
                    <a:srgbClr val="03C8E1">
                      <a:alpha val="40000"/>
                    </a:srgbClr>
                  </a:outerShdw>
                </a:effectLst>
                <a:scene3d>
                  <a:camera prst="orthographicFront">
                    <a:rot lat="21599992" lon="0" rev="0"/>
                  </a:camera>
                  <a:lightRig rig="threePt" dir="t"/>
                </a:scene3d>
                <a:sp3d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grpSp>
              <p:nvGrpSpPr>
                <p:cNvPr id="595" name="组合 594"/>
                <p:cNvGrpSpPr/>
                <p:nvPr/>
              </p:nvGrpSpPr>
              <p:grpSpPr>
                <a:xfrm>
                  <a:off x="362760" y="2402462"/>
                  <a:ext cx="125807" cy="72156"/>
                  <a:chOff x="-719582" y="2338114"/>
                  <a:chExt cx="482788" cy="276901"/>
                </a:xfrm>
                <a:solidFill>
                  <a:sysClr val="window" lastClr="FFFFFF"/>
                </a:solidFill>
              </p:grpSpPr>
              <p:sp>
                <p:nvSpPr>
                  <p:cNvPr id="596" name="Freeform 69"/>
                  <p:cNvSpPr/>
                  <p:nvPr/>
                </p:nvSpPr>
                <p:spPr bwMode="auto">
                  <a:xfrm>
                    <a:off x="-579827" y="2498758"/>
                    <a:ext cx="203279" cy="116257"/>
                  </a:xfrm>
                  <a:custGeom>
                    <a:avLst/>
                    <a:gdLst>
                      <a:gd name="T0" fmla="*/ 308 w 351"/>
                      <a:gd name="T1" fmla="*/ 73 h 202"/>
                      <a:gd name="T2" fmla="*/ 308 w 351"/>
                      <a:gd name="T3" fmla="*/ 73 h 202"/>
                      <a:gd name="T4" fmla="*/ 202 w 351"/>
                      <a:gd name="T5" fmla="*/ 131 h 202"/>
                      <a:gd name="T6" fmla="*/ 202 w 351"/>
                      <a:gd name="T7" fmla="*/ 53 h 202"/>
                      <a:gd name="T8" fmla="*/ 258 w 351"/>
                      <a:gd name="T9" fmla="*/ 53 h 202"/>
                      <a:gd name="T10" fmla="*/ 258 w 351"/>
                      <a:gd name="T11" fmla="*/ 0 h 202"/>
                      <a:gd name="T12" fmla="*/ 176 w 351"/>
                      <a:gd name="T13" fmla="*/ 0 h 202"/>
                      <a:gd name="T14" fmla="*/ 149 w 351"/>
                      <a:gd name="T15" fmla="*/ 26 h 202"/>
                      <a:gd name="T16" fmla="*/ 149 w 351"/>
                      <a:gd name="T17" fmla="*/ 131 h 202"/>
                      <a:gd name="T18" fmla="*/ 44 w 351"/>
                      <a:gd name="T19" fmla="*/ 73 h 202"/>
                      <a:gd name="T20" fmla="*/ 7 w 351"/>
                      <a:gd name="T21" fmla="*/ 84 h 202"/>
                      <a:gd name="T22" fmla="*/ 18 w 351"/>
                      <a:gd name="T23" fmla="*/ 120 h 202"/>
                      <a:gd name="T24" fmla="*/ 163 w 351"/>
                      <a:gd name="T25" fmla="*/ 199 h 202"/>
                      <a:gd name="T26" fmla="*/ 164 w 351"/>
                      <a:gd name="T27" fmla="*/ 199 h 202"/>
                      <a:gd name="T28" fmla="*/ 168 w 351"/>
                      <a:gd name="T29" fmla="*/ 201 h 202"/>
                      <a:gd name="T30" fmla="*/ 169 w 351"/>
                      <a:gd name="T31" fmla="*/ 201 h 202"/>
                      <a:gd name="T32" fmla="*/ 170 w 351"/>
                      <a:gd name="T33" fmla="*/ 201 h 202"/>
                      <a:gd name="T34" fmla="*/ 176 w 351"/>
                      <a:gd name="T35" fmla="*/ 202 h 202"/>
                      <a:gd name="T36" fmla="*/ 176 w 351"/>
                      <a:gd name="T37" fmla="*/ 202 h 202"/>
                      <a:gd name="T38" fmla="*/ 176 w 351"/>
                      <a:gd name="T39" fmla="*/ 202 h 202"/>
                      <a:gd name="T40" fmla="*/ 176 w 351"/>
                      <a:gd name="T41" fmla="*/ 202 h 202"/>
                      <a:gd name="T42" fmla="*/ 182 w 351"/>
                      <a:gd name="T43" fmla="*/ 201 h 202"/>
                      <a:gd name="T44" fmla="*/ 182 w 351"/>
                      <a:gd name="T45" fmla="*/ 201 h 202"/>
                      <a:gd name="T46" fmla="*/ 184 w 351"/>
                      <a:gd name="T47" fmla="*/ 201 h 202"/>
                      <a:gd name="T48" fmla="*/ 188 w 351"/>
                      <a:gd name="T49" fmla="*/ 199 h 202"/>
                      <a:gd name="T50" fmla="*/ 188 w 351"/>
                      <a:gd name="T51" fmla="*/ 199 h 202"/>
                      <a:gd name="T52" fmla="*/ 333 w 351"/>
                      <a:gd name="T53" fmla="*/ 120 h 202"/>
                      <a:gd name="T54" fmla="*/ 344 w 351"/>
                      <a:gd name="T55" fmla="*/ 84 h 202"/>
                      <a:gd name="T56" fmla="*/ 308 w 351"/>
                      <a:gd name="T57" fmla="*/ 73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51" h="202">
                        <a:moveTo>
                          <a:pt x="308" y="73"/>
                        </a:moveTo>
                        <a:lnTo>
                          <a:pt x="308" y="73"/>
                        </a:lnTo>
                        <a:lnTo>
                          <a:pt x="202" y="131"/>
                        </a:lnTo>
                        <a:lnTo>
                          <a:pt x="202" y="53"/>
                        </a:lnTo>
                        <a:lnTo>
                          <a:pt x="258" y="53"/>
                        </a:lnTo>
                        <a:lnTo>
                          <a:pt x="258" y="0"/>
                        </a:lnTo>
                        <a:lnTo>
                          <a:pt x="176" y="0"/>
                        </a:lnTo>
                        <a:cubicBezTo>
                          <a:pt x="161" y="0"/>
                          <a:pt x="149" y="12"/>
                          <a:pt x="149" y="26"/>
                        </a:cubicBezTo>
                        <a:lnTo>
                          <a:pt x="149" y="131"/>
                        </a:lnTo>
                        <a:lnTo>
                          <a:pt x="44" y="73"/>
                        </a:lnTo>
                        <a:cubicBezTo>
                          <a:pt x="31" y="66"/>
                          <a:pt x="14" y="71"/>
                          <a:pt x="7" y="84"/>
                        </a:cubicBezTo>
                        <a:cubicBezTo>
                          <a:pt x="0" y="97"/>
                          <a:pt x="5" y="113"/>
                          <a:pt x="18" y="120"/>
                        </a:cubicBezTo>
                        <a:lnTo>
                          <a:pt x="163" y="199"/>
                        </a:lnTo>
                        <a:cubicBezTo>
                          <a:pt x="163" y="199"/>
                          <a:pt x="164" y="199"/>
                          <a:pt x="164" y="199"/>
                        </a:cubicBezTo>
                        <a:cubicBezTo>
                          <a:pt x="165" y="200"/>
                          <a:pt x="166" y="200"/>
                          <a:pt x="168" y="201"/>
                        </a:cubicBezTo>
                        <a:cubicBezTo>
                          <a:pt x="168" y="201"/>
                          <a:pt x="168" y="201"/>
                          <a:pt x="169" y="201"/>
                        </a:cubicBezTo>
                        <a:cubicBezTo>
                          <a:pt x="169" y="201"/>
                          <a:pt x="169" y="201"/>
                          <a:pt x="170" y="201"/>
                        </a:cubicBezTo>
                        <a:cubicBezTo>
                          <a:pt x="172" y="202"/>
                          <a:pt x="174" y="202"/>
                          <a:pt x="176" y="202"/>
                        </a:cubicBezTo>
                        <a:cubicBezTo>
                          <a:pt x="176" y="202"/>
                          <a:pt x="176" y="202"/>
                          <a:pt x="176" y="202"/>
                        </a:cubicBezTo>
                        <a:lnTo>
                          <a:pt x="176" y="202"/>
                        </a:lnTo>
                        <a:lnTo>
                          <a:pt x="176" y="202"/>
                        </a:lnTo>
                        <a:cubicBezTo>
                          <a:pt x="178" y="202"/>
                          <a:pt x="180" y="202"/>
                          <a:pt x="182" y="201"/>
                        </a:cubicBezTo>
                        <a:cubicBezTo>
                          <a:pt x="182" y="201"/>
                          <a:pt x="182" y="201"/>
                          <a:pt x="182" y="201"/>
                        </a:cubicBezTo>
                        <a:cubicBezTo>
                          <a:pt x="183" y="201"/>
                          <a:pt x="183" y="201"/>
                          <a:pt x="184" y="201"/>
                        </a:cubicBezTo>
                        <a:cubicBezTo>
                          <a:pt x="185" y="200"/>
                          <a:pt x="186" y="200"/>
                          <a:pt x="188" y="199"/>
                        </a:cubicBezTo>
                        <a:cubicBezTo>
                          <a:pt x="188" y="199"/>
                          <a:pt x="188" y="199"/>
                          <a:pt x="188" y="199"/>
                        </a:cubicBezTo>
                        <a:lnTo>
                          <a:pt x="333" y="120"/>
                        </a:lnTo>
                        <a:cubicBezTo>
                          <a:pt x="346" y="113"/>
                          <a:pt x="351" y="97"/>
                          <a:pt x="344" y="84"/>
                        </a:cubicBezTo>
                        <a:cubicBezTo>
                          <a:pt x="337" y="71"/>
                          <a:pt x="321" y="66"/>
                          <a:pt x="308" y="73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597" name="Freeform 70"/>
                  <p:cNvSpPr/>
                  <p:nvPr/>
                </p:nvSpPr>
                <p:spPr bwMode="auto">
                  <a:xfrm>
                    <a:off x="-579827" y="2338114"/>
                    <a:ext cx="203279" cy="114142"/>
                  </a:xfrm>
                  <a:custGeom>
                    <a:avLst/>
                    <a:gdLst>
                      <a:gd name="T0" fmla="*/ 30 w 350"/>
                      <a:gd name="T1" fmla="*/ 132 h 200"/>
                      <a:gd name="T2" fmla="*/ 30 w 350"/>
                      <a:gd name="T3" fmla="*/ 132 h 200"/>
                      <a:gd name="T4" fmla="*/ 43 w 350"/>
                      <a:gd name="T5" fmla="*/ 129 h 200"/>
                      <a:gd name="T6" fmla="*/ 148 w 350"/>
                      <a:gd name="T7" fmla="*/ 71 h 200"/>
                      <a:gd name="T8" fmla="*/ 148 w 350"/>
                      <a:gd name="T9" fmla="*/ 146 h 200"/>
                      <a:gd name="T10" fmla="*/ 92 w 350"/>
                      <a:gd name="T11" fmla="*/ 146 h 200"/>
                      <a:gd name="T12" fmla="*/ 92 w 350"/>
                      <a:gd name="T13" fmla="*/ 200 h 200"/>
                      <a:gd name="T14" fmla="*/ 175 w 350"/>
                      <a:gd name="T15" fmla="*/ 200 h 200"/>
                      <a:gd name="T16" fmla="*/ 202 w 350"/>
                      <a:gd name="T17" fmla="*/ 173 h 200"/>
                      <a:gd name="T18" fmla="*/ 202 w 350"/>
                      <a:gd name="T19" fmla="*/ 71 h 200"/>
                      <a:gd name="T20" fmla="*/ 307 w 350"/>
                      <a:gd name="T21" fmla="*/ 129 h 200"/>
                      <a:gd name="T22" fmla="*/ 320 w 350"/>
                      <a:gd name="T23" fmla="*/ 132 h 200"/>
                      <a:gd name="T24" fmla="*/ 343 w 350"/>
                      <a:gd name="T25" fmla="*/ 118 h 200"/>
                      <a:gd name="T26" fmla="*/ 333 w 350"/>
                      <a:gd name="T27" fmla="*/ 82 h 200"/>
                      <a:gd name="T28" fmla="*/ 188 w 350"/>
                      <a:gd name="T29" fmla="*/ 3 h 200"/>
                      <a:gd name="T30" fmla="*/ 187 w 350"/>
                      <a:gd name="T31" fmla="*/ 3 h 200"/>
                      <a:gd name="T32" fmla="*/ 186 w 350"/>
                      <a:gd name="T33" fmla="*/ 2 h 200"/>
                      <a:gd name="T34" fmla="*/ 184 w 350"/>
                      <a:gd name="T35" fmla="*/ 1 h 200"/>
                      <a:gd name="T36" fmla="*/ 183 w 350"/>
                      <a:gd name="T37" fmla="*/ 1 h 200"/>
                      <a:gd name="T38" fmla="*/ 181 w 350"/>
                      <a:gd name="T39" fmla="*/ 0 h 200"/>
                      <a:gd name="T40" fmla="*/ 179 w 350"/>
                      <a:gd name="T41" fmla="*/ 0 h 200"/>
                      <a:gd name="T42" fmla="*/ 177 w 350"/>
                      <a:gd name="T43" fmla="*/ 0 h 200"/>
                      <a:gd name="T44" fmla="*/ 176 w 350"/>
                      <a:gd name="T45" fmla="*/ 0 h 200"/>
                      <a:gd name="T46" fmla="*/ 175 w 350"/>
                      <a:gd name="T47" fmla="*/ 0 h 200"/>
                      <a:gd name="T48" fmla="*/ 174 w 350"/>
                      <a:gd name="T49" fmla="*/ 0 h 200"/>
                      <a:gd name="T50" fmla="*/ 172 w 350"/>
                      <a:gd name="T51" fmla="*/ 0 h 200"/>
                      <a:gd name="T52" fmla="*/ 171 w 350"/>
                      <a:gd name="T53" fmla="*/ 0 h 200"/>
                      <a:gd name="T54" fmla="*/ 168 w 350"/>
                      <a:gd name="T55" fmla="*/ 0 h 200"/>
                      <a:gd name="T56" fmla="*/ 167 w 350"/>
                      <a:gd name="T57" fmla="*/ 1 h 200"/>
                      <a:gd name="T58" fmla="*/ 166 w 350"/>
                      <a:gd name="T59" fmla="*/ 1 h 200"/>
                      <a:gd name="T60" fmla="*/ 164 w 350"/>
                      <a:gd name="T61" fmla="*/ 2 h 200"/>
                      <a:gd name="T62" fmla="*/ 162 w 350"/>
                      <a:gd name="T63" fmla="*/ 3 h 200"/>
                      <a:gd name="T64" fmla="*/ 162 w 350"/>
                      <a:gd name="T65" fmla="*/ 3 h 200"/>
                      <a:gd name="T66" fmla="*/ 17 w 350"/>
                      <a:gd name="T67" fmla="*/ 82 h 200"/>
                      <a:gd name="T68" fmla="*/ 7 w 350"/>
                      <a:gd name="T69" fmla="*/ 118 h 200"/>
                      <a:gd name="T70" fmla="*/ 30 w 350"/>
                      <a:gd name="T71" fmla="*/ 132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350" h="200">
                        <a:moveTo>
                          <a:pt x="30" y="132"/>
                        </a:moveTo>
                        <a:lnTo>
                          <a:pt x="30" y="132"/>
                        </a:lnTo>
                        <a:cubicBezTo>
                          <a:pt x="34" y="132"/>
                          <a:pt x="39" y="131"/>
                          <a:pt x="43" y="129"/>
                        </a:cubicBezTo>
                        <a:lnTo>
                          <a:pt x="148" y="71"/>
                        </a:lnTo>
                        <a:lnTo>
                          <a:pt x="148" y="146"/>
                        </a:lnTo>
                        <a:lnTo>
                          <a:pt x="92" y="146"/>
                        </a:lnTo>
                        <a:lnTo>
                          <a:pt x="92" y="200"/>
                        </a:lnTo>
                        <a:lnTo>
                          <a:pt x="175" y="200"/>
                        </a:lnTo>
                        <a:cubicBezTo>
                          <a:pt x="190" y="200"/>
                          <a:pt x="202" y="188"/>
                          <a:pt x="202" y="173"/>
                        </a:cubicBezTo>
                        <a:lnTo>
                          <a:pt x="202" y="71"/>
                        </a:lnTo>
                        <a:lnTo>
                          <a:pt x="307" y="129"/>
                        </a:lnTo>
                        <a:cubicBezTo>
                          <a:pt x="311" y="131"/>
                          <a:pt x="315" y="132"/>
                          <a:pt x="320" y="132"/>
                        </a:cubicBezTo>
                        <a:cubicBezTo>
                          <a:pt x="329" y="132"/>
                          <a:pt x="338" y="127"/>
                          <a:pt x="343" y="118"/>
                        </a:cubicBezTo>
                        <a:cubicBezTo>
                          <a:pt x="350" y="105"/>
                          <a:pt x="346" y="89"/>
                          <a:pt x="333" y="82"/>
                        </a:cubicBezTo>
                        <a:lnTo>
                          <a:pt x="188" y="3"/>
                        </a:lnTo>
                        <a:cubicBezTo>
                          <a:pt x="188" y="3"/>
                          <a:pt x="188" y="3"/>
                          <a:pt x="187" y="3"/>
                        </a:cubicBezTo>
                        <a:cubicBezTo>
                          <a:pt x="187" y="3"/>
                          <a:pt x="187" y="2"/>
                          <a:pt x="186" y="2"/>
                        </a:cubicBezTo>
                        <a:cubicBezTo>
                          <a:pt x="185" y="2"/>
                          <a:pt x="185" y="2"/>
                          <a:pt x="184" y="1"/>
                        </a:cubicBezTo>
                        <a:cubicBezTo>
                          <a:pt x="183" y="1"/>
                          <a:pt x="183" y="1"/>
                          <a:pt x="183" y="1"/>
                        </a:cubicBezTo>
                        <a:cubicBezTo>
                          <a:pt x="182" y="1"/>
                          <a:pt x="182" y="1"/>
                          <a:pt x="181" y="0"/>
                        </a:cubicBezTo>
                        <a:cubicBezTo>
                          <a:pt x="181" y="0"/>
                          <a:pt x="180" y="0"/>
                          <a:pt x="179" y="0"/>
                        </a:cubicBezTo>
                        <a:cubicBezTo>
                          <a:pt x="178" y="0"/>
                          <a:pt x="178" y="0"/>
                          <a:pt x="177" y="0"/>
                        </a:cubicBezTo>
                        <a:cubicBezTo>
                          <a:pt x="177" y="0"/>
                          <a:pt x="177" y="0"/>
                          <a:pt x="176" y="0"/>
                        </a:cubicBezTo>
                        <a:cubicBezTo>
                          <a:pt x="176" y="0"/>
                          <a:pt x="175" y="0"/>
                          <a:pt x="175" y="0"/>
                        </a:cubicBezTo>
                        <a:cubicBezTo>
                          <a:pt x="175" y="0"/>
                          <a:pt x="174" y="0"/>
                          <a:pt x="174" y="0"/>
                        </a:cubicBezTo>
                        <a:cubicBezTo>
                          <a:pt x="173" y="0"/>
                          <a:pt x="173" y="0"/>
                          <a:pt x="172" y="0"/>
                        </a:cubicBezTo>
                        <a:cubicBezTo>
                          <a:pt x="172" y="0"/>
                          <a:pt x="171" y="0"/>
                          <a:pt x="171" y="0"/>
                        </a:cubicBezTo>
                        <a:cubicBezTo>
                          <a:pt x="170" y="0"/>
                          <a:pt x="169" y="0"/>
                          <a:pt x="168" y="0"/>
                        </a:cubicBezTo>
                        <a:cubicBezTo>
                          <a:pt x="168" y="1"/>
                          <a:pt x="168" y="1"/>
                          <a:pt x="167" y="1"/>
                        </a:cubicBezTo>
                        <a:cubicBezTo>
                          <a:pt x="167" y="1"/>
                          <a:pt x="166" y="1"/>
                          <a:pt x="166" y="1"/>
                        </a:cubicBezTo>
                        <a:cubicBezTo>
                          <a:pt x="165" y="2"/>
                          <a:pt x="164" y="2"/>
                          <a:pt x="164" y="2"/>
                        </a:cubicBezTo>
                        <a:cubicBezTo>
                          <a:pt x="163" y="2"/>
                          <a:pt x="163" y="3"/>
                          <a:pt x="162" y="3"/>
                        </a:cubicBezTo>
                        <a:cubicBezTo>
                          <a:pt x="162" y="3"/>
                          <a:pt x="162" y="3"/>
                          <a:pt x="162" y="3"/>
                        </a:cubicBezTo>
                        <a:lnTo>
                          <a:pt x="17" y="82"/>
                        </a:lnTo>
                        <a:cubicBezTo>
                          <a:pt x="4" y="89"/>
                          <a:pt x="0" y="105"/>
                          <a:pt x="7" y="118"/>
                        </a:cubicBezTo>
                        <a:cubicBezTo>
                          <a:pt x="11" y="127"/>
                          <a:pt x="21" y="132"/>
                          <a:pt x="30" y="132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598" name="Freeform 71"/>
                  <p:cNvSpPr/>
                  <p:nvPr/>
                </p:nvSpPr>
                <p:spPr bwMode="auto">
                  <a:xfrm>
                    <a:off x="-719582" y="2414209"/>
                    <a:ext cx="186339" cy="122597"/>
                  </a:xfrm>
                  <a:custGeom>
                    <a:avLst/>
                    <a:gdLst>
                      <a:gd name="T0" fmla="*/ 183 w 324"/>
                      <a:gd name="T1" fmla="*/ 167 h 217"/>
                      <a:gd name="T2" fmla="*/ 183 w 324"/>
                      <a:gd name="T3" fmla="*/ 167 h 217"/>
                      <a:gd name="T4" fmla="*/ 129 w 324"/>
                      <a:gd name="T5" fmla="*/ 137 h 217"/>
                      <a:gd name="T6" fmla="*/ 270 w 324"/>
                      <a:gd name="T7" fmla="*/ 137 h 217"/>
                      <a:gd name="T8" fmla="*/ 270 w 324"/>
                      <a:gd name="T9" fmla="*/ 176 h 217"/>
                      <a:gd name="T10" fmla="*/ 324 w 324"/>
                      <a:gd name="T11" fmla="*/ 176 h 217"/>
                      <a:gd name="T12" fmla="*/ 324 w 324"/>
                      <a:gd name="T13" fmla="*/ 110 h 217"/>
                      <a:gd name="T14" fmla="*/ 297 w 324"/>
                      <a:gd name="T15" fmla="*/ 84 h 217"/>
                      <a:gd name="T16" fmla="*/ 129 w 324"/>
                      <a:gd name="T17" fmla="*/ 84 h 217"/>
                      <a:gd name="T18" fmla="*/ 183 w 324"/>
                      <a:gd name="T19" fmla="*/ 54 h 217"/>
                      <a:gd name="T20" fmla="*/ 193 w 324"/>
                      <a:gd name="T21" fmla="*/ 18 h 217"/>
                      <a:gd name="T22" fmla="*/ 157 w 324"/>
                      <a:gd name="T23" fmla="*/ 7 h 217"/>
                      <a:gd name="T24" fmla="*/ 13 w 324"/>
                      <a:gd name="T25" fmla="*/ 87 h 217"/>
                      <a:gd name="T26" fmla="*/ 13 w 324"/>
                      <a:gd name="T27" fmla="*/ 88 h 217"/>
                      <a:gd name="T28" fmla="*/ 11 w 324"/>
                      <a:gd name="T29" fmla="*/ 89 h 217"/>
                      <a:gd name="T30" fmla="*/ 9 w 324"/>
                      <a:gd name="T31" fmla="*/ 90 h 217"/>
                      <a:gd name="T32" fmla="*/ 8 w 324"/>
                      <a:gd name="T33" fmla="*/ 91 h 217"/>
                      <a:gd name="T34" fmla="*/ 7 w 324"/>
                      <a:gd name="T35" fmla="*/ 92 h 217"/>
                      <a:gd name="T36" fmla="*/ 6 w 324"/>
                      <a:gd name="T37" fmla="*/ 93 h 217"/>
                      <a:gd name="T38" fmla="*/ 5 w 324"/>
                      <a:gd name="T39" fmla="*/ 95 h 217"/>
                      <a:gd name="T40" fmla="*/ 4 w 324"/>
                      <a:gd name="T41" fmla="*/ 96 h 217"/>
                      <a:gd name="T42" fmla="*/ 3 w 324"/>
                      <a:gd name="T43" fmla="*/ 97 h 217"/>
                      <a:gd name="T44" fmla="*/ 3 w 324"/>
                      <a:gd name="T45" fmla="*/ 98 h 217"/>
                      <a:gd name="T46" fmla="*/ 2 w 324"/>
                      <a:gd name="T47" fmla="*/ 99 h 217"/>
                      <a:gd name="T48" fmla="*/ 1 w 324"/>
                      <a:gd name="T49" fmla="*/ 101 h 217"/>
                      <a:gd name="T50" fmla="*/ 1 w 324"/>
                      <a:gd name="T51" fmla="*/ 103 h 217"/>
                      <a:gd name="T52" fmla="*/ 1 w 324"/>
                      <a:gd name="T53" fmla="*/ 104 h 217"/>
                      <a:gd name="T54" fmla="*/ 0 w 324"/>
                      <a:gd name="T55" fmla="*/ 106 h 217"/>
                      <a:gd name="T56" fmla="*/ 0 w 324"/>
                      <a:gd name="T57" fmla="*/ 108 h 217"/>
                      <a:gd name="T58" fmla="*/ 0 w 324"/>
                      <a:gd name="T59" fmla="*/ 109 h 217"/>
                      <a:gd name="T60" fmla="*/ 0 w 324"/>
                      <a:gd name="T61" fmla="*/ 110 h 217"/>
                      <a:gd name="T62" fmla="*/ 0 w 324"/>
                      <a:gd name="T63" fmla="*/ 111 h 217"/>
                      <a:gd name="T64" fmla="*/ 0 w 324"/>
                      <a:gd name="T65" fmla="*/ 113 h 217"/>
                      <a:gd name="T66" fmla="*/ 0 w 324"/>
                      <a:gd name="T67" fmla="*/ 115 h 217"/>
                      <a:gd name="T68" fmla="*/ 1 w 324"/>
                      <a:gd name="T69" fmla="*/ 117 h 217"/>
                      <a:gd name="T70" fmla="*/ 1 w 324"/>
                      <a:gd name="T71" fmla="*/ 118 h 217"/>
                      <a:gd name="T72" fmla="*/ 1 w 324"/>
                      <a:gd name="T73" fmla="*/ 119 h 217"/>
                      <a:gd name="T74" fmla="*/ 2 w 324"/>
                      <a:gd name="T75" fmla="*/ 122 h 217"/>
                      <a:gd name="T76" fmla="*/ 3 w 324"/>
                      <a:gd name="T77" fmla="*/ 123 h 217"/>
                      <a:gd name="T78" fmla="*/ 3 w 324"/>
                      <a:gd name="T79" fmla="*/ 123 h 217"/>
                      <a:gd name="T80" fmla="*/ 4 w 324"/>
                      <a:gd name="T81" fmla="*/ 124 h 217"/>
                      <a:gd name="T82" fmla="*/ 5 w 324"/>
                      <a:gd name="T83" fmla="*/ 126 h 217"/>
                      <a:gd name="T84" fmla="*/ 7 w 324"/>
                      <a:gd name="T85" fmla="*/ 128 h 217"/>
                      <a:gd name="T86" fmla="*/ 7 w 324"/>
                      <a:gd name="T87" fmla="*/ 129 h 217"/>
                      <a:gd name="T88" fmla="*/ 8 w 324"/>
                      <a:gd name="T89" fmla="*/ 129 h 217"/>
                      <a:gd name="T90" fmla="*/ 8 w 324"/>
                      <a:gd name="T91" fmla="*/ 130 h 217"/>
                      <a:gd name="T92" fmla="*/ 10 w 324"/>
                      <a:gd name="T93" fmla="*/ 131 h 217"/>
                      <a:gd name="T94" fmla="*/ 12 w 324"/>
                      <a:gd name="T95" fmla="*/ 133 h 217"/>
                      <a:gd name="T96" fmla="*/ 13 w 324"/>
                      <a:gd name="T97" fmla="*/ 134 h 217"/>
                      <a:gd name="T98" fmla="*/ 13 w 324"/>
                      <a:gd name="T99" fmla="*/ 134 h 217"/>
                      <a:gd name="T100" fmla="*/ 157 w 324"/>
                      <a:gd name="T101" fmla="*/ 213 h 217"/>
                      <a:gd name="T102" fmla="*/ 170 w 324"/>
                      <a:gd name="T103" fmla="*/ 217 h 217"/>
                      <a:gd name="T104" fmla="*/ 193 w 324"/>
                      <a:gd name="T105" fmla="*/ 203 h 217"/>
                      <a:gd name="T106" fmla="*/ 183 w 324"/>
                      <a:gd name="T107" fmla="*/ 167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183" y="167"/>
                        </a:moveTo>
                        <a:lnTo>
                          <a:pt x="183" y="167"/>
                        </a:lnTo>
                        <a:lnTo>
                          <a:pt x="129" y="137"/>
                        </a:lnTo>
                        <a:lnTo>
                          <a:pt x="270" y="137"/>
                        </a:lnTo>
                        <a:lnTo>
                          <a:pt x="270" y="176"/>
                        </a:lnTo>
                        <a:lnTo>
                          <a:pt x="324" y="176"/>
                        </a:lnTo>
                        <a:lnTo>
                          <a:pt x="324" y="110"/>
                        </a:lnTo>
                        <a:cubicBezTo>
                          <a:pt x="324" y="96"/>
                          <a:pt x="312" y="84"/>
                          <a:pt x="297" y="84"/>
                        </a:cubicBezTo>
                        <a:lnTo>
                          <a:pt x="129" y="84"/>
                        </a:lnTo>
                        <a:lnTo>
                          <a:pt x="183" y="54"/>
                        </a:lnTo>
                        <a:cubicBezTo>
                          <a:pt x="196" y="47"/>
                          <a:pt x="200" y="30"/>
                          <a:pt x="193" y="18"/>
                        </a:cubicBezTo>
                        <a:cubicBezTo>
                          <a:pt x="186" y="5"/>
                          <a:pt x="170" y="0"/>
                          <a:pt x="157" y="7"/>
                        </a:cubicBezTo>
                        <a:lnTo>
                          <a:pt x="13" y="87"/>
                        </a:lnTo>
                        <a:cubicBezTo>
                          <a:pt x="13" y="87"/>
                          <a:pt x="13" y="87"/>
                          <a:pt x="13" y="88"/>
                        </a:cubicBezTo>
                        <a:cubicBezTo>
                          <a:pt x="12" y="88"/>
                          <a:pt x="11" y="88"/>
                          <a:pt x="11" y="89"/>
                        </a:cubicBezTo>
                        <a:cubicBezTo>
                          <a:pt x="10" y="89"/>
                          <a:pt x="10" y="89"/>
                          <a:pt x="9" y="90"/>
                        </a:cubicBezTo>
                        <a:cubicBezTo>
                          <a:pt x="9" y="90"/>
                          <a:pt x="9" y="91"/>
                          <a:pt x="8" y="91"/>
                        </a:cubicBezTo>
                        <a:cubicBezTo>
                          <a:pt x="8" y="91"/>
                          <a:pt x="7" y="92"/>
                          <a:pt x="7" y="92"/>
                        </a:cubicBezTo>
                        <a:cubicBezTo>
                          <a:pt x="7" y="93"/>
                          <a:pt x="6" y="93"/>
                          <a:pt x="6" y="93"/>
                        </a:cubicBezTo>
                        <a:cubicBezTo>
                          <a:pt x="5" y="94"/>
                          <a:pt x="5" y="94"/>
                          <a:pt x="5" y="95"/>
                        </a:cubicBezTo>
                        <a:cubicBezTo>
                          <a:pt x="4" y="95"/>
                          <a:pt x="4" y="96"/>
                          <a:pt x="4" y="96"/>
                        </a:cubicBezTo>
                        <a:cubicBezTo>
                          <a:pt x="4" y="97"/>
                          <a:pt x="3" y="97"/>
                          <a:pt x="3" y="97"/>
                        </a:cubicBezTo>
                        <a:cubicBezTo>
                          <a:pt x="3" y="98"/>
                          <a:pt x="3" y="98"/>
                          <a:pt x="3" y="98"/>
                        </a:cubicBezTo>
                        <a:cubicBezTo>
                          <a:pt x="3" y="98"/>
                          <a:pt x="2" y="99"/>
                          <a:pt x="2" y="99"/>
                        </a:cubicBezTo>
                        <a:cubicBezTo>
                          <a:pt x="2" y="100"/>
                          <a:pt x="2" y="101"/>
                          <a:pt x="1" y="101"/>
                        </a:cubicBezTo>
                        <a:cubicBezTo>
                          <a:pt x="1" y="102"/>
                          <a:pt x="1" y="102"/>
                          <a:pt x="1" y="103"/>
                        </a:cubicBezTo>
                        <a:cubicBezTo>
                          <a:pt x="1" y="103"/>
                          <a:pt x="1" y="104"/>
                          <a:pt x="1" y="104"/>
                        </a:cubicBezTo>
                        <a:cubicBezTo>
                          <a:pt x="0" y="105"/>
                          <a:pt x="0" y="105"/>
                          <a:pt x="0" y="106"/>
                        </a:cubicBezTo>
                        <a:cubicBezTo>
                          <a:pt x="0" y="107"/>
                          <a:pt x="0" y="107"/>
                          <a:pt x="0" y="108"/>
                        </a:cubicBezTo>
                        <a:cubicBezTo>
                          <a:pt x="0" y="108"/>
                          <a:pt x="0" y="109"/>
                          <a:pt x="0" y="10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0" y="111"/>
                          <a:pt x="0" y="111"/>
                          <a:pt x="0" y="111"/>
                        </a:cubicBezTo>
                        <a:cubicBezTo>
                          <a:pt x="0" y="112"/>
                          <a:pt x="0" y="112"/>
                          <a:pt x="0" y="113"/>
                        </a:cubicBezTo>
                        <a:cubicBezTo>
                          <a:pt x="0" y="113"/>
                          <a:pt x="0" y="114"/>
                          <a:pt x="0" y="115"/>
                        </a:cubicBezTo>
                        <a:cubicBezTo>
                          <a:pt x="0" y="115"/>
                          <a:pt x="0" y="116"/>
                          <a:pt x="1" y="117"/>
                        </a:cubicBezTo>
                        <a:cubicBezTo>
                          <a:pt x="1" y="117"/>
                          <a:pt x="1" y="118"/>
                          <a:pt x="1" y="118"/>
                        </a:cubicBezTo>
                        <a:cubicBezTo>
                          <a:pt x="1" y="119"/>
                          <a:pt x="1" y="119"/>
                          <a:pt x="1" y="119"/>
                        </a:cubicBezTo>
                        <a:cubicBezTo>
                          <a:pt x="2" y="120"/>
                          <a:pt x="2" y="121"/>
                          <a:pt x="2" y="122"/>
                        </a:cubicBezTo>
                        <a:cubicBezTo>
                          <a:pt x="2" y="122"/>
                          <a:pt x="3" y="122"/>
                          <a:pt x="3" y="123"/>
                        </a:cubicBezTo>
                        <a:cubicBezTo>
                          <a:pt x="3" y="123"/>
                          <a:pt x="3" y="123"/>
                          <a:pt x="3" y="123"/>
                        </a:cubicBezTo>
                        <a:cubicBezTo>
                          <a:pt x="3" y="124"/>
                          <a:pt x="3" y="124"/>
                          <a:pt x="4" y="124"/>
                        </a:cubicBezTo>
                        <a:cubicBezTo>
                          <a:pt x="4" y="125"/>
                          <a:pt x="4" y="125"/>
                          <a:pt x="5" y="126"/>
                        </a:cubicBezTo>
                        <a:cubicBezTo>
                          <a:pt x="5" y="127"/>
                          <a:pt x="6" y="127"/>
                          <a:pt x="7" y="128"/>
                        </a:cubicBezTo>
                        <a:cubicBezTo>
                          <a:pt x="7" y="128"/>
                          <a:pt x="7" y="129"/>
                          <a:pt x="7" y="129"/>
                        </a:cubicBezTo>
                        <a:cubicBezTo>
                          <a:pt x="7" y="129"/>
                          <a:pt x="7" y="129"/>
                          <a:pt x="8" y="129"/>
                        </a:cubicBezTo>
                        <a:cubicBezTo>
                          <a:pt x="8" y="129"/>
                          <a:pt x="8" y="130"/>
                          <a:pt x="8" y="130"/>
                        </a:cubicBezTo>
                        <a:cubicBezTo>
                          <a:pt x="9" y="130"/>
                          <a:pt x="10" y="131"/>
                          <a:pt x="10" y="131"/>
                        </a:cubicBezTo>
                        <a:cubicBezTo>
                          <a:pt x="11" y="132"/>
                          <a:pt x="12" y="133"/>
                          <a:pt x="12" y="133"/>
                        </a:cubicBezTo>
                        <a:cubicBezTo>
                          <a:pt x="13" y="133"/>
                          <a:pt x="13" y="133"/>
                          <a:pt x="13" y="134"/>
                        </a:cubicBezTo>
                        <a:cubicBezTo>
                          <a:pt x="13" y="134"/>
                          <a:pt x="13" y="134"/>
                          <a:pt x="13" y="134"/>
                        </a:cubicBezTo>
                        <a:lnTo>
                          <a:pt x="157" y="213"/>
                        </a:lnTo>
                        <a:cubicBezTo>
                          <a:pt x="161" y="216"/>
                          <a:pt x="165" y="217"/>
                          <a:pt x="170" y="217"/>
                        </a:cubicBezTo>
                        <a:cubicBezTo>
                          <a:pt x="179" y="217"/>
                          <a:pt x="188" y="212"/>
                          <a:pt x="193" y="203"/>
                        </a:cubicBezTo>
                        <a:cubicBezTo>
                          <a:pt x="200" y="190"/>
                          <a:pt x="196" y="174"/>
                          <a:pt x="183" y="167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  <p:sp>
                <p:nvSpPr>
                  <p:cNvPr id="599" name="Freeform 72"/>
                  <p:cNvSpPr/>
                  <p:nvPr/>
                </p:nvSpPr>
                <p:spPr bwMode="auto">
                  <a:xfrm>
                    <a:off x="-423133" y="2412094"/>
                    <a:ext cx="186339" cy="124712"/>
                  </a:xfrm>
                  <a:custGeom>
                    <a:avLst/>
                    <a:gdLst>
                      <a:gd name="T0" fmla="*/ 324 w 324"/>
                      <a:gd name="T1" fmla="*/ 109 h 217"/>
                      <a:gd name="T2" fmla="*/ 324 w 324"/>
                      <a:gd name="T3" fmla="*/ 109 h 217"/>
                      <a:gd name="T4" fmla="*/ 324 w 324"/>
                      <a:gd name="T5" fmla="*/ 108 h 217"/>
                      <a:gd name="T6" fmla="*/ 324 w 324"/>
                      <a:gd name="T7" fmla="*/ 106 h 217"/>
                      <a:gd name="T8" fmla="*/ 323 w 324"/>
                      <a:gd name="T9" fmla="*/ 104 h 217"/>
                      <a:gd name="T10" fmla="*/ 323 w 324"/>
                      <a:gd name="T11" fmla="*/ 103 h 217"/>
                      <a:gd name="T12" fmla="*/ 322 w 324"/>
                      <a:gd name="T13" fmla="*/ 101 h 217"/>
                      <a:gd name="T14" fmla="*/ 321 w 324"/>
                      <a:gd name="T15" fmla="*/ 99 h 217"/>
                      <a:gd name="T16" fmla="*/ 321 w 324"/>
                      <a:gd name="T17" fmla="*/ 98 h 217"/>
                      <a:gd name="T18" fmla="*/ 321 w 324"/>
                      <a:gd name="T19" fmla="*/ 97 h 217"/>
                      <a:gd name="T20" fmla="*/ 320 w 324"/>
                      <a:gd name="T21" fmla="*/ 97 h 217"/>
                      <a:gd name="T22" fmla="*/ 319 w 324"/>
                      <a:gd name="T23" fmla="*/ 95 h 217"/>
                      <a:gd name="T24" fmla="*/ 318 w 324"/>
                      <a:gd name="T25" fmla="*/ 94 h 217"/>
                      <a:gd name="T26" fmla="*/ 317 w 324"/>
                      <a:gd name="T27" fmla="*/ 92 h 217"/>
                      <a:gd name="T28" fmla="*/ 315 w 324"/>
                      <a:gd name="T29" fmla="*/ 91 h 217"/>
                      <a:gd name="T30" fmla="*/ 314 w 324"/>
                      <a:gd name="T31" fmla="*/ 90 h 217"/>
                      <a:gd name="T32" fmla="*/ 313 w 324"/>
                      <a:gd name="T33" fmla="*/ 89 h 217"/>
                      <a:gd name="T34" fmla="*/ 311 w 324"/>
                      <a:gd name="T35" fmla="*/ 88 h 217"/>
                      <a:gd name="T36" fmla="*/ 310 w 324"/>
                      <a:gd name="T37" fmla="*/ 87 h 217"/>
                      <a:gd name="T38" fmla="*/ 167 w 324"/>
                      <a:gd name="T39" fmla="*/ 7 h 217"/>
                      <a:gd name="T40" fmla="*/ 130 w 324"/>
                      <a:gd name="T41" fmla="*/ 18 h 217"/>
                      <a:gd name="T42" fmla="*/ 141 w 324"/>
                      <a:gd name="T43" fmla="*/ 54 h 217"/>
                      <a:gd name="T44" fmla="*/ 194 w 324"/>
                      <a:gd name="T45" fmla="*/ 84 h 217"/>
                      <a:gd name="T46" fmla="*/ 53 w 324"/>
                      <a:gd name="T47" fmla="*/ 84 h 217"/>
                      <a:gd name="T48" fmla="*/ 53 w 324"/>
                      <a:gd name="T49" fmla="*/ 43 h 217"/>
                      <a:gd name="T50" fmla="*/ 0 w 324"/>
                      <a:gd name="T51" fmla="*/ 43 h 217"/>
                      <a:gd name="T52" fmla="*/ 0 w 324"/>
                      <a:gd name="T53" fmla="*/ 110 h 217"/>
                      <a:gd name="T54" fmla="*/ 27 w 324"/>
                      <a:gd name="T55" fmla="*/ 137 h 217"/>
                      <a:gd name="T56" fmla="*/ 194 w 324"/>
                      <a:gd name="T57" fmla="*/ 137 h 217"/>
                      <a:gd name="T58" fmla="*/ 141 w 324"/>
                      <a:gd name="T59" fmla="*/ 167 h 217"/>
                      <a:gd name="T60" fmla="*/ 130 w 324"/>
                      <a:gd name="T61" fmla="*/ 203 h 217"/>
                      <a:gd name="T62" fmla="*/ 154 w 324"/>
                      <a:gd name="T63" fmla="*/ 217 h 217"/>
                      <a:gd name="T64" fmla="*/ 167 w 324"/>
                      <a:gd name="T65" fmla="*/ 214 h 217"/>
                      <a:gd name="T66" fmla="*/ 310 w 324"/>
                      <a:gd name="T67" fmla="*/ 134 h 217"/>
                      <a:gd name="T68" fmla="*/ 310 w 324"/>
                      <a:gd name="T69" fmla="*/ 134 h 217"/>
                      <a:gd name="T70" fmla="*/ 311 w 324"/>
                      <a:gd name="T71" fmla="*/ 133 h 217"/>
                      <a:gd name="T72" fmla="*/ 313 w 324"/>
                      <a:gd name="T73" fmla="*/ 132 h 217"/>
                      <a:gd name="T74" fmla="*/ 315 w 324"/>
                      <a:gd name="T75" fmla="*/ 130 h 217"/>
                      <a:gd name="T76" fmla="*/ 316 w 324"/>
                      <a:gd name="T77" fmla="*/ 129 h 217"/>
                      <a:gd name="T78" fmla="*/ 316 w 324"/>
                      <a:gd name="T79" fmla="*/ 129 h 217"/>
                      <a:gd name="T80" fmla="*/ 317 w 324"/>
                      <a:gd name="T81" fmla="*/ 128 h 217"/>
                      <a:gd name="T82" fmla="*/ 319 w 324"/>
                      <a:gd name="T83" fmla="*/ 126 h 217"/>
                      <a:gd name="T84" fmla="*/ 320 w 324"/>
                      <a:gd name="T85" fmla="*/ 124 h 217"/>
                      <a:gd name="T86" fmla="*/ 321 w 324"/>
                      <a:gd name="T87" fmla="*/ 123 h 217"/>
                      <a:gd name="T88" fmla="*/ 321 w 324"/>
                      <a:gd name="T89" fmla="*/ 123 h 217"/>
                      <a:gd name="T90" fmla="*/ 321 w 324"/>
                      <a:gd name="T91" fmla="*/ 122 h 217"/>
                      <a:gd name="T92" fmla="*/ 322 w 324"/>
                      <a:gd name="T93" fmla="*/ 120 h 217"/>
                      <a:gd name="T94" fmla="*/ 323 w 324"/>
                      <a:gd name="T95" fmla="*/ 118 h 217"/>
                      <a:gd name="T96" fmla="*/ 323 w 324"/>
                      <a:gd name="T97" fmla="*/ 117 h 217"/>
                      <a:gd name="T98" fmla="*/ 324 w 324"/>
                      <a:gd name="T99" fmla="*/ 115 h 217"/>
                      <a:gd name="T100" fmla="*/ 324 w 324"/>
                      <a:gd name="T101" fmla="*/ 113 h 217"/>
                      <a:gd name="T102" fmla="*/ 324 w 324"/>
                      <a:gd name="T103" fmla="*/ 111 h 217"/>
                      <a:gd name="T104" fmla="*/ 324 w 324"/>
                      <a:gd name="T105" fmla="*/ 110 h 217"/>
                      <a:gd name="T106" fmla="*/ 324 w 324"/>
                      <a:gd name="T107" fmla="*/ 109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24" h="217">
                        <a:moveTo>
                          <a:pt x="324" y="109"/>
                        </a:moveTo>
                        <a:lnTo>
                          <a:pt x="324" y="109"/>
                        </a:lnTo>
                        <a:cubicBezTo>
                          <a:pt x="324" y="109"/>
                          <a:pt x="324" y="108"/>
                          <a:pt x="324" y="108"/>
                        </a:cubicBezTo>
                        <a:cubicBezTo>
                          <a:pt x="324" y="107"/>
                          <a:pt x="324" y="107"/>
                          <a:pt x="324" y="106"/>
                        </a:cubicBezTo>
                        <a:cubicBezTo>
                          <a:pt x="323" y="106"/>
                          <a:pt x="323" y="105"/>
                          <a:pt x="323" y="104"/>
                        </a:cubicBezTo>
                        <a:cubicBezTo>
                          <a:pt x="323" y="104"/>
                          <a:pt x="323" y="103"/>
                          <a:pt x="323" y="103"/>
                        </a:cubicBezTo>
                        <a:cubicBezTo>
                          <a:pt x="323" y="102"/>
                          <a:pt x="322" y="102"/>
                          <a:pt x="322" y="101"/>
                        </a:cubicBezTo>
                        <a:cubicBezTo>
                          <a:pt x="322" y="101"/>
                          <a:pt x="322" y="100"/>
                          <a:pt x="321" y="99"/>
                        </a:cubicBezTo>
                        <a:cubicBezTo>
                          <a:pt x="321" y="99"/>
                          <a:pt x="321" y="98"/>
                          <a:pt x="321" y="98"/>
                        </a:cubicBezTo>
                        <a:cubicBezTo>
                          <a:pt x="321" y="98"/>
                          <a:pt x="321" y="98"/>
                          <a:pt x="321" y="97"/>
                        </a:cubicBezTo>
                        <a:cubicBezTo>
                          <a:pt x="320" y="97"/>
                          <a:pt x="320" y="97"/>
                          <a:pt x="320" y="97"/>
                        </a:cubicBezTo>
                        <a:cubicBezTo>
                          <a:pt x="320" y="96"/>
                          <a:pt x="319" y="95"/>
                          <a:pt x="319" y="95"/>
                        </a:cubicBezTo>
                        <a:cubicBezTo>
                          <a:pt x="319" y="94"/>
                          <a:pt x="318" y="94"/>
                          <a:pt x="318" y="94"/>
                        </a:cubicBezTo>
                        <a:cubicBezTo>
                          <a:pt x="317" y="93"/>
                          <a:pt x="317" y="93"/>
                          <a:pt x="317" y="92"/>
                        </a:cubicBezTo>
                        <a:cubicBezTo>
                          <a:pt x="316" y="92"/>
                          <a:pt x="316" y="91"/>
                          <a:pt x="315" y="91"/>
                        </a:cubicBezTo>
                        <a:cubicBezTo>
                          <a:pt x="315" y="91"/>
                          <a:pt x="315" y="90"/>
                          <a:pt x="314" y="90"/>
                        </a:cubicBezTo>
                        <a:cubicBezTo>
                          <a:pt x="314" y="90"/>
                          <a:pt x="313" y="89"/>
                          <a:pt x="313" y="89"/>
                        </a:cubicBezTo>
                        <a:cubicBezTo>
                          <a:pt x="312" y="89"/>
                          <a:pt x="312" y="88"/>
                          <a:pt x="311" y="88"/>
                        </a:cubicBezTo>
                        <a:cubicBezTo>
                          <a:pt x="311" y="88"/>
                          <a:pt x="311" y="87"/>
                          <a:pt x="310" y="87"/>
                        </a:cubicBezTo>
                        <a:lnTo>
                          <a:pt x="167" y="7"/>
                        </a:lnTo>
                        <a:cubicBezTo>
                          <a:pt x="154" y="0"/>
                          <a:pt x="138" y="5"/>
                          <a:pt x="130" y="18"/>
                        </a:cubicBezTo>
                        <a:cubicBezTo>
                          <a:pt x="123" y="31"/>
                          <a:pt x="128" y="47"/>
                          <a:pt x="141" y="54"/>
                        </a:cubicBezTo>
                        <a:lnTo>
                          <a:pt x="194" y="84"/>
                        </a:lnTo>
                        <a:lnTo>
                          <a:pt x="53" y="84"/>
                        </a:lnTo>
                        <a:lnTo>
                          <a:pt x="53" y="43"/>
                        </a:lnTo>
                        <a:lnTo>
                          <a:pt x="0" y="43"/>
                        </a:lnTo>
                        <a:lnTo>
                          <a:pt x="0" y="110"/>
                        </a:lnTo>
                        <a:cubicBezTo>
                          <a:pt x="0" y="125"/>
                          <a:pt x="12" y="137"/>
                          <a:pt x="27" y="137"/>
                        </a:cubicBezTo>
                        <a:lnTo>
                          <a:pt x="194" y="137"/>
                        </a:lnTo>
                        <a:lnTo>
                          <a:pt x="141" y="167"/>
                        </a:lnTo>
                        <a:cubicBezTo>
                          <a:pt x="128" y="174"/>
                          <a:pt x="123" y="190"/>
                          <a:pt x="130" y="203"/>
                        </a:cubicBezTo>
                        <a:cubicBezTo>
                          <a:pt x="135" y="212"/>
                          <a:pt x="144" y="217"/>
                          <a:pt x="154" y="217"/>
                        </a:cubicBezTo>
                        <a:cubicBezTo>
                          <a:pt x="158" y="217"/>
                          <a:pt x="163" y="216"/>
                          <a:pt x="167" y="214"/>
                        </a:cubicBezTo>
                        <a:lnTo>
                          <a:pt x="310" y="134"/>
                        </a:lnTo>
                        <a:cubicBezTo>
                          <a:pt x="310" y="134"/>
                          <a:pt x="310" y="134"/>
                          <a:pt x="310" y="134"/>
                        </a:cubicBezTo>
                        <a:cubicBezTo>
                          <a:pt x="311" y="133"/>
                          <a:pt x="311" y="133"/>
                          <a:pt x="311" y="133"/>
                        </a:cubicBezTo>
                        <a:cubicBezTo>
                          <a:pt x="312" y="133"/>
                          <a:pt x="313" y="132"/>
                          <a:pt x="313" y="132"/>
                        </a:cubicBezTo>
                        <a:cubicBezTo>
                          <a:pt x="314" y="131"/>
                          <a:pt x="315" y="130"/>
                          <a:pt x="315" y="130"/>
                        </a:cubicBezTo>
                        <a:cubicBezTo>
                          <a:pt x="316" y="130"/>
                          <a:pt x="316" y="130"/>
                          <a:pt x="316" y="129"/>
                        </a:cubicBezTo>
                        <a:cubicBezTo>
                          <a:pt x="316" y="129"/>
                          <a:pt x="316" y="129"/>
                          <a:pt x="316" y="129"/>
                        </a:cubicBezTo>
                        <a:cubicBezTo>
                          <a:pt x="317" y="129"/>
                          <a:pt x="317" y="128"/>
                          <a:pt x="317" y="128"/>
                        </a:cubicBezTo>
                        <a:cubicBezTo>
                          <a:pt x="318" y="127"/>
                          <a:pt x="318" y="127"/>
                          <a:pt x="319" y="126"/>
                        </a:cubicBezTo>
                        <a:cubicBezTo>
                          <a:pt x="319" y="125"/>
                          <a:pt x="320" y="125"/>
                          <a:pt x="320" y="124"/>
                        </a:cubicBezTo>
                        <a:cubicBezTo>
                          <a:pt x="320" y="124"/>
                          <a:pt x="320" y="124"/>
                          <a:pt x="321" y="123"/>
                        </a:cubicBezTo>
                        <a:cubicBezTo>
                          <a:pt x="321" y="123"/>
                          <a:pt x="321" y="123"/>
                          <a:pt x="321" y="123"/>
                        </a:cubicBezTo>
                        <a:cubicBezTo>
                          <a:pt x="321" y="123"/>
                          <a:pt x="321" y="122"/>
                          <a:pt x="321" y="122"/>
                        </a:cubicBezTo>
                        <a:cubicBezTo>
                          <a:pt x="322" y="121"/>
                          <a:pt x="322" y="120"/>
                          <a:pt x="322" y="120"/>
                        </a:cubicBezTo>
                        <a:cubicBezTo>
                          <a:pt x="322" y="119"/>
                          <a:pt x="323" y="119"/>
                          <a:pt x="323" y="118"/>
                        </a:cubicBezTo>
                        <a:cubicBezTo>
                          <a:pt x="323" y="118"/>
                          <a:pt x="323" y="117"/>
                          <a:pt x="323" y="117"/>
                        </a:cubicBezTo>
                        <a:cubicBezTo>
                          <a:pt x="323" y="116"/>
                          <a:pt x="323" y="115"/>
                          <a:pt x="324" y="115"/>
                        </a:cubicBezTo>
                        <a:cubicBezTo>
                          <a:pt x="324" y="114"/>
                          <a:pt x="324" y="114"/>
                          <a:pt x="324" y="113"/>
                        </a:cubicBezTo>
                        <a:cubicBezTo>
                          <a:pt x="324" y="112"/>
                          <a:pt x="324" y="112"/>
                          <a:pt x="324" y="111"/>
                        </a:cubicBezTo>
                        <a:cubicBezTo>
                          <a:pt x="324" y="111"/>
                          <a:pt x="324" y="111"/>
                          <a:pt x="324" y="110"/>
                        </a:cubicBezTo>
                        <a:cubicBezTo>
                          <a:pt x="324" y="110"/>
                          <a:pt x="324" y="110"/>
                          <a:pt x="324" y="109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</a:ln>
                </p:spPr>
                <p:txBody>
                  <a:bodyPr/>
                  <a:lstStyle/>
                  <a:p>
                    <a:pPr marL="0" marR="0" lvl="0" indent="0" algn="l" defTabSz="60833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60" name="组合 59"/>
          <p:cNvGrpSpPr/>
          <p:nvPr/>
        </p:nvGrpSpPr>
        <p:grpSpPr>
          <a:xfrm>
            <a:off x="7503263" y="3486205"/>
            <a:ext cx="242943" cy="229314"/>
            <a:chOff x="5440947" y="3571465"/>
            <a:chExt cx="268134" cy="285241"/>
          </a:xfrm>
        </p:grpSpPr>
        <p:sp>
          <p:nvSpPr>
            <p:cNvPr id="581" name="任意多边形: 形状 221"/>
            <p:cNvSpPr/>
            <p:nvPr/>
          </p:nvSpPr>
          <p:spPr>
            <a:xfrm>
              <a:off x="5440947" y="3571465"/>
              <a:ext cx="268134" cy="149635"/>
            </a:xfrm>
            <a:custGeom>
              <a:avLst/>
              <a:gdLst>
                <a:gd name="connsiteX0" fmla="*/ 0 w 382014"/>
                <a:gd name="connsiteY0" fmla="*/ 0 h 149390"/>
                <a:gd name="connsiteX1" fmla="*/ 382014 w 382014"/>
                <a:gd name="connsiteY1" fmla="*/ 0 h 149390"/>
                <a:gd name="connsiteX2" fmla="*/ 382014 w 382014"/>
                <a:gd name="connsiteY2" fmla="*/ 149390 h 149390"/>
                <a:gd name="connsiteX3" fmla="*/ 191007 w 382014"/>
                <a:gd name="connsiteY3" fmla="*/ 103671 h 149390"/>
                <a:gd name="connsiteX4" fmla="*/ 0 w 382014"/>
                <a:gd name="connsiteY4" fmla="*/ 149390 h 14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014" h="149390">
                  <a:moveTo>
                    <a:pt x="0" y="0"/>
                  </a:moveTo>
                  <a:lnTo>
                    <a:pt x="382014" y="0"/>
                  </a:lnTo>
                  <a:lnTo>
                    <a:pt x="382014" y="149390"/>
                  </a:lnTo>
                  <a:cubicBezTo>
                    <a:pt x="382014" y="124140"/>
                    <a:pt x="296497" y="103671"/>
                    <a:pt x="191007" y="103671"/>
                  </a:cubicBezTo>
                  <a:cubicBezTo>
                    <a:pt x="85517" y="103671"/>
                    <a:pt x="0" y="124140"/>
                    <a:pt x="0" y="14939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4648C">
                    <a:alpha val="0"/>
                  </a:srgbClr>
                </a:gs>
                <a:gs pos="100000">
                  <a:srgbClr val="54648C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grpSp>
          <p:nvGrpSpPr>
            <p:cNvPr id="582" name="组合 581"/>
            <p:cNvGrpSpPr/>
            <p:nvPr/>
          </p:nvGrpSpPr>
          <p:grpSpPr>
            <a:xfrm>
              <a:off x="5440947" y="3673530"/>
              <a:ext cx="268134" cy="183176"/>
              <a:chOff x="240911" y="2398860"/>
              <a:chExt cx="375475" cy="179746"/>
            </a:xfrm>
          </p:grpSpPr>
          <p:sp>
            <p:nvSpPr>
              <p:cNvPr id="583" name="圆柱形 11"/>
              <p:cNvSpPr/>
              <p:nvPr/>
            </p:nvSpPr>
            <p:spPr>
              <a:xfrm>
                <a:off x="240911" y="2398860"/>
                <a:ext cx="375475" cy="17974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584" name="组合 583"/>
              <p:cNvGrpSpPr/>
              <p:nvPr/>
            </p:nvGrpSpPr>
            <p:grpSpPr>
              <a:xfrm>
                <a:off x="362760" y="2402462"/>
                <a:ext cx="125807" cy="72156"/>
                <a:chOff x="-719582" y="2338114"/>
                <a:chExt cx="482788" cy="276901"/>
              </a:xfrm>
              <a:solidFill>
                <a:sysClr val="window" lastClr="FFFFFF"/>
              </a:solidFill>
            </p:grpSpPr>
            <p:sp>
              <p:nvSpPr>
                <p:cNvPr id="585" name="Freeform 69"/>
                <p:cNvSpPr/>
                <p:nvPr/>
              </p:nvSpPr>
              <p:spPr bwMode="auto">
                <a:xfrm>
                  <a:off x="-579827" y="2498758"/>
                  <a:ext cx="203279" cy="116257"/>
                </a:xfrm>
                <a:custGeom>
                  <a:avLst/>
                  <a:gdLst>
                    <a:gd name="T0" fmla="*/ 308 w 351"/>
                    <a:gd name="T1" fmla="*/ 73 h 202"/>
                    <a:gd name="T2" fmla="*/ 308 w 351"/>
                    <a:gd name="T3" fmla="*/ 73 h 202"/>
                    <a:gd name="T4" fmla="*/ 202 w 351"/>
                    <a:gd name="T5" fmla="*/ 131 h 202"/>
                    <a:gd name="T6" fmla="*/ 202 w 351"/>
                    <a:gd name="T7" fmla="*/ 53 h 202"/>
                    <a:gd name="T8" fmla="*/ 258 w 351"/>
                    <a:gd name="T9" fmla="*/ 53 h 202"/>
                    <a:gd name="T10" fmla="*/ 258 w 351"/>
                    <a:gd name="T11" fmla="*/ 0 h 202"/>
                    <a:gd name="T12" fmla="*/ 176 w 351"/>
                    <a:gd name="T13" fmla="*/ 0 h 202"/>
                    <a:gd name="T14" fmla="*/ 149 w 351"/>
                    <a:gd name="T15" fmla="*/ 26 h 202"/>
                    <a:gd name="T16" fmla="*/ 149 w 351"/>
                    <a:gd name="T17" fmla="*/ 131 h 202"/>
                    <a:gd name="T18" fmla="*/ 44 w 351"/>
                    <a:gd name="T19" fmla="*/ 73 h 202"/>
                    <a:gd name="T20" fmla="*/ 7 w 351"/>
                    <a:gd name="T21" fmla="*/ 84 h 202"/>
                    <a:gd name="T22" fmla="*/ 18 w 351"/>
                    <a:gd name="T23" fmla="*/ 120 h 202"/>
                    <a:gd name="T24" fmla="*/ 163 w 351"/>
                    <a:gd name="T25" fmla="*/ 199 h 202"/>
                    <a:gd name="T26" fmla="*/ 164 w 351"/>
                    <a:gd name="T27" fmla="*/ 199 h 202"/>
                    <a:gd name="T28" fmla="*/ 168 w 351"/>
                    <a:gd name="T29" fmla="*/ 201 h 202"/>
                    <a:gd name="T30" fmla="*/ 169 w 351"/>
                    <a:gd name="T31" fmla="*/ 201 h 202"/>
                    <a:gd name="T32" fmla="*/ 170 w 351"/>
                    <a:gd name="T33" fmla="*/ 201 h 202"/>
                    <a:gd name="T34" fmla="*/ 176 w 351"/>
                    <a:gd name="T35" fmla="*/ 202 h 202"/>
                    <a:gd name="T36" fmla="*/ 176 w 351"/>
                    <a:gd name="T37" fmla="*/ 202 h 202"/>
                    <a:gd name="T38" fmla="*/ 176 w 351"/>
                    <a:gd name="T39" fmla="*/ 202 h 202"/>
                    <a:gd name="T40" fmla="*/ 176 w 351"/>
                    <a:gd name="T41" fmla="*/ 202 h 202"/>
                    <a:gd name="T42" fmla="*/ 182 w 351"/>
                    <a:gd name="T43" fmla="*/ 201 h 202"/>
                    <a:gd name="T44" fmla="*/ 182 w 351"/>
                    <a:gd name="T45" fmla="*/ 201 h 202"/>
                    <a:gd name="T46" fmla="*/ 184 w 351"/>
                    <a:gd name="T47" fmla="*/ 201 h 202"/>
                    <a:gd name="T48" fmla="*/ 188 w 351"/>
                    <a:gd name="T49" fmla="*/ 199 h 202"/>
                    <a:gd name="T50" fmla="*/ 188 w 351"/>
                    <a:gd name="T51" fmla="*/ 199 h 202"/>
                    <a:gd name="T52" fmla="*/ 333 w 351"/>
                    <a:gd name="T53" fmla="*/ 120 h 202"/>
                    <a:gd name="T54" fmla="*/ 344 w 351"/>
                    <a:gd name="T55" fmla="*/ 84 h 202"/>
                    <a:gd name="T56" fmla="*/ 308 w 351"/>
                    <a:gd name="T57" fmla="*/ 73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51" h="202">
                      <a:moveTo>
                        <a:pt x="308" y="73"/>
                      </a:moveTo>
                      <a:lnTo>
                        <a:pt x="308" y="73"/>
                      </a:lnTo>
                      <a:lnTo>
                        <a:pt x="202" y="131"/>
                      </a:lnTo>
                      <a:lnTo>
                        <a:pt x="202" y="53"/>
                      </a:lnTo>
                      <a:lnTo>
                        <a:pt x="258" y="53"/>
                      </a:lnTo>
                      <a:lnTo>
                        <a:pt x="258" y="0"/>
                      </a:lnTo>
                      <a:lnTo>
                        <a:pt x="176" y="0"/>
                      </a:lnTo>
                      <a:cubicBezTo>
                        <a:pt x="161" y="0"/>
                        <a:pt x="149" y="12"/>
                        <a:pt x="149" y="26"/>
                      </a:cubicBezTo>
                      <a:lnTo>
                        <a:pt x="149" y="131"/>
                      </a:lnTo>
                      <a:lnTo>
                        <a:pt x="44" y="73"/>
                      </a:lnTo>
                      <a:cubicBezTo>
                        <a:pt x="31" y="66"/>
                        <a:pt x="14" y="71"/>
                        <a:pt x="7" y="84"/>
                      </a:cubicBezTo>
                      <a:cubicBezTo>
                        <a:pt x="0" y="97"/>
                        <a:pt x="5" y="113"/>
                        <a:pt x="18" y="120"/>
                      </a:cubicBezTo>
                      <a:lnTo>
                        <a:pt x="163" y="199"/>
                      </a:lnTo>
                      <a:cubicBezTo>
                        <a:pt x="163" y="199"/>
                        <a:pt x="164" y="199"/>
                        <a:pt x="164" y="199"/>
                      </a:cubicBezTo>
                      <a:cubicBezTo>
                        <a:pt x="165" y="200"/>
                        <a:pt x="166" y="200"/>
                        <a:pt x="168" y="201"/>
                      </a:cubicBezTo>
                      <a:cubicBezTo>
                        <a:pt x="168" y="201"/>
                        <a:pt x="168" y="201"/>
                        <a:pt x="169" y="201"/>
                      </a:cubicBezTo>
                      <a:cubicBezTo>
                        <a:pt x="169" y="201"/>
                        <a:pt x="169" y="201"/>
                        <a:pt x="170" y="201"/>
                      </a:cubicBezTo>
                      <a:cubicBezTo>
                        <a:pt x="172" y="202"/>
                        <a:pt x="174" y="202"/>
                        <a:pt x="176" y="202"/>
                      </a:cubicBezTo>
                      <a:cubicBezTo>
                        <a:pt x="176" y="202"/>
                        <a:pt x="176" y="202"/>
                        <a:pt x="176" y="202"/>
                      </a:cubicBezTo>
                      <a:lnTo>
                        <a:pt x="176" y="202"/>
                      </a:lnTo>
                      <a:lnTo>
                        <a:pt x="176" y="202"/>
                      </a:lnTo>
                      <a:cubicBezTo>
                        <a:pt x="178" y="202"/>
                        <a:pt x="180" y="202"/>
                        <a:pt x="182" y="201"/>
                      </a:cubicBezTo>
                      <a:cubicBezTo>
                        <a:pt x="182" y="201"/>
                        <a:pt x="182" y="201"/>
                        <a:pt x="182" y="201"/>
                      </a:cubicBezTo>
                      <a:cubicBezTo>
                        <a:pt x="183" y="201"/>
                        <a:pt x="183" y="201"/>
                        <a:pt x="184" y="201"/>
                      </a:cubicBezTo>
                      <a:cubicBezTo>
                        <a:pt x="185" y="200"/>
                        <a:pt x="186" y="200"/>
                        <a:pt x="188" y="199"/>
                      </a:cubicBezTo>
                      <a:cubicBezTo>
                        <a:pt x="188" y="199"/>
                        <a:pt x="188" y="199"/>
                        <a:pt x="188" y="199"/>
                      </a:cubicBezTo>
                      <a:lnTo>
                        <a:pt x="333" y="120"/>
                      </a:lnTo>
                      <a:cubicBezTo>
                        <a:pt x="346" y="113"/>
                        <a:pt x="351" y="97"/>
                        <a:pt x="344" y="84"/>
                      </a:cubicBezTo>
                      <a:cubicBezTo>
                        <a:pt x="337" y="71"/>
                        <a:pt x="321" y="66"/>
                        <a:pt x="308" y="7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586" name="Freeform 70"/>
                <p:cNvSpPr/>
                <p:nvPr/>
              </p:nvSpPr>
              <p:spPr bwMode="auto">
                <a:xfrm>
                  <a:off x="-579827" y="2338114"/>
                  <a:ext cx="203279" cy="114142"/>
                </a:xfrm>
                <a:custGeom>
                  <a:avLst/>
                  <a:gdLst>
                    <a:gd name="T0" fmla="*/ 30 w 350"/>
                    <a:gd name="T1" fmla="*/ 132 h 200"/>
                    <a:gd name="T2" fmla="*/ 30 w 350"/>
                    <a:gd name="T3" fmla="*/ 132 h 200"/>
                    <a:gd name="T4" fmla="*/ 43 w 350"/>
                    <a:gd name="T5" fmla="*/ 129 h 200"/>
                    <a:gd name="T6" fmla="*/ 148 w 350"/>
                    <a:gd name="T7" fmla="*/ 71 h 200"/>
                    <a:gd name="T8" fmla="*/ 148 w 350"/>
                    <a:gd name="T9" fmla="*/ 146 h 200"/>
                    <a:gd name="T10" fmla="*/ 92 w 350"/>
                    <a:gd name="T11" fmla="*/ 146 h 200"/>
                    <a:gd name="T12" fmla="*/ 92 w 350"/>
                    <a:gd name="T13" fmla="*/ 200 h 200"/>
                    <a:gd name="T14" fmla="*/ 175 w 350"/>
                    <a:gd name="T15" fmla="*/ 200 h 200"/>
                    <a:gd name="T16" fmla="*/ 202 w 350"/>
                    <a:gd name="T17" fmla="*/ 173 h 200"/>
                    <a:gd name="T18" fmla="*/ 202 w 350"/>
                    <a:gd name="T19" fmla="*/ 71 h 200"/>
                    <a:gd name="T20" fmla="*/ 307 w 350"/>
                    <a:gd name="T21" fmla="*/ 129 h 200"/>
                    <a:gd name="T22" fmla="*/ 320 w 350"/>
                    <a:gd name="T23" fmla="*/ 132 h 200"/>
                    <a:gd name="T24" fmla="*/ 343 w 350"/>
                    <a:gd name="T25" fmla="*/ 118 h 200"/>
                    <a:gd name="T26" fmla="*/ 333 w 350"/>
                    <a:gd name="T27" fmla="*/ 82 h 200"/>
                    <a:gd name="T28" fmla="*/ 188 w 350"/>
                    <a:gd name="T29" fmla="*/ 3 h 200"/>
                    <a:gd name="T30" fmla="*/ 187 w 350"/>
                    <a:gd name="T31" fmla="*/ 3 h 200"/>
                    <a:gd name="T32" fmla="*/ 186 w 350"/>
                    <a:gd name="T33" fmla="*/ 2 h 200"/>
                    <a:gd name="T34" fmla="*/ 184 w 350"/>
                    <a:gd name="T35" fmla="*/ 1 h 200"/>
                    <a:gd name="T36" fmla="*/ 183 w 350"/>
                    <a:gd name="T37" fmla="*/ 1 h 200"/>
                    <a:gd name="T38" fmla="*/ 181 w 350"/>
                    <a:gd name="T39" fmla="*/ 0 h 200"/>
                    <a:gd name="T40" fmla="*/ 179 w 350"/>
                    <a:gd name="T41" fmla="*/ 0 h 200"/>
                    <a:gd name="T42" fmla="*/ 177 w 350"/>
                    <a:gd name="T43" fmla="*/ 0 h 200"/>
                    <a:gd name="T44" fmla="*/ 176 w 350"/>
                    <a:gd name="T45" fmla="*/ 0 h 200"/>
                    <a:gd name="T46" fmla="*/ 175 w 350"/>
                    <a:gd name="T47" fmla="*/ 0 h 200"/>
                    <a:gd name="T48" fmla="*/ 174 w 350"/>
                    <a:gd name="T49" fmla="*/ 0 h 200"/>
                    <a:gd name="T50" fmla="*/ 172 w 350"/>
                    <a:gd name="T51" fmla="*/ 0 h 200"/>
                    <a:gd name="T52" fmla="*/ 171 w 350"/>
                    <a:gd name="T53" fmla="*/ 0 h 200"/>
                    <a:gd name="T54" fmla="*/ 168 w 350"/>
                    <a:gd name="T55" fmla="*/ 0 h 200"/>
                    <a:gd name="T56" fmla="*/ 167 w 350"/>
                    <a:gd name="T57" fmla="*/ 1 h 200"/>
                    <a:gd name="T58" fmla="*/ 166 w 350"/>
                    <a:gd name="T59" fmla="*/ 1 h 200"/>
                    <a:gd name="T60" fmla="*/ 164 w 350"/>
                    <a:gd name="T61" fmla="*/ 2 h 200"/>
                    <a:gd name="T62" fmla="*/ 162 w 350"/>
                    <a:gd name="T63" fmla="*/ 3 h 200"/>
                    <a:gd name="T64" fmla="*/ 162 w 350"/>
                    <a:gd name="T65" fmla="*/ 3 h 200"/>
                    <a:gd name="T66" fmla="*/ 17 w 350"/>
                    <a:gd name="T67" fmla="*/ 82 h 200"/>
                    <a:gd name="T68" fmla="*/ 7 w 350"/>
                    <a:gd name="T69" fmla="*/ 118 h 200"/>
                    <a:gd name="T70" fmla="*/ 30 w 350"/>
                    <a:gd name="T71" fmla="*/ 132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50" h="200">
                      <a:moveTo>
                        <a:pt x="30" y="132"/>
                      </a:moveTo>
                      <a:lnTo>
                        <a:pt x="30" y="132"/>
                      </a:lnTo>
                      <a:cubicBezTo>
                        <a:pt x="34" y="132"/>
                        <a:pt x="39" y="131"/>
                        <a:pt x="43" y="129"/>
                      </a:cubicBezTo>
                      <a:lnTo>
                        <a:pt x="148" y="71"/>
                      </a:lnTo>
                      <a:lnTo>
                        <a:pt x="148" y="146"/>
                      </a:lnTo>
                      <a:lnTo>
                        <a:pt x="92" y="146"/>
                      </a:lnTo>
                      <a:lnTo>
                        <a:pt x="92" y="200"/>
                      </a:lnTo>
                      <a:lnTo>
                        <a:pt x="175" y="200"/>
                      </a:lnTo>
                      <a:cubicBezTo>
                        <a:pt x="190" y="200"/>
                        <a:pt x="202" y="188"/>
                        <a:pt x="202" y="173"/>
                      </a:cubicBezTo>
                      <a:lnTo>
                        <a:pt x="202" y="71"/>
                      </a:lnTo>
                      <a:lnTo>
                        <a:pt x="307" y="129"/>
                      </a:lnTo>
                      <a:cubicBezTo>
                        <a:pt x="311" y="131"/>
                        <a:pt x="315" y="132"/>
                        <a:pt x="320" y="132"/>
                      </a:cubicBezTo>
                      <a:cubicBezTo>
                        <a:pt x="329" y="132"/>
                        <a:pt x="338" y="127"/>
                        <a:pt x="343" y="118"/>
                      </a:cubicBezTo>
                      <a:cubicBezTo>
                        <a:pt x="350" y="105"/>
                        <a:pt x="346" y="89"/>
                        <a:pt x="333" y="82"/>
                      </a:cubicBezTo>
                      <a:lnTo>
                        <a:pt x="188" y="3"/>
                      </a:lnTo>
                      <a:cubicBezTo>
                        <a:pt x="188" y="3"/>
                        <a:pt x="188" y="3"/>
                        <a:pt x="187" y="3"/>
                      </a:cubicBezTo>
                      <a:cubicBezTo>
                        <a:pt x="187" y="3"/>
                        <a:pt x="187" y="2"/>
                        <a:pt x="186" y="2"/>
                      </a:cubicBezTo>
                      <a:cubicBezTo>
                        <a:pt x="185" y="2"/>
                        <a:pt x="185" y="2"/>
                        <a:pt x="184" y="1"/>
                      </a:cubicBezTo>
                      <a:cubicBezTo>
                        <a:pt x="183" y="1"/>
                        <a:pt x="183" y="1"/>
                        <a:pt x="183" y="1"/>
                      </a:cubicBezTo>
                      <a:cubicBezTo>
                        <a:pt x="182" y="1"/>
                        <a:pt x="182" y="1"/>
                        <a:pt x="181" y="0"/>
                      </a:cubicBezTo>
                      <a:cubicBezTo>
                        <a:pt x="181" y="0"/>
                        <a:pt x="180" y="0"/>
                        <a:pt x="179" y="0"/>
                      </a:cubicBezTo>
                      <a:cubicBezTo>
                        <a:pt x="178" y="0"/>
                        <a:pt x="178" y="0"/>
                        <a:pt x="177" y="0"/>
                      </a:cubicBezTo>
                      <a:cubicBezTo>
                        <a:pt x="177" y="0"/>
                        <a:pt x="177" y="0"/>
                        <a:pt x="176" y="0"/>
                      </a:cubicBezTo>
                      <a:cubicBezTo>
                        <a:pt x="176" y="0"/>
                        <a:pt x="175" y="0"/>
                        <a:pt x="175" y="0"/>
                      </a:cubicBezTo>
                      <a:cubicBezTo>
                        <a:pt x="175" y="0"/>
                        <a:pt x="174" y="0"/>
                        <a:pt x="174" y="0"/>
                      </a:cubicBezTo>
                      <a:cubicBezTo>
                        <a:pt x="173" y="0"/>
                        <a:pt x="173" y="0"/>
                        <a:pt x="172" y="0"/>
                      </a:cubicBezTo>
                      <a:cubicBezTo>
                        <a:pt x="172" y="0"/>
                        <a:pt x="171" y="0"/>
                        <a:pt x="171" y="0"/>
                      </a:cubicBezTo>
                      <a:cubicBezTo>
                        <a:pt x="170" y="0"/>
                        <a:pt x="169" y="0"/>
                        <a:pt x="168" y="0"/>
                      </a:cubicBezTo>
                      <a:cubicBezTo>
                        <a:pt x="168" y="1"/>
                        <a:pt x="168" y="1"/>
                        <a:pt x="167" y="1"/>
                      </a:cubicBezTo>
                      <a:cubicBezTo>
                        <a:pt x="167" y="1"/>
                        <a:pt x="166" y="1"/>
                        <a:pt x="166" y="1"/>
                      </a:cubicBezTo>
                      <a:cubicBezTo>
                        <a:pt x="165" y="2"/>
                        <a:pt x="164" y="2"/>
                        <a:pt x="164" y="2"/>
                      </a:cubicBezTo>
                      <a:cubicBezTo>
                        <a:pt x="163" y="2"/>
                        <a:pt x="163" y="3"/>
                        <a:pt x="162" y="3"/>
                      </a:cubicBezTo>
                      <a:cubicBezTo>
                        <a:pt x="162" y="3"/>
                        <a:pt x="162" y="3"/>
                        <a:pt x="162" y="3"/>
                      </a:cubicBezTo>
                      <a:lnTo>
                        <a:pt x="17" y="82"/>
                      </a:lnTo>
                      <a:cubicBezTo>
                        <a:pt x="4" y="89"/>
                        <a:pt x="0" y="105"/>
                        <a:pt x="7" y="118"/>
                      </a:cubicBezTo>
                      <a:cubicBezTo>
                        <a:pt x="11" y="127"/>
                        <a:pt x="21" y="132"/>
                        <a:pt x="30" y="13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587" name="Freeform 71"/>
                <p:cNvSpPr/>
                <p:nvPr/>
              </p:nvSpPr>
              <p:spPr bwMode="auto">
                <a:xfrm>
                  <a:off x="-719582" y="2414209"/>
                  <a:ext cx="186339" cy="122597"/>
                </a:xfrm>
                <a:custGeom>
                  <a:avLst/>
                  <a:gdLst>
                    <a:gd name="T0" fmla="*/ 183 w 324"/>
                    <a:gd name="T1" fmla="*/ 167 h 217"/>
                    <a:gd name="T2" fmla="*/ 183 w 324"/>
                    <a:gd name="T3" fmla="*/ 167 h 217"/>
                    <a:gd name="T4" fmla="*/ 129 w 324"/>
                    <a:gd name="T5" fmla="*/ 137 h 217"/>
                    <a:gd name="T6" fmla="*/ 270 w 324"/>
                    <a:gd name="T7" fmla="*/ 137 h 217"/>
                    <a:gd name="T8" fmla="*/ 270 w 324"/>
                    <a:gd name="T9" fmla="*/ 176 h 217"/>
                    <a:gd name="T10" fmla="*/ 324 w 324"/>
                    <a:gd name="T11" fmla="*/ 176 h 217"/>
                    <a:gd name="T12" fmla="*/ 324 w 324"/>
                    <a:gd name="T13" fmla="*/ 110 h 217"/>
                    <a:gd name="T14" fmla="*/ 297 w 324"/>
                    <a:gd name="T15" fmla="*/ 84 h 217"/>
                    <a:gd name="T16" fmla="*/ 129 w 324"/>
                    <a:gd name="T17" fmla="*/ 84 h 217"/>
                    <a:gd name="T18" fmla="*/ 183 w 324"/>
                    <a:gd name="T19" fmla="*/ 54 h 217"/>
                    <a:gd name="T20" fmla="*/ 193 w 324"/>
                    <a:gd name="T21" fmla="*/ 18 h 217"/>
                    <a:gd name="T22" fmla="*/ 157 w 324"/>
                    <a:gd name="T23" fmla="*/ 7 h 217"/>
                    <a:gd name="T24" fmla="*/ 13 w 324"/>
                    <a:gd name="T25" fmla="*/ 87 h 217"/>
                    <a:gd name="T26" fmla="*/ 13 w 324"/>
                    <a:gd name="T27" fmla="*/ 88 h 217"/>
                    <a:gd name="T28" fmla="*/ 11 w 324"/>
                    <a:gd name="T29" fmla="*/ 89 h 217"/>
                    <a:gd name="T30" fmla="*/ 9 w 324"/>
                    <a:gd name="T31" fmla="*/ 90 h 217"/>
                    <a:gd name="T32" fmla="*/ 8 w 324"/>
                    <a:gd name="T33" fmla="*/ 91 h 217"/>
                    <a:gd name="T34" fmla="*/ 7 w 324"/>
                    <a:gd name="T35" fmla="*/ 92 h 217"/>
                    <a:gd name="T36" fmla="*/ 6 w 324"/>
                    <a:gd name="T37" fmla="*/ 93 h 217"/>
                    <a:gd name="T38" fmla="*/ 5 w 324"/>
                    <a:gd name="T39" fmla="*/ 95 h 217"/>
                    <a:gd name="T40" fmla="*/ 4 w 324"/>
                    <a:gd name="T41" fmla="*/ 96 h 217"/>
                    <a:gd name="T42" fmla="*/ 3 w 324"/>
                    <a:gd name="T43" fmla="*/ 97 h 217"/>
                    <a:gd name="T44" fmla="*/ 3 w 324"/>
                    <a:gd name="T45" fmla="*/ 98 h 217"/>
                    <a:gd name="T46" fmla="*/ 2 w 324"/>
                    <a:gd name="T47" fmla="*/ 99 h 217"/>
                    <a:gd name="T48" fmla="*/ 1 w 324"/>
                    <a:gd name="T49" fmla="*/ 101 h 217"/>
                    <a:gd name="T50" fmla="*/ 1 w 324"/>
                    <a:gd name="T51" fmla="*/ 103 h 217"/>
                    <a:gd name="T52" fmla="*/ 1 w 324"/>
                    <a:gd name="T53" fmla="*/ 104 h 217"/>
                    <a:gd name="T54" fmla="*/ 0 w 324"/>
                    <a:gd name="T55" fmla="*/ 106 h 217"/>
                    <a:gd name="T56" fmla="*/ 0 w 324"/>
                    <a:gd name="T57" fmla="*/ 108 h 217"/>
                    <a:gd name="T58" fmla="*/ 0 w 324"/>
                    <a:gd name="T59" fmla="*/ 109 h 217"/>
                    <a:gd name="T60" fmla="*/ 0 w 324"/>
                    <a:gd name="T61" fmla="*/ 110 h 217"/>
                    <a:gd name="T62" fmla="*/ 0 w 324"/>
                    <a:gd name="T63" fmla="*/ 111 h 217"/>
                    <a:gd name="T64" fmla="*/ 0 w 324"/>
                    <a:gd name="T65" fmla="*/ 113 h 217"/>
                    <a:gd name="T66" fmla="*/ 0 w 324"/>
                    <a:gd name="T67" fmla="*/ 115 h 217"/>
                    <a:gd name="T68" fmla="*/ 1 w 324"/>
                    <a:gd name="T69" fmla="*/ 117 h 217"/>
                    <a:gd name="T70" fmla="*/ 1 w 324"/>
                    <a:gd name="T71" fmla="*/ 118 h 217"/>
                    <a:gd name="T72" fmla="*/ 1 w 324"/>
                    <a:gd name="T73" fmla="*/ 119 h 217"/>
                    <a:gd name="T74" fmla="*/ 2 w 324"/>
                    <a:gd name="T75" fmla="*/ 122 h 217"/>
                    <a:gd name="T76" fmla="*/ 3 w 324"/>
                    <a:gd name="T77" fmla="*/ 123 h 217"/>
                    <a:gd name="T78" fmla="*/ 3 w 324"/>
                    <a:gd name="T79" fmla="*/ 123 h 217"/>
                    <a:gd name="T80" fmla="*/ 4 w 324"/>
                    <a:gd name="T81" fmla="*/ 124 h 217"/>
                    <a:gd name="T82" fmla="*/ 5 w 324"/>
                    <a:gd name="T83" fmla="*/ 126 h 217"/>
                    <a:gd name="T84" fmla="*/ 7 w 324"/>
                    <a:gd name="T85" fmla="*/ 128 h 217"/>
                    <a:gd name="T86" fmla="*/ 7 w 324"/>
                    <a:gd name="T87" fmla="*/ 129 h 217"/>
                    <a:gd name="T88" fmla="*/ 8 w 324"/>
                    <a:gd name="T89" fmla="*/ 129 h 217"/>
                    <a:gd name="T90" fmla="*/ 8 w 324"/>
                    <a:gd name="T91" fmla="*/ 130 h 217"/>
                    <a:gd name="T92" fmla="*/ 10 w 324"/>
                    <a:gd name="T93" fmla="*/ 131 h 217"/>
                    <a:gd name="T94" fmla="*/ 12 w 324"/>
                    <a:gd name="T95" fmla="*/ 133 h 217"/>
                    <a:gd name="T96" fmla="*/ 13 w 324"/>
                    <a:gd name="T97" fmla="*/ 134 h 217"/>
                    <a:gd name="T98" fmla="*/ 13 w 324"/>
                    <a:gd name="T99" fmla="*/ 134 h 217"/>
                    <a:gd name="T100" fmla="*/ 157 w 324"/>
                    <a:gd name="T101" fmla="*/ 213 h 217"/>
                    <a:gd name="T102" fmla="*/ 170 w 324"/>
                    <a:gd name="T103" fmla="*/ 217 h 217"/>
                    <a:gd name="T104" fmla="*/ 193 w 324"/>
                    <a:gd name="T105" fmla="*/ 203 h 217"/>
                    <a:gd name="T106" fmla="*/ 183 w 324"/>
                    <a:gd name="T107" fmla="*/ 167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183" y="167"/>
                      </a:moveTo>
                      <a:lnTo>
                        <a:pt x="183" y="167"/>
                      </a:lnTo>
                      <a:lnTo>
                        <a:pt x="129" y="137"/>
                      </a:lnTo>
                      <a:lnTo>
                        <a:pt x="270" y="137"/>
                      </a:lnTo>
                      <a:lnTo>
                        <a:pt x="270" y="176"/>
                      </a:lnTo>
                      <a:lnTo>
                        <a:pt x="324" y="176"/>
                      </a:lnTo>
                      <a:lnTo>
                        <a:pt x="324" y="110"/>
                      </a:lnTo>
                      <a:cubicBezTo>
                        <a:pt x="324" y="96"/>
                        <a:pt x="312" y="84"/>
                        <a:pt x="297" y="84"/>
                      </a:cubicBezTo>
                      <a:lnTo>
                        <a:pt x="129" y="84"/>
                      </a:lnTo>
                      <a:lnTo>
                        <a:pt x="183" y="54"/>
                      </a:lnTo>
                      <a:cubicBezTo>
                        <a:pt x="196" y="47"/>
                        <a:pt x="200" y="30"/>
                        <a:pt x="193" y="18"/>
                      </a:cubicBezTo>
                      <a:cubicBezTo>
                        <a:pt x="186" y="5"/>
                        <a:pt x="170" y="0"/>
                        <a:pt x="157" y="7"/>
                      </a:cubicBezTo>
                      <a:lnTo>
                        <a:pt x="13" y="87"/>
                      </a:lnTo>
                      <a:cubicBezTo>
                        <a:pt x="13" y="87"/>
                        <a:pt x="13" y="87"/>
                        <a:pt x="13" y="88"/>
                      </a:cubicBezTo>
                      <a:cubicBezTo>
                        <a:pt x="12" y="88"/>
                        <a:pt x="11" y="88"/>
                        <a:pt x="11" y="89"/>
                      </a:cubicBezTo>
                      <a:cubicBezTo>
                        <a:pt x="10" y="89"/>
                        <a:pt x="10" y="89"/>
                        <a:pt x="9" y="90"/>
                      </a:cubicBezTo>
                      <a:cubicBezTo>
                        <a:pt x="9" y="90"/>
                        <a:pt x="9" y="91"/>
                        <a:pt x="8" y="91"/>
                      </a:cubicBezTo>
                      <a:cubicBezTo>
                        <a:pt x="8" y="91"/>
                        <a:pt x="7" y="92"/>
                        <a:pt x="7" y="92"/>
                      </a:cubicBezTo>
                      <a:cubicBezTo>
                        <a:pt x="7" y="93"/>
                        <a:pt x="6" y="93"/>
                        <a:pt x="6" y="93"/>
                      </a:cubicBezTo>
                      <a:cubicBezTo>
                        <a:pt x="5" y="94"/>
                        <a:pt x="5" y="94"/>
                        <a:pt x="5" y="95"/>
                      </a:cubicBezTo>
                      <a:cubicBezTo>
                        <a:pt x="4" y="95"/>
                        <a:pt x="4" y="96"/>
                        <a:pt x="4" y="96"/>
                      </a:cubicBezTo>
                      <a:cubicBezTo>
                        <a:pt x="4" y="97"/>
                        <a:pt x="3" y="97"/>
                        <a:pt x="3" y="97"/>
                      </a:cubicBezTo>
                      <a:cubicBezTo>
                        <a:pt x="3" y="98"/>
                        <a:pt x="3" y="98"/>
                        <a:pt x="3" y="98"/>
                      </a:cubicBezTo>
                      <a:cubicBezTo>
                        <a:pt x="3" y="98"/>
                        <a:pt x="2" y="99"/>
                        <a:pt x="2" y="99"/>
                      </a:cubicBezTo>
                      <a:cubicBezTo>
                        <a:pt x="2" y="100"/>
                        <a:pt x="2" y="101"/>
                        <a:pt x="1" y="101"/>
                      </a:cubicBezTo>
                      <a:cubicBezTo>
                        <a:pt x="1" y="102"/>
                        <a:pt x="1" y="102"/>
                        <a:pt x="1" y="103"/>
                      </a:cubicBezTo>
                      <a:cubicBezTo>
                        <a:pt x="1" y="103"/>
                        <a:pt x="1" y="104"/>
                        <a:pt x="1" y="104"/>
                      </a:cubicBezTo>
                      <a:cubicBezTo>
                        <a:pt x="0" y="105"/>
                        <a:pt x="0" y="105"/>
                        <a:pt x="0" y="106"/>
                      </a:cubicBezTo>
                      <a:cubicBezTo>
                        <a:pt x="0" y="107"/>
                        <a:pt x="0" y="107"/>
                        <a:pt x="0" y="108"/>
                      </a:cubicBezTo>
                      <a:cubicBezTo>
                        <a:pt x="0" y="108"/>
                        <a:pt x="0" y="109"/>
                        <a:pt x="0" y="10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0" y="111"/>
                        <a:pt x="0" y="111"/>
                        <a:pt x="0" y="111"/>
                      </a:cubicBezTo>
                      <a:cubicBezTo>
                        <a:pt x="0" y="112"/>
                        <a:pt x="0" y="112"/>
                        <a:pt x="0" y="113"/>
                      </a:cubicBezTo>
                      <a:cubicBezTo>
                        <a:pt x="0" y="113"/>
                        <a:pt x="0" y="114"/>
                        <a:pt x="0" y="115"/>
                      </a:cubicBezTo>
                      <a:cubicBezTo>
                        <a:pt x="0" y="115"/>
                        <a:pt x="0" y="116"/>
                        <a:pt x="1" y="117"/>
                      </a:cubicBezTo>
                      <a:cubicBezTo>
                        <a:pt x="1" y="117"/>
                        <a:pt x="1" y="118"/>
                        <a:pt x="1" y="118"/>
                      </a:cubicBezTo>
                      <a:cubicBezTo>
                        <a:pt x="1" y="119"/>
                        <a:pt x="1" y="119"/>
                        <a:pt x="1" y="119"/>
                      </a:cubicBezTo>
                      <a:cubicBezTo>
                        <a:pt x="2" y="120"/>
                        <a:pt x="2" y="121"/>
                        <a:pt x="2" y="122"/>
                      </a:cubicBezTo>
                      <a:cubicBezTo>
                        <a:pt x="2" y="122"/>
                        <a:pt x="3" y="122"/>
                        <a:pt x="3" y="123"/>
                      </a:cubicBezTo>
                      <a:cubicBezTo>
                        <a:pt x="3" y="123"/>
                        <a:pt x="3" y="123"/>
                        <a:pt x="3" y="123"/>
                      </a:cubicBezTo>
                      <a:cubicBezTo>
                        <a:pt x="3" y="124"/>
                        <a:pt x="3" y="124"/>
                        <a:pt x="4" y="124"/>
                      </a:cubicBezTo>
                      <a:cubicBezTo>
                        <a:pt x="4" y="125"/>
                        <a:pt x="4" y="125"/>
                        <a:pt x="5" y="126"/>
                      </a:cubicBezTo>
                      <a:cubicBezTo>
                        <a:pt x="5" y="127"/>
                        <a:pt x="6" y="127"/>
                        <a:pt x="7" y="128"/>
                      </a:cubicBezTo>
                      <a:cubicBezTo>
                        <a:pt x="7" y="128"/>
                        <a:pt x="7" y="129"/>
                        <a:pt x="7" y="129"/>
                      </a:cubicBezTo>
                      <a:cubicBezTo>
                        <a:pt x="7" y="129"/>
                        <a:pt x="7" y="129"/>
                        <a:pt x="8" y="129"/>
                      </a:cubicBezTo>
                      <a:cubicBezTo>
                        <a:pt x="8" y="129"/>
                        <a:pt x="8" y="130"/>
                        <a:pt x="8" y="130"/>
                      </a:cubicBezTo>
                      <a:cubicBezTo>
                        <a:pt x="9" y="130"/>
                        <a:pt x="10" y="131"/>
                        <a:pt x="10" y="131"/>
                      </a:cubicBezTo>
                      <a:cubicBezTo>
                        <a:pt x="11" y="132"/>
                        <a:pt x="12" y="133"/>
                        <a:pt x="12" y="133"/>
                      </a:cubicBezTo>
                      <a:cubicBezTo>
                        <a:pt x="13" y="133"/>
                        <a:pt x="13" y="133"/>
                        <a:pt x="13" y="134"/>
                      </a:cubicBezTo>
                      <a:cubicBezTo>
                        <a:pt x="13" y="134"/>
                        <a:pt x="13" y="134"/>
                        <a:pt x="13" y="134"/>
                      </a:cubicBezTo>
                      <a:lnTo>
                        <a:pt x="157" y="213"/>
                      </a:lnTo>
                      <a:cubicBezTo>
                        <a:pt x="161" y="216"/>
                        <a:pt x="165" y="217"/>
                        <a:pt x="170" y="217"/>
                      </a:cubicBezTo>
                      <a:cubicBezTo>
                        <a:pt x="179" y="217"/>
                        <a:pt x="188" y="212"/>
                        <a:pt x="193" y="203"/>
                      </a:cubicBezTo>
                      <a:cubicBezTo>
                        <a:pt x="200" y="190"/>
                        <a:pt x="196" y="174"/>
                        <a:pt x="183" y="16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588" name="Freeform 72"/>
                <p:cNvSpPr/>
                <p:nvPr/>
              </p:nvSpPr>
              <p:spPr bwMode="auto">
                <a:xfrm>
                  <a:off x="-423133" y="2412094"/>
                  <a:ext cx="186339" cy="124712"/>
                </a:xfrm>
                <a:custGeom>
                  <a:avLst/>
                  <a:gdLst>
                    <a:gd name="T0" fmla="*/ 324 w 324"/>
                    <a:gd name="T1" fmla="*/ 109 h 217"/>
                    <a:gd name="T2" fmla="*/ 324 w 324"/>
                    <a:gd name="T3" fmla="*/ 109 h 217"/>
                    <a:gd name="T4" fmla="*/ 324 w 324"/>
                    <a:gd name="T5" fmla="*/ 108 h 217"/>
                    <a:gd name="T6" fmla="*/ 324 w 324"/>
                    <a:gd name="T7" fmla="*/ 106 h 217"/>
                    <a:gd name="T8" fmla="*/ 323 w 324"/>
                    <a:gd name="T9" fmla="*/ 104 h 217"/>
                    <a:gd name="T10" fmla="*/ 323 w 324"/>
                    <a:gd name="T11" fmla="*/ 103 h 217"/>
                    <a:gd name="T12" fmla="*/ 322 w 324"/>
                    <a:gd name="T13" fmla="*/ 101 h 217"/>
                    <a:gd name="T14" fmla="*/ 321 w 324"/>
                    <a:gd name="T15" fmla="*/ 99 h 217"/>
                    <a:gd name="T16" fmla="*/ 321 w 324"/>
                    <a:gd name="T17" fmla="*/ 98 h 217"/>
                    <a:gd name="T18" fmla="*/ 321 w 324"/>
                    <a:gd name="T19" fmla="*/ 97 h 217"/>
                    <a:gd name="T20" fmla="*/ 320 w 324"/>
                    <a:gd name="T21" fmla="*/ 97 h 217"/>
                    <a:gd name="T22" fmla="*/ 319 w 324"/>
                    <a:gd name="T23" fmla="*/ 95 h 217"/>
                    <a:gd name="T24" fmla="*/ 318 w 324"/>
                    <a:gd name="T25" fmla="*/ 94 h 217"/>
                    <a:gd name="T26" fmla="*/ 317 w 324"/>
                    <a:gd name="T27" fmla="*/ 92 h 217"/>
                    <a:gd name="T28" fmla="*/ 315 w 324"/>
                    <a:gd name="T29" fmla="*/ 91 h 217"/>
                    <a:gd name="T30" fmla="*/ 314 w 324"/>
                    <a:gd name="T31" fmla="*/ 90 h 217"/>
                    <a:gd name="T32" fmla="*/ 313 w 324"/>
                    <a:gd name="T33" fmla="*/ 89 h 217"/>
                    <a:gd name="T34" fmla="*/ 311 w 324"/>
                    <a:gd name="T35" fmla="*/ 88 h 217"/>
                    <a:gd name="T36" fmla="*/ 310 w 324"/>
                    <a:gd name="T37" fmla="*/ 87 h 217"/>
                    <a:gd name="T38" fmla="*/ 167 w 324"/>
                    <a:gd name="T39" fmla="*/ 7 h 217"/>
                    <a:gd name="T40" fmla="*/ 130 w 324"/>
                    <a:gd name="T41" fmla="*/ 18 h 217"/>
                    <a:gd name="T42" fmla="*/ 141 w 324"/>
                    <a:gd name="T43" fmla="*/ 54 h 217"/>
                    <a:gd name="T44" fmla="*/ 194 w 324"/>
                    <a:gd name="T45" fmla="*/ 84 h 217"/>
                    <a:gd name="T46" fmla="*/ 53 w 324"/>
                    <a:gd name="T47" fmla="*/ 84 h 217"/>
                    <a:gd name="T48" fmla="*/ 53 w 324"/>
                    <a:gd name="T49" fmla="*/ 43 h 217"/>
                    <a:gd name="T50" fmla="*/ 0 w 324"/>
                    <a:gd name="T51" fmla="*/ 43 h 217"/>
                    <a:gd name="T52" fmla="*/ 0 w 324"/>
                    <a:gd name="T53" fmla="*/ 110 h 217"/>
                    <a:gd name="T54" fmla="*/ 27 w 324"/>
                    <a:gd name="T55" fmla="*/ 137 h 217"/>
                    <a:gd name="T56" fmla="*/ 194 w 324"/>
                    <a:gd name="T57" fmla="*/ 137 h 217"/>
                    <a:gd name="T58" fmla="*/ 141 w 324"/>
                    <a:gd name="T59" fmla="*/ 167 h 217"/>
                    <a:gd name="T60" fmla="*/ 130 w 324"/>
                    <a:gd name="T61" fmla="*/ 203 h 217"/>
                    <a:gd name="T62" fmla="*/ 154 w 324"/>
                    <a:gd name="T63" fmla="*/ 217 h 217"/>
                    <a:gd name="T64" fmla="*/ 167 w 324"/>
                    <a:gd name="T65" fmla="*/ 214 h 217"/>
                    <a:gd name="T66" fmla="*/ 310 w 324"/>
                    <a:gd name="T67" fmla="*/ 134 h 217"/>
                    <a:gd name="T68" fmla="*/ 310 w 324"/>
                    <a:gd name="T69" fmla="*/ 134 h 217"/>
                    <a:gd name="T70" fmla="*/ 311 w 324"/>
                    <a:gd name="T71" fmla="*/ 133 h 217"/>
                    <a:gd name="T72" fmla="*/ 313 w 324"/>
                    <a:gd name="T73" fmla="*/ 132 h 217"/>
                    <a:gd name="T74" fmla="*/ 315 w 324"/>
                    <a:gd name="T75" fmla="*/ 130 h 217"/>
                    <a:gd name="T76" fmla="*/ 316 w 324"/>
                    <a:gd name="T77" fmla="*/ 129 h 217"/>
                    <a:gd name="T78" fmla="*/ 316 w 324"/>
                    <a:gd name="T79" fmla="*/ 129 h 217"/>
                    <a:gd name="T80" fmla="*/ 317 w 324"/>
                    <a:gd name="T81" fmla="*/ 128 h 217"/>
                    <a:gd name="T82" fmla="*/ 319 w 324"/>
                    <a:gd name="T83" fmla="*/ 126 h 217"/>
                    <a:gd name="T84" fmla="*/ 320 w 324"/>
                    <a:gd name="T85" fmla="*/ 124 h 217"/>
                    <a:gd name="T86" fmla="*/ 321 w 324"/>
                    <a:gd name="T87" fmla="*/ 123 h 217"/>
                    <a:gd name="T88" fmla="*/ 321 w 324"/>
                    <a:gd name="T89" fmla="*/ 123 h 217"/>
                    <a:gd name="T90" fmla="*/ 321 w 324"/>
                    <a:gd name="T91" fmla="*/ 122 h 217"/>
                    <a:gd name="T92" fmla="*/ 322 w 324"/>
                    <a:gd name="T93" fmla="*/ 120 h 217"/>
                    <a:gd name="T94" fmla="*/ 323 w 324"/>
                    <a:gd name="T95" fmla="*/ 118 h 217"/>
                    <a:gd name="T96" fmla="*/ 323 w 324"/>
                    <a:gd name="T97" fmla="*/ 117 h 217"/>
                    <a:gd name="T98" fmla="*/ 324 w 324"/>
                    <a:gd name="T99" fmla="*/ 115 h 217"/>
                    <a:gd name="T100" fmla="*/ 324 w 324"/>
                    <a:gd name="T101" fmla="*/ 113 h 217"/>
                    <a:gd name="T102" fmla="*/ 324 w 324"/>
                    <a:gd name="T103" fmla="*/ 111 h 217"/>
                    <a:gd name="T104" fmla="*/ 324 w 324"/>
                    <a:gd name="T105" fmla="*/ 110 h 217"/>
                    <a:gd name="T106" fmla="*/ 324 w 324"/>
                    <a:gd name="T107" fmla="*/ 109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324" y="109"/>
                      </a:moveTo>
                      <a:lnTo>
                        <a:pt x="324" y="109"/>
                      </a:lnTo>
                      <a:cubicBezTo>
                        <a:pt x="324" y="109"/>
                        <a:pt x="324" y="108"/>
                        <a:pt x="324" y="108"/>
                      </a:cubicBezTo>
                      <a:cubicBezTo>
                        <a:pt x="324" y="107"/>
                        <a:pt x="324" y="107"/>
                        <a:pt x="324" y="106"/>
                      </a:cubicBezTo>
                      <a:cubicBezTo>
                        <a:pt x="323" y="106"/>
                        <a:pt x="323" y="105"/>
                        <a:pt x="323" y="104"/>
                      </a:cubicBezTo>
                      <a:cubicBezTo>
                        <a:pt x="323" y="104"/>
                        <a:pt x="323" y="103"/>
                        <a:pt x="323" y="103"/>
                      </a:cubicBezTo>
                      <a:cubicBezTo>
                        <a:pt x="323" y="102"/>
                        <a:pt x="322" y="102"/>
                        <a:pt x="322" y="101"/>
                      </a:cubicBezTo>
                      <a:cubicBezTo>
                        <a:pt x="322" y="101"/>
                        <a:pt x="322" y="100"/>
                        <a:pt x="321" y="99"/>
                      </a:cubicBezTo>
                      <a:cubicBezTo>
                        <a:pt x="321" y="99"/>
                        <a:pt x="321" y="98"/>
                        <a:pt x="321" y="98"/>
                      </a:cubicBezTo>
                      <a:cubicBezTo>
                        <a:pt x="321" y="98"/>
                        <a:pt x="321" y="98"/>
                        <a:pt x="321" y="97"/>
                      </a:cubicBezTo>
                      <a:cubicBezTo>
                        <a:pt x="320" y="97"/>
                        <a:pt x="320" y="97"/>
                        <a:pt x="320" y="97"/>
                      </a:cubicBezTo>
                      <a:cubicBezTo>
                        <a:pt x="320" y="96"/>
                        <a:pt x="319" y="95"/>
                        <a:pt x="319" y="95"/>
                      </a:cubicBezTo>
                      <a:cubicBezTo>
                        <a:pt x="319" y="94"/>
                        <a:pt x="318" y="94"/>
                        <a:pt x="318" y="94"/>
                      </a:cubicBezTo>
                      <a:cubicBezTo>
                        <a:pt x="317" y="93"/>
                        <a:pt x="317" y="93"/>
                        <a:pt x="317" y="92"/>
                      </a:cubicBezTo>
                      <a:cubicBezTo>
                        <a:pt x="316" y="92"/>
                        <a:pt x="316" y="91"/>
                        <a:pt x="315" y="91"/>
                      </a:cubicBezTo>
                      <a:cubicBezTo>
                        <a:pt x="315" y="91"/>
                        <a:pt x="315" y="90"/>
                        <a:pt x="314" y="90"/>
                      </a:cubicBezTo>
                      <a:cubicBezTo>
                        <a:pt x="314" y="90"/>
                        <a:pt x="313" y="89"/>
                        <a:pt x="313" y="89"/>
                      </a:cubicBezTo>
                      <a:cubicBezTo>
                        <a:pt x="312" y="89"/>
                        <a:pt x="312" y="88"/>
                        <a:pt x="311" y="88"/>
                      </a:cubicBezTo>
                      <a:cubicBezTo>
                        <a:pt x="311" y="88"/>
                        <a:pt x="311" y="87"/>
                        <a:pt x="310" y="87"/>
                      </a:cubicBezTo>
                      <a:lnTo>
                        <a:pt x="167" y="7"/>
                      </a:lnTo>
                      <a:cubicBezTo>
                        <a:pt x="154" y="0"/>
                        <a:pt x="138" y="5"/>
                        <a:pt x="130" y="18"/>
                      </a:cubicBezTo>
                      <a:cubicBezTo>
                        <a:pt x="123" y="31"/>
                        <a:pt x="128" y="47"/>
                        <a:pt x="141" y="54"/>
                      </a:cubicBezTo>
                      <a:lnTo>
                        <a:pt x="194" y="84"/>
                      </a:lnTo>
                      <a:lnTo>
                        <a:pt x="53" y="84"/>
                      </a:lnTo>
                      <a:lnTo>
                        <a:pt x="53" y="43"/>
                      </a:lnTo>
                      <a:lnTo>
                        <a:pt x="0" y="43"/>
                      </a:lnTo>
                      <a:lnTo>
                        <a:pt x="0" y="110"/>
                      </a:lnTo>
                      <a:cubicBezTo>
                        <a:pt x="0" y="125"/>
                        <a:pt x="12" y="137"/>
                        <a:pt x="27" y="137"/>
                      </a:cubicBezTo>
                      <a:lnTo>
                        <a:pt x="194" y="137"/>
                      </a:lnTo>
                      <a:lnTo>
                        <a:pt x="141" y="167"/>
                      </a:lnTo>
                      <a:cubicBezTo>
                        <a:pt x="128" y="174"/>
                        <a:pt x="123" y="190"/>
                        <a:pt x="130" y="203"/>
                      </a:cubicBezTo>
                      <a:cubicBezTo>
                        <a:pt x="135" y="212"/>
                        <a:pt x="144" y="217"/>
                        <a:pt x="154" y="217"/>
                      </a:cubicBezTo>
                      <a:cubicBezTo>
                        <a:pt x="158" y="217"/>
                        <a:pt x="163" y="216"/>
                        <a:pt x="167" y="214"/>
                      </a:cubicBezTo>
                      <a:lnTo>
                        <a:pt x="310" y="134"/>
                      </a:lnTo>
                      <a:cubicBezTo>
                        <a:pt x="310" y="134"/>
                        <a:pt x="310" y="134"/>
                        <a:pt x="310" y="134"/>
                      </a:cubicBezTo>
                      <a:cubicBezTo>
                        <a:pt x="311" y="133"/>
                        <a:pt x="311" y="133"/>
                        <a:pt x="311" y="133"/>
                      </a:cubicBezTo>
                      <a:cubicBezTo>
                        <a:pt x="312" y="133"/>
                        <a:pt x="313" y="132"/>
                        <a:pt x="313" y="132"/>
                      </a:cubicBezTo>
                      <a:cubicBezTo>
                        <a:pt x="314" y="131"/>
                        <a:pt x="315" y="130"/>
                        <a:pt x="315" y="130"/>
                      </a:cubicBezTo>
                      <a:cubicBezTo>
                        <a:pt x="316" y="130"/>
                        <a:pt x="316" y="130"/>
                        <a:pt x="316" y="129"/>
                      </a:cubicBezTo>
                      <a:cubicBezTo>
                        <a:pt x="316" y="129"/>
                        <a:pt x="316" y="129"/>
                        <a:pt x="316" y="129"/>
                      </a:cubicBezTo>
                      <a:cubicBezTo>
                        <a:pt x="317" y="129"/>
                        <a:pt x="317" y="128"/>
                        <a:pt x="317" y="128"/>
                      </a:cubicBezTo>
                      <a:cubicBezTo>
                        <a:pt x="318" y="127"/>
                        <a:pt x="318" y="127"/>
                        <a:pt x="319" y="126"/>
                      </a:cubicBezTo>
                      <a:cubicBezTo>
                        <a:pt x="319" y="125"/>
                        <a:pt x="320" y="125"/>
                        <a:pt x="320" y="124"/>
                      </a:cubicBezTo>
                      <a:cubicBezTo>
                        <a:pt x="320" y="124"/>
                        <a:pt x="320" y="124"/>
                        <a:pt x="321" y="123"/>
                      </a:cubicBezTo>
                      <a:cubicBezTo>
                        <a:pt x="321" y="123"/>
                        <a:pt x="321" y="123"/>
                        <a:pt x="321" y="123"/>
                      </a:cubicBezTo>
                      <a:cubicBezTo>
                        <a:pt x="321" y="123"/>
                        <a:pt x="321" y="122"/>
                        <a:pt x="321" y="122"/>
                      </a:cubicBezTo>
                      <a:cubicBezTo>
                        <a:pt x="322" y="121"/>
                        <a:pt x="322" y="120"/>
                        <a:pt x="322" y="120"/>
                      </a:cubicBezTo>
                      <a:cubicBezTo>
                        <a:pt x="322" y="119"/>
                        <a:pt x="323" y="119"/>
                        <a:pt x="323" y="118"/>
                      </a:cubicBezTo>
                      <a:cubicBezTo>
                        <a:pt x="323" y="118"/>
                        <a:pt x="323" y="117"/>
                        <a:pt x="323" y="117"/>
                      </a:cubicBezTo>
                      <a:cubicBezTo>
                        <a:pt x="323" y="116"/>
                        <a:pt x="323" y="115"/>
                        <a:pt x="324" y="115"/>
                      </a:cubicBezTo>
                      <a:cubicBezTo>
                        <a:pt x="324" y="114"/>
                        <a:pt x="324" y="114"/>
                        <a:pt x="324" y="113"/>
                      </a:cubicBezTo>
                      <a:cubicBezTo>
                        <a:pt x="324" y="112"/>
                        <a:pt x="324" y="112"/>
                        <a:pt x="324" y="111"/>
                      </a:cubicBezTo>
                      <a:cubicBezTo>
                        <a:pt x="324" y="111"/>
                        <a:pt x="324" y="111"/>
                        <a:pt x="324" y="110"/>
                      </a:cubicBezTo>
                      <a:cubicBezTo>
                        <a:pt x="324" y="110"/>
                        <a:pt x="324" y="110"/>
                        <a:pt x="324" y="10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7503263" y="3041398"/>
            <a:ext cx="242943" cy="229314"/>
            <a:chOff x="5440947" y="3571465"/>
            <a:chExt cx="268134" cy="285241"/>
          </a:xfrm>
        </p:grpSpPr>
        <p:sp>
          <p:nvSpPr>
            <p:cNvPr id="253" name="任意多边形: 形状 221"/>
            <p:cNvSpPr/>
            <p:nvPr/>
          </p:nvSpPr>
          <p:spPr>
            <a:xfrm>
              <a:off x="5440947" y="3571465"/>
              <a:ext cx="268134" cy="149635"/>
            </a:xfrm>
            <a:custGeom>
              <a:avLst/>
              <a:gdLst>
                <a:gd name="connsiteX0" fmla="*/ 0 w 382014"/>
                <a:gd name="connsiteY0" fmla="*/ 0 h 149390"/>
                <a:gd name="connsiteX1" fmla="*/ 382014 w 382014"/>
                <a:gd name="connsiteY1" fmla="*/ 0 h 149390"/>
                <a:gd name="connsiteX2" fmla="*/ 382014 w 382014"/>
                <a:gd name="connsiteY2" fmla="*/ 149390 h 149390"/>
                <a:gd name="connsiteX3" fmla="*/ 191007 w 382014"/>
                <a:gd name="connsiteY3" fmla="*/ 103671 h 149390"/>
                <a:gd name="connsiteX4" fmla="*/ 0 w 382014"/>
                <a:gd name="connsiteY4" fmla="*/ 149390 h 14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014" h="149390">
                  <a:moveTo>
                    <a:pt x="0" y="0"/>
                  </a:moveTo>
                  <a:lnTo>
                    <a:pt x="382014" y="0"/>
                  </a:lnTo>
                  <a:lnTo>
                    <a:pt x="382014" y="149390"/>
                  </a:lnTo>
                  <a:cubicBezTo>
                    <a:pt x="382014" y="124140"/>
                    <a:pt x="296497" y="103671"/>
                    <a:pt x="191007" y="103671"/>
                  </a:cubicBezTo>
                  <a:cubicBezTo>
                    <a:pt x="85517" y="103671"/>
                    <a:pt x="0" y="124140"/>
                    <a:pt x="0" y="14939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4648C">
                    <a:alpha val="0"/>
                  </a:srgbClr>
                </a:gs>
                <a:gs pos="100000">
                  <a:srgbClr val="54648C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grpSp>
          <p:nvGrpSpPr>
            <p:cNvPr id="254" name="组合 253"/>
            <p:cNvGrpSpPr/>
            <p:nvPr/>
          </p:nvGrpSpPr>
          <p:grpSpPr>
            <a:xfrm>
              <a:off x="5440947" y="3673530"/>
              <a:ext cx="268134" cy="183176"/>
              <a:chOff x="240911" y="2398860"/>
              <a:chExt cx="375475" cy="179746"/>
            </a:xfrm>
          </p:grpSpPr>
          <p:sp>
            <p:nvSpPr>
              <p:cNvPr id="255" name="圆柱形 11"/>
              <p:cNvSpPr/>
              <p:nvPr/>
            </p:nvSpPr>
            <p:spPr>
              <a:xfrm>
                <a:off x="240911" y="2398860"/>
                <a:ext cx="375475" cy="17974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576" name="组合 575"/>
              <p:cNvGrpSpPr/>
              <p:nvPr/>
            </p:nvGrpSpPr>
            <p:grpSpPr>
              <a:xfrm>
                <a:off x="362760" y="2402462"/>
                <a:ext cx="125807" cy="72156"/>
                <a:chOff x="-719582" y="2338114"/>
                <a:chExt cx="482788" cy="276901"/>
              </a:xfrm>
              <a:solidFill>
                <a:sysClr val="window" lastClr="FFFFFF"/>
              </a:solidFill>
            </p:grpSpPr>
            <p:sp>
              <p:nvSpPr>
                <p:cNvPr id="577" name="Freeform 69"/>
                <p:cNvSpPr/>
                <p:nvPr/>
              </p:nvSpPr>
              <p:spPr bwMode="auto">
                <a:xfrm>
                  <a:off x="-579827" y="2498758"/>
                  <a:ext cx="203279" cy="116257"/>
                </a:xfrm>
                <a:custGeom>
                  <a:avLst/>
                  <a:gdLst>
                    <a:gd name="T0" fmla="*/ 308 w 351"/>
                    <a:gd name="T1" fmla="*/ 73 h 202"/>
                    <a:gd name="T2" fmla="*/ 308 w 351"/>
                    <a:gd name="T3" fmla="*/ 73 h 202"/>
                    <a:gd name="T4" fmla="*/ 202 w 351"/>
                    <a:gd name="T5" fmla="*/ 131 h 202"/>
                    <a:gd name="T6" fmla="*/ 202 w 351"/>
                    <a:gd name="T7" fmla="*/ 53 h 202"/>
                    <a:gd name="T8" fmla="*/ 258 w 351"/>
                    <a:gd name="T9" fmla="*/ 53 h 202"/>
                    <a:gd name="T10" fmla="*/ 258 w 351"/>
                    <a:gd name="T11" fmla="*/ 0 h 202"/>
                    <a:gd name="T12" fmla="*/ 176 w 351"/>
                    <a:gd name="T13" fmla="*/ 0 h 202"/>
                    <a:gd name="T14" fmla="*/ 149 w 351"/>
                    <a:gd name="T15" fmla="*/ 26 h 202"/>
                    <a:gd name="T16" fmla="*/ 149 w 351"/>
                    <a:gd name="T17" fmla="*/ 131 h 202"/>
                    <a:gd name="T18" fmla="*/ 44 w 351"/>
                    <a:gd name="T19" fmla="*/ 73 h 202"/>
                    <a:gd name="T20" fmla="*/ 7 w 351"/>
                    <a:gd name="T21" fmla="*/ 84 h 202"/>
                    <a:gd name="T22" fmla="*/ 18 w 351"/>
                    <a:gd name="T23" fmla="*/ 120 h 202"/>
                    <a:gd name="T24" fmla="*/ 163 w 351"/>
                    <a:gd name="T25" fmla="*/ 199 h 202"/>
                    <a:gd name="T26" fmla="*/ 164 w 351"/>
                    <a:gd name="T27" fmla="*/ 199 h 202"/>
                    <a:gd name="T28" fmla="*/ 168 w 351"/>
                    <a:gd name="T29" fmla="*/ 201 h 202"/>
                    <a:gd name="T30" fmla="*/ 169 w 351"/>
                    <a:gd name="T31" fmla="*/ 201 h 202"/>
                    <a:gd name="T32" fmla="*/ 170 w 351"/>
                    <a:gd name="T33" fmla="*/ 201 h 202"/>
                    <a:gd name="T34" fmla="*/ 176 w 351"/>
                    <a:gd name="T35" fmla="*/ 202 h 202"/>
                    <a:gd name="T36" fmla="*/ 176 w 351"/>
                    <a:gd name="T37" fmla="*/ 202 h 202"/>
                    <a:gd name="T38" fmla="*/ 176 w 351"/>
                    <a:gd name="T39" fmla="*/ 202 h 202"/>
                    <a:gd name="T40" fmla="*/ 176 w 351"/>
                    <a:gd name="T41" fmla="*/ 202 h 202"/>
                    <a:gd name="T42" fmla="*/ 182 w 351"/>
                    <a:gd name="T43" fmla="*/ 201 h 202"/>
                    <a:gd name="T44" fmla="*/ 182 w 351"/>
                    <a:gd name="T45" fmla="*/ 201 h 202"/>
                    <a:gd name="T46" fmla="*/ 184 w 351"/>
                    <a:gd name="T47" fmla="*/ 201 h 202"/>
                    <a:gd name="T48" fmla="*/ 188 w 351"/>
                    <a:gd name="T49" fmla="*/ 199 h 202"/>
                    <a:gd name="T50" fmla="*/ 188 w 351"/>
                    <a:gd name="T51" fmla="*/ 199 h 202"/>
                    <a:gd name="T52" fmla="*/ 333 w 351"/>
                    <a:gd name="T53" fmla="*/ 120 h 202"/>
                    <a:gd name="T54" fmla="*/ 344 w 351"/>
                    <a:gd name="T55" fmla="*/ 84 h 202"/>
                    <a:gd name="T56" fmla="*/ 308 w 351"/>
                    <a:gd name="T57" fmla="*/ 73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51" h="202">
                      <a:moveTo>
                        <a:pt x="308" y="73"/>
                      </a:moveTo>
                      <a:lnTo>
                        <a:pt x="308" y="73"/>
                      </a:lnTo>
                      <a:lnTo>
                        <a:pt x="202" y="131"/>
                      </a:lnTo>
                      <a:lnTo>
                        <a:pt x="202" y="53"/>
                      </a:lnTo>
                      <a:lnTo>
                        <a:pt x="258" y="53"/>
                      </a:lnTo>
                      <a:lnTo>
                        <a:pt x="258" y="0"/>
                      </a:lnTo>
                      <a:lnTo>
                        <a:pt x="176" y="0"/>
                      </a:lnTo>
                      <a:cubicBezTo>
                        <a:pt x="161" y="0"/>
                        <a:pt x="149" y="12"/>
                        <a:pt x="149" y="26"/>
                      </a:cubicBezTo>
                      <a:lnTo>
                        <a:pt x="149" y="131"/>
                      </a:lnTo>
                      <a:lnTo>
                        <a:pt x="44" y="73"/>
                      </a:lnTo>
                      <a:cubicBezTo>
                        <a:pt x="31" y="66"/>
                        <a:pt x="14" y="71"/>
                        <a:pt x="7" y="84"/>
                      </a:cubicBezTo>
                      <a:cubicBezTo>
                        <a:pt x="0" y="97"/>
                        <a:pt x="5" y="113"/>
                        <a:pt x="18" y="120"/>
                      </a:cubicBezTo>
                      <a:lnTo>
                        <a:pt x="163" y="199"/>
                      </a:lnTo>
                      <a:cubicBezTo>
                        <a:pt x="163" y="199"/>
                        <a:pt x="164" y="199"/>
                        <a:pt x="164" y="199"/>
                      </a:cubicBezTo>
                      <a:cubicBezTo>
                        <a:pt x="165" y="200"/>
                        <a:pt x="166" y="200"/>
                        <a:pt x="168" y="201"/>
                      </a:cubicBezTo>
                      <a:cubicBezTo>
                        <a:pt x="168" y="201"/>
                        <a:pt x="168" y="201"/>
                        <a:pt x="169" y="201"/>
                      </a:cubicBezTo>
                      <a:cubicBezTo>
                        <a:pt x="169" y="201"/>
                        <a:pt x="169" y="201"/>
                        <a:pt x="170" y="201"/>
                      </a:cubicBezTo>
                      <a:cubicBezTo>
                        <a:pt x="172" y="202"/>
                        <a:pt x="174" y="202"/>
                        <a:pt x="176" y="202"/>
                      </a:cubicBezTo>
                      <a:cubicBezTo>
                        <a:pt x="176" y="202"/>
                        <a:pt x="176" y="202"/>
                        <a:pt x="176" y="202"/>
                      </a:cubicBezTo>
                      <a:lnTo>
                        <a:pt x="176" y="202"/>
                      </a:lnTo>
                      <a:lnTo>
                        <a:pt x="176" y="202"/>
                      </a:lnTo>
                      <a:cubicBezTo>
                        <a:pt x="178" y="202"/>
                        <a:pt x="180" y="202"/>
                        <a:pt x="182" y="201"/>
                      </a:cubicBezTo>
                      <a:cubicBezTo>
                        <a:pt x="182" y="201"/>
                        <a:pt x="182" y="201"/>
                        <a:pt x="182" y="201"/>
                      </a:cubicBezTo>
                      <a:cubicBezTo>
                        <a:pt x="183" y="201"/>
                        <a:pt x="183" y="201"/>
                        <a:pt x="184" y="201"/>
                      </a:cubicBezTo>
                      <a:cubicBezTo>
                        <a:pt x="185" y="200"/>
                        <a:pt x="186" y="200"/>
                        <a:pt x="188" y="199"/>
                      </a:cubicBezTo>
                      <a:cubicBezTo>
                        <a:pt x="188" y="199"/>
                        <a:pt x="188" y="199"/>
                        <a:pt x="188" y="199"/>
                      </a:cubicBezTo>
                      <a:lnTo>
                        <a:pt x="333" y="120"/>
                      </a:lnTo>
                      <a:cubicBezTo>
                        <a:pt x="346" y="113"/>
                        <a:pt x="351" y="97"/>
                        <a:pt x="344" y="84"/>
                      </a:cubicBezTo>
                      <a:cubicBezTo>
                        <a:pt x="337" y="71"/>
                        <a:pt x="321" y="66"/>
                        <a:pt x="308" y="7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578" name="Freeform 70"/>
                <p:cNvSpPr/>
                <p:nvPr/>
              </p:nvSpPr>
              <p:spPr bwMode="auto">
                <a:xfrm>
                  <a:off x="-579827" y="2338114"/>
                  <a:ext cx="203279" cy="114142"/>
                </a:xfrm>
                <a:custGeom>
                  <a:avLst/>
                  <a:gdLst>
                    <a:gd name="T0" fmla="*/ 30 w 350"/>
                    <a:gd name="T1" fmla="*/ 132 h 200"/>
                    <a:gd name="T2" fmla="*/ 30 w 350"/>
                    <a:gd name="T3" fmla="*/ 132 h 200"/>
                    <a:gd name="T4" fmla="*/ 43 w 350"/>
                    <a:gd name="T5" fmla="*/ 129 h 200"/>
                    <a:gd name="T6" fmla="*/ 148 w 350"/>
                    <a:gd name="T7" fmla="*/ 71 h 200"/>
                    <a:gd name="T8" fmla="*/ 148 w 350"/>
                    <a:gd name="T9" fmla="*/ 146 h 200"/>
                    <a:gd name="T10" fmla="*/ 92 w 350"/>
                    <a:gd name="T11" fmla="*/ 146 h 200"/>
                    <a:gd name="T12" fmla="*/ 92 w 350"/>
                    <a:gd name="T13" fmla="*/ 200 h 200"/>
                    <a:gd name="T14" fmla="*/ 175 w 350"/>
                    <a:gd name="T15" fmla="*/ 200 h 200"/>
                    <a:gd name="T16" fmla="*/ 202 w 350"/>
                    <a:gd name="T17" fmla="*/ 173 h 200"/>
                    <a:gd name="T18" fmla="*/ 202 w 350"/>
                    <a:gd name="T19" fmla="*/ 71 h 200"/>
                    <a:gd name="T20" fmla="*/ 307 w 350"/>
                    <a:gd name="T21" fmla="*/ 129 h 200"/>
                    <a:gd name="T22" fmla="*/ 320 w 350"/>
                    <a:gd name="T23" fmla="*/ 132 h 200"/>
                    <a:gd name="T24" fmla="*/ 343 w 350"/>
                    <a:gd name="T25" fmla="*/ 118 h 200"/>
                    <a:gd name="T26" fmla="*/ 333 w 350"/>
                    <a:gd name="T27" fmla="*/ 82 h 200"/>
                    <a:gd name="T28" fmla="*/ 188 w 350"/>
                    <a:gd name="T29" fmla="*/ 3 h 200"/>
                    <a:gd name="T30" fmla="*/ 187 w 350"/>
                    <a:gd name="T31" fmla="*/ 3 h 200"/>
                    <a:gd name="T32" fmla="*/ 186 w 350"/>
                    <a:gd name="T33" fmla="*/ 2 h 200"/>
                    <a:gd name="T34" fmla="*/ 184 w 350"/>
                    <a:gd name="T35" fmla="*/ 1 h 200"/>
                    <a:gd name="T36" fmla="*/ 183 w 350"/>
                    <a:gd name="T37" fmla="*/ 1 h 200"/>
                    <a:gd name="T38" fmla="*/ 181 w 350"/>
                    <a:gd name="T39" fmla="*/ 0 h 200"/>
                    <a:gd name="T40" fmla="*/ 179 w 350"/>
                    <a:gd name="T41" fmla="*/ 0 h 200"/>
                    <a:gd name="T42" fmla="*/ 177 w 350"/>
                    <a:gd name="T43" fmla="*/ 0 h 200"/>
                    <a:gd name="T44" fmla="*/ 176 w 350"/>
                    <a:gd name="T45" fmla="*/ 0 h 200"/>
                    <a:gd name="T46" fmla="*/ 175 w 350"/>
                    <a:gd name="T47" fmla="*/ 0 h 200"/>
                    <a:gd name="T48" fmla="*/ 174 w 350"/>
                    <a:gd name="T49" fmla="*/ 0 h 200"/>
                    <a:gd name="T50" fmla="*/ 172 w 350"/>
                    <a:gd name="T51" fmla="*/ 0 h 200"/>
                    <a:gd name="T52" fmla="*/ 171 w 350"/>
                    <a:gd name="T53" fmla="*/ 0 h 200"/>
                    <a:gd name="T54" fmla="*/ 168 w 350"/>
                    <a:gd name="T55" fmla="*/ 0 h 200"/>
                    <a:gd name="T56" fmla="*/ 167 w 350"/>
                    <a:gd name="T57" fmla="*/ 1 h 200"/>
                    <a:gd name="T58" fmla="*/ 166 w 350"/>
                    <a:gd name="T59" fmla="*/ 1 h 200"/>
                    <a:gd name="T60" fmla="*/ 164 w 350"/>
                    <a:gd name="T61" fmla="*/ 2 h 200"/>
                    <a:gd name="T62" fmla="*/ 162 w 350"/>
                    <a:gd name="T63" fmla="*/ 3 h 200"/>
                    <a:gd name="T64" fmla="*/ 162 w 350"/>
                    <a:gd name="T65" fmla="*/ 3 h 200"/>
                    <a:gd name="T66" fmla="*/ 17 w 350"/>
                    <a:gd name="T67" fmla="*/ 82 h 200"/>
                    <a:gd name="T68" fmla="*/ 7 w 350"/>
                    <a:gd name="T69" fmla="*/ 118 h 200"/>
                    <a:gd name="T70" fmla="*/ 30 w 350"/>
                    <a:gd name="T71" fmla="*/ 132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50" h="200">
                      <a:moveTo>
                        <a:pt x="30" y="132"/>
                      </a:moveTo>
                      <a:lnTo>
                        <a:pt x="30" y="132"/>
                      </a:lnTo>
                      <a:cubicBezTo>
                        <a:pt x="34" y="132"/>
                        <a:pt x="39" y="131"/>
                        <a:pt x="43" y="129"/>
                      </a:cubicBezTo>
                      <a:lnTo>
                        <a:pt x="148" y="71"/>
                      </a:lnTo>
                      <a:lnTo>
                        <a:pt x="148" y="146"/>
                      </a:lnTo>
                      <a:lnTo>
                        <a:pt x="92" y="146"/>
                      </a:lnTo>
                      <a:lnTo>
                        <a:pt x="92" y="200"/>
                      </a:lnTo>
                      <a:lnTo>
                        <a:pt x="175" y="200"/>
                      </a:lnTo>
                      <a:cubicBezTo>
                        <a:pt x="190" y="200"/>
                        <a:pt x="202" y="188"/>
                        <a:pt x="202" y="173"/>
                      </a:cubicBezTo>
                      <a:lnTo>
                        <a:pt x="202" y="71"/>
                      </a:lnTo>
                      <a:lnTo>
                        <a:pt x="307" y="129"/>
                      </a:lnTo>
                      <a:cubicBezTo>
                        <a:pt x="311" y="131"/>
                        <a:pt x="315" y="132"/>
                        <a:pt x="320" y="132"/>
                      </a:cubicBezTo>
                      <a:cubicBezTo>
                        <a:pt x="329" y="132"/>
                        <a:pt x="338" y="127"/>
                        <a:pt x="343" y="118"/>
                      </a:cubicBezTo>
                      <a:cubicBezTo>
                        <a:pt x="350" y="105"/>
                        <a:pt x="346" y="89"/>
                        <a:pt x="333" y="82"/>
                      </a:cubicBezTo>
                      <a:lnTo>
                        <a:pt x="188" y="3"/>
                      </a:lnTo>
                      <a:cubicBezTo>
                        <a:pt x="188" y="3"/>
                        <a:pt x="188" y="3"/>
                        <a:pt x="187" y="3"/>
                      </a:cubicBezTo>
                      <a:cubicBezTo>
                        <a:pt x="187" y="3"/>
                        <a:pt x="187" y="2"/>
                        <a:pt x="186" y="2"/>
                      </a:cubicBezTo>
                      <a:cubicBezTo>
                        <a:pt x="185" y="2"/>
                        <a:pt x="185" y="2"/>
                        <a:pt x="184" y="1"/>
                      </a:cubicBezTo>
                      <a:cubicBezTo>
                        <a:pt x="183" y="1"/>
                        <a:pt x="183" y="1"/>
                        <a:pt x="183" y="1"/>
                      </a:cubicBezTo>
                      <a:cubicBezTo>
                        <a:pt x="182" y="1"/>
                        <a:pt x="182" y="1"/>
                        <a:pt x="181" y="0"/>
                      </a:cubicBezTo>
                      <a:cubicBezTo>
                        <a:pt x="181" y="0"/>
                        <a:pt x="180" y="0"/>
                        <a:pt x="179" y="0"/>
                      </a:cubicBezTo>
                      <a:cubicBezTo>
                        <a:pt x="178" y="0"/>
                        <a:pt x="178" y="0"/>
                        <a:pt x="177" y="0"/>
                      </a:cubicBezTo>
                      <a:cubicBezTo>
                        <a:pt x="177" y="0"/>
                        <a:pt x="177" y="0"/>
                        <a:pt x="176" y="0"/>
                      </a:cubicBezTo>
                      <a:cubicBezTo>
                        <a:pt x="176" y="0"/>
                        <a:pt x="175" y="0"/>
                        <a:pt x="175" y="0"/>
                      </a:cubicBezTo>
                      <a:cubicBezTo>
                        <a:pt x="175" y="0"/>
                        <a:pt x="174" y="0"/>
                        <a:pt x="174" y="0"/>
                      </a:cubicBezTo>
                      <a:cubicBezTo>
                        <a:pt x="173" y="0"/>
                        <a:pt x="173" y="0"/>
                        <a:pt x="172" y="0"/>
                      </a:cubicBezTo>
                      <a:cubicBezTo>
                        <a:pt x="172" y="0"/>
                        <a:pt x="171" y="0"/>
                        <a:pt x="171" y="0"/>
                      </a:cubicBezTo>
                      <a:cubicBezTo>
                        <a:pt x="170" y="0"/>
                        <a:pt x="169" y="0"/>
                        <a:pt x="168" y="0"/>
                      </a:cubicBezTo>
                      <a:cubicBezTo>
                        <a:pt x="168" y="1"/>
                        <a:pt x="168" y="1"/>
                        <a:pt x="167" y="1"/>
                      </a:cubicBezTo>
                      <a:cubicBezTo>
                        <a:pt x="167" y="1"/>
                        <a:pt x="166" y="1"/>
                        <a:pt x="166" y="1"/>
                      </a:cubicBezTo>
                      <a:cubicBezTo>
                        <a:pt x="165" y="2"/>
                        <a:pt x="164" y="2"/>
                        <a:pt x="164" y="2"/>
                      </a:cubicBezTo>
                      <a:cubicBezTo>
                        <a:pt x="163" y="2"/>
                        <a:pt x="163" y="3"/>
                        <a:pt x="162" y="3"/>
                      </a:cubicBezTo>
                      <a:cubicBezTo>
                        <a:pt x="162" y="3"/>
                        <a:pt x="162" y="3"/>
                        <a:pt x="162" y="3"/>
                      </a:cubicBezTo>
                      <a:lnTo>
                        <a:pt x="17" y="82"/>
                      </a:lnTo>
                      <a:cubicBezTo>
                        <a:pt x="4" y="89"/>
                        <a:pt x="0" y="105"/>
                        <a:pt x="7" y="118"/>
                      </a:cubicBezTo>
                      <a:cubicBezTo>
                        <a:pt x="11" y="127"/>
                        <a:pt x="21" y="132"/>
                        <a:pt x="30" y="13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579" name="Freeform 71"/>
                <p:cNvSpPr/>
                <p:nvPr/>
              </p:nvSpPr>
              <p:spPr bwMode="auto">
                <a:xfrm>
                  <a:off x="-719582" y="2414209"/>
                  <a:ext cx="186339" cy="122597"/>
                </a:xfrm>
                <a:custGeom>
                  <a:avLst/>
                  <a:gdLst>
                    <a:gd name="T0" fmla="*/ 183 w 324"/>
                    <a:gd name="T1" fmla="*/ 167 h 217"/>
                    <a:gd name="T2" fmla="*/ 183 w 324"/>
                    <a:gd name="T3" fmla="*/ 167 h 217"/>
                    <a:gd name="T4" fmla="*/ 129 w 324"/>
                    <a:gd name="T5" fmla="*/ 137 h 217"/>
                    <a:gd name="T6" fmla="*/ 270 w 324"/>
                    <a:gd name="T7" fmla="*/ 137 h 217"/>
                    <a:gd name="T8" fmla="*/ 270 w 324"/>
                    <a:gd name="T9" fmla="*/ 176 h 217"/>
                    <a:gd name="T10" fmla="*/ 324 w 324"/>
                    <a:gd name="T11" fmla="*/ 176 h 217"/>
                    <a:gd name="T12" fmla="*/ 324 w 324"/>
                    <a:gd name="T13" fmla="*/ 110 h 217"/>
                    <a:gd name="T14" fmla="*/ 297 w 324"/>
                    <a:gd name="T15" fmla="*/ 84 h 217"/>
                    <a:gd name="T16" fmla="*/ 129 w 324"/>
                    <a:gd name="T17" fmla="*/ 84 h 217"/>
                    <a:gd name="T18" fmla="*/ 183 w 324"/>
                    <a:gd name="T19" fmla="*/ 54 h 217"/>
                    <a:gd name="T20" fmla="*/ 193 w 324"/>
                    <a:gd name="T21" fmla="*/ 18 h 217"/>
                    <a:gd name="T22" fmla="*/ 157 w 324"/>
                    <a:gd name="T23" fmla="*/ 7 h 217"/>
                    <a:gd name="T24" fmla="*/ 13 w 324"/>
                    <a:gd name="T25" fmla="*/ 87 h 217"/>
                    <a:gd name="T26" fmla="*/ 13 w 324"/>
                    <a:gd name="T27" fmla="*/ 88 h 217"/>
                    <a:gd name="T28" fmla="*/ 11 w 324"/>
                    <a:gd name="T29" fmla="*/ 89 h 217"/>
                    <a:gd name="T30" fmla="*/ 9 w 324"/>
                    <a:gd name="T31" fmla="*/ 90 h 217"/>
                    <a:gd name="T32" fmla="*/ 8 w 324"/>
                    <a:gd name="T33" fmla="*/ 91 h 217"/>
                    <a:gd name="T34" fmla="*/ 7 w 324"/>
                    <a:gd name="T35" fmla="*/ 92 h 217"/>
                    <a:gd name="T36" fmla="*/ 6 w 324"/>
                    <a:gd name="T37" fmla="*/ 93 h 217"/>
                    <a:gd name="T38" fmla="*/ 5 w 324"/>
                    <a:gd name="T39" fmla="*/ 95 h 217"/>
                    <a:gd name="T40" fmla="*/ 4 w 324"/>
                    <a:gd name="T41" fmla="*/ 96 h 217"/>
                    <a:gd name="T42" fmla="*/ 3 w 324"/>
                    <a:gd name="T43" fmla="*/ 97 h 217"/>
                    <a:gd name="T44" fmla="*/ 3 w 324"/>
                    <a:gd name="T45" fmla="*/ 98 h 217"/>
                    <a:gd name="T46" fmla="*/ 2 w 324"/>
                    <a:gd name="T47" fmla="*/ 99 h 217"/>
                    <a:gd name="T48" fmla="*/ 1 w 324"/>
                    <a:gd name="T49" fmla="*/ 101 h 217"/>
                    <a:gd name="T50" fmla="*/ 1 w 324"/>
                    <a:gd name="T51" fmla="*/ 103 h 217"/>
                    <a:gd name="T52" fmla="*/ 1 w 324"/>
                    <a:gd name="T53" fmla="*/ 104 h 217"/>
                    <a:gd name="T54" fmla="*/ 0 w 324"/>
                    <a:gd name="T55" fmla="*/ 106 h 217"/>
                    <a:gd name="T56" fmla="*/ 0 w 324"/>
                    <a:gd name="T57" fmla="*/ 108 h 217"/>
                    <a:gd name="T58" fmla="*/ 0 w 324"/>
                    <a:gd name="T59" fmla="*/ 109 h 217"/>
                    <a:gd name="T60" fmla="*/ 0 w 324"/>
                    <a:gd name="T61" fmla="*/ 110 h 217"/>
                    <a:gd name="T62" fmla="*/ 0 w 324"/>
                    <a:gd name="T63" fmla="*/ 111 h 217"/>
                    <a:gd name="T64" fmla="*/ 0 w 324"/>
                    <a:gd name="T65" fmla="*/ 113 h 217"/>
                    <a:gd name="T66" fmla="*/ 0 w 324"/>
                    <a:gd name="T67" fmla="*/ 115 h 217"/>
                    <a:gd name="T68" fmla="*/ 1 w 324"/>
                    <a:gd name="T69" fmla="*/ 117 h 217"/>
                    <a:gd name="T70" fmla="*/ 1 w 324"/>
                    <a:gd name="T71" fmla="*/ 118 h 217"/>
                    <a:gd name="T72" fmla="*/ 1 w 324"/>
                    <a:gd name="T73" fmla="*/ 119 h 217"/>
                    <a:gd name="T74" fmla="*/ 2 w 324"/>
                    <a:gd name="T75" fmla="*/ 122 h 217"/>
                    <a:gd name="T76" fmla="*/ 3 w 324"/>
                    <a:gd name="T77" fmla="*/ 123 h 217"/>
                    <a:gd name="T78" fmla="*/ 3 w 324"/>
                    <a:gd name="T79" fmla="*/ 123 h 217"/>
                    <a:gd name="T80" fmla="*/ 4 w 324"/>
                    <a:gd name="T81" fmla="*/ 124 h 217"/>
                    <a:gd name="T82" fmla="*/ 5 w 324"/>
                    <a:gd name="T83" fmla="*/ 126 h 217"/>
                    <a:gd name="T84" fmla="*/ 7 w 324"/>
                    <a:gd name="T85" fmla="*/ 128 h 217"/>
                    <a:gd name="T86" fmla="*/ 7 w 324"/>
                    <a:gd name="T87" fmla="*/ 129 h 217"/>
                    <a:gd name="T88" fmla="*/ 8 w 324"/>
                    <a:gd name="T89" fmla="*/ 129 h 217"/>
                    <a:gd name="T90" fmla="*/ 8 w 324"/>
                    <a:gd name="T91" fmla="*/ 130 h 217"/>
                    <a:gd name="T92" fmla="*/ 10 w 324"/>
                    <a:gd name="T93" fmla="*/ 131 h 217"/>
                    <a:gd name="T94" fmla="*/ 12 w 324"/>
                    <a:gd name="T95" fmla="*/ 133 h 217"/>
                    <a:gd name="T96" fmla="*/ 13 w 324"/>
                    <a:gd name="T97" fmla="*/ 134 h 217"/>
                    <a:gd name="T98" fmla="*/ 13 w 324"/>
                    <a:gd name="T99" fmla="*/ 134 h 217"/>
                    <a:gd name="T100" fmla="*/ 157 w 324"/>
                    <a:gd name="T101" fmla="*/ 213 h 217"/>
                    <a:gd name="T102" fmla="*/ 170 w 324"/>
                    <a:gd name="T103" fmla="*/ 217 h 217"/>
                    <a:gd name="T104" fmla="*/ 193 w 324"/>
                    <a:gd name="T105" fmla="*/ 203 h 217"/>
                    <a:gd name="T106" fmla="*/ 183 w 324"/>
                    <a:gd name="T107" fmla="*/ 167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183" y="167"/>
                      </a:moveTo>
                      <a:lnTo>
                        <a:pt x="183" y="167"/>
                      </a:lnTo>
                      <a:lnTo>
                        <a:pt x="129" y="137"/>
                      </a:lnTo>
                      <a:lnTo>
                        <a:pt x="270" y="137"/>
                      </a:lnTo>
                      <a:lnTo>
                        <a:pt x="270" y="176"/>
                      </a:lnTo>
                      <a:lnTo>
                        <a:pt x="324" y="176"/>
                      </a:lnTo>
                      <a:lnTo>
                        <a:pt x="324" y="110"/>
                      </a:lnTo>
                      <a:cubicBezTo>
                        <a:pt x="324" y="96"/>
                        <a:pt x="312" y="84"/>
                        <a:pt x="297" y="84"/>
                      </a:cubicBezTo>
                      <a:lnTo>
                        <a:pt x="129" y="84"/>
                      </a:lnTo>
                      <a:lnTo>
                        <a:pt x="183" y="54"/>
                      </a:lnTo>
                      <a:cubicBezTo>
                        <a:pt x="196" y="47"/>
                        <a:pt x="200" y="30"/>
                        <a:pt x="193" y="18"/>
                      </a:cubicBezTo>
                      <a:cubicBezTo>
                        <a:pt x="186" y="5"/>
                        <a:pt x="170" y="0"/>
                        <a:pt x="157" y="7"/>
                      </a:cubicBezTo>
                      <a:lnTo>
                        <a:pt x="13" y="87"/>
                      </a:lnTo>
                      <a:cubicBezTo>
                        <a:pt x="13" y="87"/>
                        <a:pt x="13" y="87"/>
                        <a:pt x="13" y="88"/>
                      </a:cubicBezTo>
                      <a:cubicBezTo>
                        <a:pt x="12" y="88"/>
                        <a:pt x="11" y="88"/>
                        <a:pt x="11" y="89"/>
                      </a:cubicBezTo>
                      <a:cubicBezTo>
                        <a:pt x="10" y="89"/>
                        <a:pt x="10" y="89"/>
                        <a:pt x="9" y="90"/>
                      </a:cubicBezTo>
                      <a:cubicBezTo>
                        <a:pt x="9" y="90"/>
                        <a:pt x="9" y="91"/>
                        <a:pt x="8" y="91"/>
                      </a:cubicBezTo>
                      <a:cubicBezTo>
                        <a:pt x="8" y="91"/>
                        <a:pt x="7" y="92"/>
                        <a:pt x="7" y="92"/>
                      </a:cubicBezTo>
                      <a:cubicBezTo>
                        <a:pt x="7" y="93"/>
                        <a:pt x="6" y="93"/>
                        <a:pt x="6" y="93"/>
                      </a:cubicBezTo>
                      <a:cubicBezTo>
                        <a:pt x="5" y="94"/>
                        <a:pt x="5" y="94"/>
                        <a:pt x="5" y="95"/>
                      </a:cubicBezTo>
                      <a:cubicBezTo>
                        <a:pt x="4" y="95"/>
                        <a:pt x="4" y="96"/>
                        <a:pt x="4" y="96"/>
                      </a:cubicBezTo>
                      <a:cubicBezTo>
                        <a:pt x="4" y="97"/>
                        <a:pt x="3" y="97"/>
                        <a:pt x="3" y="97"/>
                      </a:cubicBezTo>
                      <a:cubicBezTo>
                        <a:pt x="3" y="98"/>
                        <a:pt x="3" y="98"/>
                        <a:pt x="3" y="98"/>
                      </a:cubicBezTo>
                      <a:cubicBezTo>
                        <a:pt x="3" y="98"/>
                        <a:pt x="2" y="99"/>
                        <a:pt x="2" y="99"/>
                      </a:cubicBezTo>
                      <a:cubicBezTo>
                        <a:pt x="2" y="100"/>
                        <a:pt x="2" y="101"/>
                        <a:pt x="1" y="101"/>
                      </a:cubicBezTo>
                      <a:cubicBezTo>
                        <a:pt x="1" y="102"/>
                        <a:pt x="1" y="102"/>
                        <a:pt x="1" y="103"/>
                      </a:cubicBezTo>
                      <a:cubicBezTo>
                        <a:pt x="1" y="103"/>
                        <a:pt x="1" y="104"/>
                        <a:pt x="1" y="104"/>
                      </a:cubicBezTo>
                      <a:cubicBezTo>
                        <a:pt x="0" y="105"/>
                        <a:pt x="0" y="105"/>
                        <a:pt x="0" y="106"/>
                      </a:cubicBezTo>
                      <a:cubicBezTo>
                        <a:pt x="0" y="107"/>
                        <a:pt x="0" y="107"/>
                        <a:pt x="0" y="108"/>
                      </a:cubicBezTo>
                      <a:cubicBezTo>
                        <a:pt x="0" y="108"/>
                        <a:pt x="0" y="109"/>
                        <a:pt x="0" y="10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0" y="111"/>
                        <a:pt x="0" y="111"/>
                        <a:pt x="0" y="111"/>
                      </a:cubicBezTo>
                      <a:cubicBezTo>
                        <a:pt x="0" y="112"/>
                        <a:pt x="0" y="112"/>
                        <a:pt x="0" y="113"/>
                      </a:cubicBezTo>
                      <a:cubicBezTo>
                        <a:pt x="0" y="113"/>
                        <a:pt x="0" y="114"/>
                        <a:pt x="0" y="115"/>
                      </a:cubicBezTo>
                      <a:cubicBezTo>
                        <a:pt x="0" y="115"/>
                        <a:pt x="0" y="116"/>
                        <a:pt x="1" y="117"/>
                      </a:cubicBezTo>
                      <a:cubicBezTo>
                        <a:pt x="1" y="117"/>
                        <a:pt x="1" y="118"/>
                        <a:pt x="1" y="118"/>
                      </a:cubicBezTo>
                      <a:cubicBezTo>
                        <a:pt x="1" y="119"/>
                        <a:pt x="1" y="119"/>
                        <a:pt x="1" y="119"/>
                      </a:cubicBezTo>
                      <a:cubicBezTo>
                        <a:pt x="2" y="120"/>
                        <a:pt x="2" y="121"/>
                        <a:pt x="2" y="122"/>
                      </a:cubicBezTo>
                      <a:cubicBezTo>
                        <a:pt x="2" y="122"/>
                        <a:pt x="3" y="122"/>
                        <a:pt x="3" y="123"/>
                      </a:cubicBezTo>
                      <a:cubicBezTo>
                        <a:pt x="3" y="123"/>
                        <a:pt x="3" y="123"/>
                        <a:pt x="3" y="123"/>
                      </a:cubicBezTo>
                      <a:cubicBezTo>
                        <a:pt x="3" y="124"/>
                        <a:pt x="3" y="124"/>
                        <a:pt x="4" y="124"/>
                      </a:cubicBezTo>
                      <a:cubicBezTo>
                        <a:pt x="4" y="125"/>
                        <a:pt x="4" y="125"/>
                        <a:pt x="5" y="126"/>
                      </a:cubicBezTo>
                      <a:cubicBezTo>
                        <a:pt x="5" y="127"/>
                        <a:pt x="6" y="127"/>
                        <a:pt x="7" y="128"/>
                      </a:cubicBezTo>
                      <a:cubicBezTo>
                        <a:pt x="7" y="128"/>
                        <a:pt x="7" y="129"/>
                        <a:pt x="7" y="129"/>
                      </a:cubicBezTo>
                      <a:cubicBezTo>
                        <a:pt x="7" y="129"/>
                        <a:pt x="7" y="129"/>
                        <a:pt x="8" y="129"/>
                      </a:cubicBezTo>
                      <a:cubicBezTo>
                        <a:pt x="8" y="129"/>
                        <a:pt x="8" y="130"/>
                        <a:pt x="8" y="130"/>
                      </a:cubicBezTo>
                      <a:cubicBezTo>
                        <a:pt x="9" y="130"/>
                        <a:pt x="10" y="131"/>
                        <a:pt x="10" y="131"/>
                      </a:cubicBezTo>
                      <a:cubicBezTo>
                        <a:pt x="11" y="132"/>
                        <a:pt x="12" y="133"/>
                        <a:pt x="12" y="133"/>
                      </a:cubicBezTo>
                      <a:cubicBezTo>
                        <a:pt x="13" y="133"/>
                        <a:pt x="13" y="133"/>
                        <a:pt x="13" y="134"/>
                      </a:cubicBezTo>
                      <a:cubicBezTo>
                        <a:pt x="13" y="134"/>
                        <a:pt x="13" y="134"/>
                        <a:pt x="13" y="134"/>
                      </a:cubicBezTo>
                      <a:lnTo>
                        <a:pt x="157" y="213"/>
                      </a:lnTo>
                      <a:cubicBezTo>
                        <a:pt x="161" y="216"/>
                        <a:pt x="165" y="217"/>
                        <a:pt x="170" y="217"/>
                      </a:cubicBezTo>
                      <a:cubicBezTo>
                        <a:pt x="179" y="217"/>
                        <a:pt x="188" y="212"/>
                        <a:pt x="193" y="203"/>
                      </a:cubicBezTo>
                      <a:cubicBezTo>
                        <a:pt x="200" y="190"/>
                        <a:pt x="196" y="174"/>
                        <a:pt x="183" y="16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580" name="Freeform 72"/>
                <p:cNvSpPr/>
                <p:nvPr/>
              </p:nvSpPr>
              <p:spPr bwMode="auto">
                <a:xfrm>
                  <a:off x="-423133" y="2412094"/>
                  <a:ext cx="186339" cy="124712"/>
                </a:xfrm>
                <a:custGeom>
                  <a:avLst/>
                  <a:gdLst>
                    <a:gd name="T0" fmla="*/ 324 w 324"/>
                    <a:gd name="T1" fmla="*/ 109 h 217"/>
                    <a:gd name="T2" fmla="*/ 324 w 324"/>
                    <a:gd name="T3" fmla="*/ 109 h 217"/>
                    <a:gd name="T4" fmla="*/ 324 w 324"/>
                    <a:gd name="T5" fmla="*/ 108 h 217"/>
                    <a:gd name="T6" fmla="*/ 324 w 324"/>
                    <a:gd name="T7" fmla="*/ 106 h 217"/>
                    <a:gd name="T8" fmla="*/ 323 w 324"/>
                    <a:gd name="T9" fmla="*/ 104 h 217"/>
                    <a:gd name="T10" fmla="*/ 323 w 324"/>
                    <a:gd name="T11" fmla="*/ 103 h 217"/>
                    <a:gd name="T12" fmla="*/ 322 w 324"/>
                    <a:gd name="T13" fmla="*/ 101 h 217"/>
                    <a:gd name="T14" fmla="*/ 321 w 324"/>
                    <a:gd name="T15" fmla="*/ 99 h 217"/>
                    <a:gd name="T16" fmla="*/ 321 w 324"/>
                    <a:gd name="T17" fmla="*/ 98 h 217"/>
                    <a:gd name="T18" fmla="*/ 321 w 324"/>
                    <a:gd name="T19" fmla="*/ 97 h 217"/>
                    <a:gd name="T20" fmla="*/ 320 w 324"/>
                    <a:gd name="T21" fmla="*/ 97 h 217"/>
                    <a:gd name="T22" fmla="*/ 319 w 324"/>
                    <a:gd name="T23" fmla="*/ 95 h 217"/>
                    <a:gd name="T24" fmla="*/ 318 w 324"/>
                    <a:gd name="T25" fmla="*/ 94 h 217"/>
                    <a:gd name="T26" fmla="*/ 317 w 324"/>
                    <a:gd name="T27" fmla="*/ 92 h 217"/>
                    <a:gd name="T28" fmla="*/ 315 w 324"/>
                    <a:gd name="T29" fmla="*/ 91 h 217"/>
                    <a:gd name="T30" fmla="*/ 314 w 324"/>
                    <a:gd name="T31" fmla="*/ 90 h 217"/>
                    <a:gd name="T32" fmla="*/ 313 w 324"/>
                    <a:gd name="T33" fmla="*/ 89 h 217"/>
                    <a:gd name="T34" fmla="*/ 311 w 324"/>
                    <a:gd name="T35" fmla="*/ 88 h 217"/>
                    <a:gd name="T36" fmla="*/ 310 w 324"/>
                    <a:gd name="T37" fmla="*/ 87 h 217"/>
                    <a:gd name="T38" fmla="*/ 167 w 324"/>
                    <a:gd name="T39" fmla="*/ 7 h 217"/>
                    <a:gd name="T40" fmla="*/ 130 w 324"/>
                    <a:gd name="T41" fmla="*/ 18 h 217"/>
                    <a:gd name="T42" fmla="*/ 141 w 324"/>
                    <a:gd name="T43" fmla="*/ 54 h 217"/>
                    <a:gd name="T44" fmla="*/ 194 w 324"/>
                    <a:gd name="T45" fmla="*/ 84 h 217"/>
                    <a:gd name="T46" fmla="*/ 53 w 324"/>
                    <a:gd name="T47" fmla="*/ 84 h 217"/>
                    <a:gd name="T48" fmla="*/ 53 w 324"/>
                    <a:gd name="T49" fmla="*/ 43 h 217"/>
                    <a:gd name="T50" fmla="*/ 0 w 324"/>
                    <a:gd name="T51" fmla="*/ 43 h 217"/>
                    <a:gd name="T52" fmla="*/ 0 w 324"/>
                    <a:gd name="T53" fmla="*/ 110 h 217"/>
                    <a:gd name="T54" fmla="*/ 27 w 324"/>
                    <a:gd name="T55" fmla="*/ 137 h 217"/>
                    <a:gd name="T56" fmla="*/ 194 w 324"/>
                    <a:gd name="T57" fmla="*/ 137 h 217"/>
                    <a:gd name="T58" fmla="*/ 141 w 324"/>
                    <a:gd name="T59" fmla="*/ 167 h 217"/>
                    <a:gd name="T60" fmla="*/ 130 w 324"/>
                    <a:gd name="T61" fmla="*/ 203 h 217"/>
                    <a:gd name="T62" fmla="*/ 154 w 324"/>
                    <a:gd name="T63" fmla="*/ 217 h 217"/>
                    <a:gd name="T64" fmla="*/ 167 w 324"/>
                    <a:gd name="T65" fmla="*/ 214 h 217"/>
                    <a:gd name="T66" fmla="*/ 310 w 324"/>
                    <a:gd name="T67" fmla="*/ 134 h 217"/>
                    <a:gd name="T68" fmla="*/ 310 w 324"/>
                    <a:gd name="T69" fmla="*/ 134 h 217"/>
                    <a:gd name="T70" fmla="*/ 311 w 324"/>
                    <a:gd name="T71" fmla="*/ 133 h 217"/>
                    <a:gd name="T72" fmla="*/ 313 w 324"/>
                    <a:gd name="T73" fmla="*/ 132 h 217"/>
                    <a:gd name="T74" fmla="*/ 315 w 324"/>
                    <a:gd name="T75" fmla="*/ 130 h 217"/>
                    <a:gd name="T76" fmla="*/ 316 w 324"/>
                    <a:gd name="T77" fmla="*/ 129 h 217"/>
                    <a:gd name="T78" fmla="*/ 316 w 324"/>
                    <a:gd name="T79" fmla="*/ 129 h 217"/>
                    <a:gd name="T80" fmla="*/ 317 w 324"/>
                    <a:gd name="T81" fmla="*/ 128 h 217"/>
                    <a:gd name="T82" fmla="*/ 319 w 324"/>
                    <a:gd name="T83" fmla="*/ 126 h 217"/>
                    <a:gd name="T84" fmla="*/ 320 w 324"/>
                    <a:gd name="T85" fmla="*/ 124 h 217"/>
                    <a:gd name="T86" fmla="*/ 321 w 324"/>
                    <a:gd name="T87" fmla="*/ 123 h 217"/>
                    <a:gd name="T88" fmla="*/ 321 w 324"/>
                    <a:gd name="T89" fmla="*/ 123 h 217"/>
                    <a:gd name="T90" fmla="*/ 321 w 324"/>
                    <a:gd name="T91" fmla="*/ 122 h 217"/>
                    <a:gd name="T92" fmla="*/ 322 w 324"/>
                    <a:gd name="T93" fmla="*/ 120 h 217"/>
                    <a:gd name="T94" fmla="*/ 323 w 324"/>
                    <a:gd name="T95" fmla="*/ 118 h 217"/>
                    <a:gd name="T96" fmla="*/ 323 w 324"/>
                    <a:gd name="T97" fmla="*/ 117 h 217"/>
                    <a:gd name="T98" fmla="*/ 324 w 324"/>
                    <a:gd name="T99" fmla="*/ 115 h 217"/>
                    <a:gd name="T100" fmla="*/ 324 w 324"/>
                    <a:gd name="T101" fmla="*/ 113 h 217"/>
                    <a:gd name="T102" fmla="*/ 324 w 324"/>
                    <a:gd name="T103" fmla="*/ 111 h 217"/>
                    <a:gd name="T104" fmla="*/ 324 w 324"/>
                    <a:gd name="T105" fmla="*/ 110 h 217"/>
                    <a:gd name="T106" fmla="*/ 324 w 324"/>
                    <a:gd name="T107" fmla="*/ 109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324" y="109"/>
                      </a:moveTo>
                      <a:lnTo>
                        <a:pt x="324" y="109"/>
                      </a:lnTo>
                      <a:cubicBezTo>
                        <a:pt x="324" y="109"/>
                        <a:pt x="324" y="108"/>
                        <a:pt x="324" y="108"/>
                      </a:cubicBezTo>
                      <a:cubicBezTo>
                        <a:pt x="324" y="107"/>
                        <a:pt x="324" y="107"/>
                        <a:pt x="324" y="106"/>
                      </a:cubicBezTo>
                      <a:cubicBezTo>
                        <a:pt x="323" y="106"/>
                        <a:pt x="323" y="105"/>
                        <a:pt x="323" y="104"/>
                      </a:cubicBezTo>
                      <a:cubicBezTo>
                        <a:pt x="323" y="104"/>
                        <a:pt x="323" y="103"/>
                        <a:pt x="323" y="103"/>
                      </a:cubicBezTo>
                      <a:cubicBezTo>
                        <a:pt x="323" y="102"/>
                        <a:pt x="322" y="102"/>
                        <a:pt x="322" y="101"/>
                      </a:cubicBezTo>
                      <a:cubicBezTo>
                        <a:pt x="322" y="101"/>
                        <a:pt x="322" y="100"/>
                        <a:pt x="321" y="99"/>
                      </a:cubicBezTo>
                      <a:cubicBezTo>
                        <a:pt x="321" y="99"/>
                        <a:pt x="321" y="98"/>
                        <a:pt x="321" y="98"/>
                      </a:cubicBezTo>
                      <a:cubicBezTo>
                        <a:pt x="321" y="98"/>
                        <a:pt x="321" y="98"/>
                        <a:pt x="321" y="97"/>
                      </a:cubicBezTo>
                      <a:cubicBezTo>
                        <a:pt x="320" y="97"/>
                        <a:pt x="320" y="97"/>
                        <a:pt x="320" y="97"/>
                      </a:cubicBezTo>
                      <a:cubicBezTo>
                        <a:pt x="320" y="96"/>
                        <a:pt x="319" y="95"/>
                        <a:pt x="319" y="95"/>
                      </a:cubicBezTo>
                      <a:cubicBezTo>
                        <a:pt x="319" y="94"/>
                        <a:pt x="318" y="94"/>
                        <a:pt x="318" y="94"/>
                      </a:cubicBezTo>
                      <a:cubicBezTo>
                        <a:pt x="317" y="93"/>
                        <a:pt x="317" y="93"/>
                        <a:pt x="317" y="92"/>
                      </a:cubicBezTo>
                      <a:cubicBezTo>
                        <a:pt x="316" y="92"/>
                        <a:pt x="316" y="91"/>
                        <a:pt x="315" y="91"/>
                      </a:cubicBezTo>
                      <a:cubicBezTo>
                        <a:pt x="315" y="91"/>
                        <a:pt x="315" y="90"/>
                        <a:pt x="314" y="90"/>
                      </a:cubicBezTo>
                      <a:cubicBezTo>
                        <a:pt x="314" y="90"/>
                        <a:pt x="313" y="89"/>
                        <a:pt x="313" y="89"/>
                      </a:cubicBezTo>
                      <a:cubicBezTo>
                        <a:pt x="312" y="89"/>
                        <a:pt x="312" y="88"/>
                        <a:pt x="311" y="88"/>
                      </a:cubicBezTo>
                      <a:cubicBezTo>
                        <a:pt x="311" y="88"/>
                        <a:pt x="311" y="87"/>
                        <a:pt x="310" y="87"/>
                      </a:cubicBezTo>
                      <a:lnTo>
                        <a:pt x="167" y="7"/>
                      </a:lnTo>
                      <a:cubicBezTo>
                        <a:pt x="154" y="0"/>
                        <a:pt x="138" y="5"/>
                        <a:pt x="130" y="18"/>
                      </a:cubicBezTo>
                      <a:cubicBezTo>
                        <a:pt x="123" y="31"/>
                        <a:pt x="128" y="47"/>
                        <a:pt x="141" y="54"/>
                      </a:cubicBezTo>
                      <a:lnTo>
                        <a:pt x="194" y="84"/>
                      </a:lnTo>
                      <a:lnTo>
                        <a:pt x="53" y="84"/>
                      </a:lnTo>
                      <a:lnTo>
                        <a:pt x="53" y="43"/>
                      </a:lnTo>
                      <a:lnTo>
                        <a:pt x="0" y="43"/>
                      </a:lnTo>
                      <a:lnTo>
                        <a:pt x="0" y="110"/>
                      </a:lnTo>
                      <a:cubicBezTo>
                        <a:pt x="0" y="125"/>
                        <a:pt x="12" y="137"/>
                        <a:pt x="27" y="137"/>
                      </a:cubicBezTo>
                      <a:lnTo>
                        <a:pt x="194" y="137"/>
                      </a:lnTo>
                      <a:lnTo>
                        <a:pt x="141" y="167"/>
                      </a:lnTo>
                      <a:cubicBezTo>
                        <a:pt x="128" y="174"/>
                        <a:pt x="123" y="190"/>
                        <a:pt x="130" y="203"/>
                      </a:cubicBezTo>
                      <a:cubicBezTo>
                        <a:pt x="135" y="212"/>
                        <a:pt x="144" y="217"/>
                        <a:pt x="154" y="217"/>
                      </a:cubicBezTo>
                      <a:cubicBezTo>
                        <a:pt x="158" y="217"/>
                        <a:pt x="163" y="216"/>
                        <a:pt x="167" y="214"/>
                      </a:cubicBezTo>
                      <a:lnTo>
                        <a:pt x="310" y="134"/>
                      </a:lnTo>
                      <a:cubicBezTo>
                        <a:pt x="310" y="134"/>
                        <a:pt x="310" y="134"/>
                        <a:pt x="310" y="134"/>
                      </a:cubicBezTo>
                      <a:cubicBezTo>
                        <a:pt x="311" y="133"/>
                        <a:pt x="311" y="133"/>
                        <a:pt x="311" y="133"/>
                      </a:cubicBezTo>
                      <a:cubicBezTo>
                        <a:pt x="312" y="133"/>
                        <a:pt x="313" y="132"/>
                        <a:pt x="313" y="132"/>
                      </a:cubicBezTo>
                      <a:cubicBezTo>
                        <a:pt x="314" y="131"/>
                        <a:pt x="315" y="130"/>
                        <a:pt x="315" y="130"/>
                      </a:cubicBezTo>
                      <a:cubicBezTo>
                        <a:pt x="316" y="130"/>
                        <a:pt x="316" y="130"/>
                        <a:pt x="316" y="129"/>
                      </a:cubicBezTo>
                      <a:cubicBezTo>
                        <a:pt x="316" y="129"/>
                        <a:pt x="316" y="129"/>
                        <a:pt x="316" y="129"/>
                      </a:cubicBezTo>
                      <a:cubicBezTo>
                        <a:pt x="317" y="129"/>
                        <a:pt x="317" y="128"/>
                        <a:pt x="317" y="128"/>
                      </a:cubicBezTo>
                      <a:cubicBezTo>
                        <a:pt x="318" y="127"/>
                        <a:pt x="318" y="127"/>
                        <a:pt x="319" y="126"/>
                      </a:cubicBezTo>
                      <a:cubicBezTo>
                        <a:pt x="319" y="125"/>
                        <a:pt x="320" y="125"/>
                        <a:pt x="320" y="124"/>
                      </a:cubicBezTo>
                      <a:cubicBezTo>
                        <a:pt x="320" y="124"/>
                        <a:pt x="320" y="124"/>
                        <a:pt x="321" y="123"/>
                      </a:cubicBezTo>
                      <a:cubicBezTo>
                        <a:pt x="321" y="123"/>
                        <a:pt x="321" y="123"/>
                        <a:pt x="321" y="123"/>
                      </a:cubicBezTo>
                      <a:cubicBezTo>
                        <a:pt x="321" y="123"/>
                        <a:pt x="321" y="122"/>
                        <a:pt x="321" y="122"/>
                      </a:cubicBezTo>
                      <a:cubicBezTo>
                        <a:pt x="322" y="121"/>
                        <a:pt x="322" y="120"/>
                        <a:pt x="322" y="120"/>
                      </a:cubicBezTo>
                      <a:cubicBezTo>
                        <a:pt x="322" y="119"/>
                        <a:pt x="323" y="119"/>
                        <a:pt x="323" y="118"/>
                      </a:cubicBezTo>
                      <a:cubicBezTo>
                        <a:pt x="323" y="118"/>
                        <a:pt x="323" y="117"/>
                        <a:pt x="323" y="117"/>
                      </a:cubicBezTo>
                      <a:cubicBezTo>
                        <a:pt x="323" y="116"/>
                        <a:pt x="323" y="115"/>
                        <a:pt x="324" y="115"/>
                      </a:cubicBezTo>
                      <a:cubicBezTo>
                        <a:pt x="324" y="114"/>
                        <a:pt x="324" y="114"/>
                        <a:pt x="324" y="113"/>
                      </a:cubicBezTo>
                      <a:cubicBezTo>
                        <a:pt x="324" y="112"/>
                        <a:pt x="324" y="112"/>
                        <a:pt x="324" y="111"/>
                      </a:cubicBezTo>
                      <a:cubicBezTo>
                        <a:pt x="324" y="111"/>
                        <a:pt x="324" y="111"/>
                        <a:pt x="324" y="110"/>
                      </a:cubicBezTo>
                      <a:cubicBezTo>
                        <a:pt x="324" y="110"/>
                        <a:pt x="324" y="110"/>
                        <a:pt x="324" y="10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62" name="组合 61"/>
          <p:cNvGrpSpPr/>
          <p:nvPr/>
        </p:nvGrpSpPr>
        <p:grpSpPr>
          <a:xfrm>
            <a:off x="6472824" y="3486205"/>
            <a:ext cx="242943" cy="229314"/>
            <a:chOff x="5440947" y="3571465"/>
            <a:chExt cx="268134" cy="285241"/>
          </a:xfrm>
        </p:grpSpPr>
        <p:sp>
          <p:nvSpPr>
            <p:cNvPr id="245" name="任意多边形: 形状 221"/>
            <p:cNvSpPr/>
            <p:nvPr/>
          </p:nvSpPr>
          <p:spPr>
            <a:xfrm>
              <a:off x="5440947" y="3571465"/>
              <a:ext cx="268134" cy="149635"/>
            </a:xfrm>
            <a:custGeom>
              <a:avLst/>
              <a:gdLst>
                <a:gd name="connsiteX0" fmla="*/ 0 w 382014"/>
                <a:gd name="connsiteY0" fmla="*/ 0 h 149390"/>
                <a:gd name="connsiteX1" fmla="*/ 382014 w 382014"/>
                <a:gd name="connsiteY1" fmla="*/ 0 h 149390"/>
                <a:gd name="connsiteX2" fmla="*/ 382014 w 382014"/>
                <a:gd name="connsiteY2" fmla="*/ 149390 h 149390"/>
                <a:gd name="connsiteX3" fmla="*/ 191007 w 382014"/>
                <a:gd name="connsiteY3" fmla="*/ 103671 h 149390"/>
                <a:gd name="connsiteX4" fmla="*/ 0 w 382014"/>
                <a:gd name="connsiteY4" fmla="*/ 149390 h 14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014" h="149390">
                  <a:moveTo>
                    <a:pt x="0" y="0"/>
                  </a:moveTo>
                  <a:lnTo>
                    <a:pt x="382014" y="0"/>
                  </a:lnTo>
                  <a:lnTo>
                    <a:pt x="382014" y="149390"/>
                  </a:lnTo>
                  <a:cubicBezTo>
                    <a:pt x="382014" y="124140"/>
                    <a:pt x="296497" y="103671"/>
                    <a:pt x="191007" y="103671"/>
                  </a:cubicBezTo>
                  <a:cubicBezTo>
                    <a:pt x="85517" y="103671"/>
                    <a:pt x="0" y="124140"/>
                    <a:pt x="0" y="14939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4648C">
                    <a:alpha val="0"/>
                  </a:srgbClr>
                </a:gs>
                <a:gs pos="100000">
                  <a:srgbClr val="54648C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grpSp>
          <p:nvGrpSpPr>
            <p:cNvPr id="246" name="组合 245"/>
            <p:cNvGrpSpPr/>
            <p:nvPr/>
          </p:nvGrpSpPr>
          <p:grpSpPr>
            <a:xfrm>
              <a:off x="5440947" y="3673530"/>
              <a:ext cx="268134" cy="183176"/>
              <a:chOff x="240911" y="2398860"/>
              <a:chExt cx="375475" cy="179746"/>
            </a:xfrm>
          </p:grpSpPr>
          <p:sp>
            <p:nvSpPr>
              <p:cNvPr id="247" name="圆柱形 11"/>
              <p:cNvSpPr/>
              <p:nvPr/>
            </p:nvSpPr>
            <p:spPr>
              <a:xfrm>
                <a:off x="240911" y="2398860"/>
                <a:ext cx="375475" cy="17974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248" name="组合 247"/>
              <p:cNvGrpSpPr/>
              <p:nvPr/>
            </p:nvGrpSpPr>
            <p:grpSpPr>
              <a:xfrm>
                <a:off x="362760" y="2402462"/>
                <a:ext cx="125807" cy="72156"/>
                <a:chOff x="-719582" y="2338114"/>
                <a:chExt cx="482788" cy="276901"/>
              </a:xfrm>
              <a:solidFill>
                <a:sysClr val="window" lastClr="FFFFFF"/>
              </a:solidFill>
            </p:grpSpPr>
            <p:sp>
              <p:nvSpPr>
                <p:cNvPr id="249" name="Freeform 69"/>
                <p:cNvSpPr/>
                <p:nvPr/>
              </p:nvSpPr>
              <p:spPr bwMode="auto">
                <a:xfrm>
                  <a:off x="-579827" y="2498758"/>
                  <a:ext cx="203279" cy="116257"/>
                </a:xfrm>
                <a:custGeom>
                  <a:avLst/>
                  <a:gdLst>
                    <a:gd name="T0" fmla="*/ 308 w 351"/>
                    <a:gd name="T1" fmla="*/ 73 h 202"/>
                    <a:gd name="T2" fmla="*/ 308 w 351"/>
                    <a:gd name="T3" fmla="*/ 73 h 202"/>
                    <a:gd name="T4" fmla="*/ 202 w 351"/>
                    <a:gd name="T5" fmla="*/ 131 h 202"/>
                    <a:gd name="T6" fmla="*/ 202 w 351"/>
                    <a:gd name="T7" fmla="*/ 53 h 202"/>
                    <a:gd name="T8" fmla="*/ 258 w 351"/>
                    <a:gd name="T9" fmla="*/ 53 h 202"/>
                    <a:gd name="T10" fmla="*/ 258 w 351"/>
                    <a:gd name="T11" fmla="*/ 0 h 202"/>
                    <a:gd name="T12" fmla="*/ 176 w 351"/>
                    <a:gd name="T13" fmla="*/ 0 h 202"/>
                    <a:gd name="T14" fmla="*/ 149 w 351"/>
                    <a:gd name="T15" fmla="*/ 26 h 202"/>
                    <a:gd name="T16" fmla="*/ 149 w 351"/>
                    <a:gd name="T17" fmla="*/ 131 h 202"/>
                    <a:gd name="T18" fmla="*/ 44 w 351"/>
                    <a:gd name="T19" fmla="*/ 73 h 202"/>
                    <a:gd name="T20" fmla="*/ 7 w 351"/>
                    <a:gd name="T21" fmla="*/ 84 h 202"/>
                    <a:gd name="T22" fmla="*/ 18 w 351"/>
                    <a:gd name="T23" fmla="*/ 120 h 202"/>
                    <a:gd name="T24" fmla="*/ 163 w 351"/>
                    <a:gd name="T25" fmla="*/ 199 h 202"/>
                    <a:gd name="T26" fmla="*/ 164 w 351"/>
                    <a:gd name="T27" fmla="*/ 199 h 202"/>
                    <a:gd name="T28" fmla="*/ 168 w 351"/>
                    <a:gd name="T29" fmla="*/ 201 h 202"/>
                    <a:gd name="T30" fmla="*/ 169 w 351"/>
                    <a:gd name="T31" fmla="*/ 201 h 202"/>
                    <a:gd name="T32" fmla="*/ 170 w 351"/>
                    <a:gd name="T33" fmla="*/ 201 h 202"/>
                    <a:gd name="T34" fmla="*/ 176 w 351"/>
                    <a:gd name="T35" fmla="*/ 202 h 202"/>
                    <a:gd name="T36" fmla="*/ 176 w 351"/>
                    <a:gd name="T37" fmla="*/ 202 h 202"/>
                    <a:gd name="T38" fmla="*/ 176 w 351"/>
                    <a:gd name="T39" fmla="*/ 202 h 202"/>
                    <a:gd name="T40" fmla="*/ 176 w 351"/>
                    <a:gd name="T41" fmla="*/ 202 h 202"/>
                    <a:gd name="T42" fmla="*/ 182 w 351"/>
                    <a:gd name="T43" fmla="*/ 201 h 202"/>
                    <a:gd name="T44" fmla="*/ 182 w 351"/>
                    <a:gd name="T45" fmla="*/ 201 h 202"/>
                    <a:gd name="T46" fmla="*/ 184 w 351"/>
                    <a:gd name="T47" fmla="*/ 201 h 202"/>
                    <a:gd name="T48" fmla="*/ 188 w 351"/>
                    <a:gd name="T49" fmla="*/ 199 h 202"/>
                    <a:gd name="T50" fmla="*/ 188 w 351"/>
                    <a:gd name="T51" fmla="*/ 199 h 202"/>
                    <a:gd name="T52" fmla="*/ 333 w 351"/>
                    <a:gd name="T53" fmla="*/ 120 h 202"/>
                    <a:gd name="T54" fmla="*/ 344 w 351"/>
                    <a:gd name="T55" fmla="*/ 84 h 202"/>
                    <a:gd name="T56" fmla="*/ 308 w 351"/>
                    <a:gd name="T57" fmla="*/ 73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51" h="202">
                      <a:moveTo>
                        <a:pt x="308" y="73"/>
                      </a:moveTo>
                      <a:lnTo>
                        <a:pt x="308" y="73"/>
                      </a:lnTo>
                      <a:lnTo>
                        <a:pt x="202" y="131"/>
                      </a:lnTo>
                      <a:lnTo>
                        <a:pt x="202" y="53"/>
                      </a:lnTo>
                      <a:lnTo>
                        <a:pt x="258" y="53"/>
                      </a:lnTo>
                      <a:lnTo>
                        <a:pt x="258" y="0"/>
                      </a:lnTo>
                      <a:lnTo>
                        <a:pt x="176" y="0"/>
                      </a:lnTo>
                      <a:cubicBezTo>
                        <a:pt x="161" y="0"/>
                        <a:pt x="149" y="12"/>
                        <a:pt x="149" y="26"/>
                      </a:cubicBezTo>
                      <a:lnTo>
                        <a:pt x="149" y="131"/>
                      </a:lnTo>
                      <a:lnTo>
                        <a:pt x="44" y="73"/>
                      </a:lnTo>
                      <a:cubicBezTo>
                        <a:pt x="31" y="66"/>
                        <a:pt x="14" y="71"/>
                        <a:pt x="7" y="84"/>
                      </a:cubicBezTo>
                      <a:cubicBezTo>
                        <a:pt x="0" y="97"/>
                        <a:pt x="5" y="113"/>
                        <a:pt x="18" y="120"/>
                      </a:cubicBezTo>
                      <a:lnTo>
                        <a:pt x="163" y="199"/>
                      </a:lnTo>
                      <a:cubicBezTo>
                        <a:pt x="163" y="199"/>
                        <a:pt x="164" y="199"/>
                        <a:pt x="164" y="199"/>
                      </a:cubicBezTo>
                      <a:cubicBezTo>
                        <a:pt x="165" y="200"/>
                        <a:pt x="166" y="200"/>
                        <a:pt x="168" y="201"/>
                      </a:cubicBezTo>
                      <a:cubicBezTo>
                        <a:pt x="168" y="201"/>
                        <a:pt x="168" y="201"/>
                        <a:pt x="169" y="201"/>
                      </a:cubicBezTo>
                      <a:cubicBezTo>
                        <a:pt x="169" y="201"/>
                        <a:pt x="169" y="201"/>
                        <a:pt x="170" y="201"/>
                      </a:cubicBezTo>
                      <a:cubicBezTo>
                        <a:pt x="172" y="202"/>
                        <a:pt x="174" y="202"/>
                        <a:pt x="176" y="202"/>
                      </a:cubicBezTo>
                      <a:cubicBezTo>
                        <a:pt x="176" y="202"/>
                        <a:pt x="176" y="202"/>
                        <a:pt x="176" y="202"/>
                      </a:cubicBezTo>
                      <a:lnTo>
                        <a:pt x="176" y="202"/>
                      </a:lnTo>
                      <a:lnTo>
                        <a:pt x="176" y="202"/>
                      </a:lnTo>
                      <a:cubicBezTo>
                        <a:pt x="178" y="202"/>
                        <a:pt x="180" y="202"/>
                        <a:pt x="182" y="201"/>
                      </a:cubicBezTo>
                      <a:cubicBezTo>
                        <a:pt x="182" y="201"/>
                        <a:pt x="182" y="201"/>
                        <a:pt x="182" y="201"/>
                      </a:cubicBezTo>
                      <a:cubicBezTo>
                        <a:pt x="183" y="201"/>
                        <a:pt x="183" y="201"/>
                        <a:pt x="184" y="201"/>
                      </a:cubicBezTo>
                      <a:cubicBezTo>
                        <a:pt x="185" y="200"/>
                        <a:pt x="186" y="200"/>
                        <a:pt x="188" y="199"/>
                      </a:cubicBezTo>
                      <a:cubicBezTo>
                        <a:pt x="188" y="199"/>
                        <a:pt x="188" y="199"/>
                        <a:pt x="188" y="199"/>
                      </a:cubicBezTo>
                      <a:lnTo>
                        <a:pt x="333" y="120"/>
                      </a:lnTo>
                      <a:cubicBezTo>
                        <a:pt x="346" y="113"/>
                        <a:pt x="351" y="97"/>
                        <a:pt x="344" y="84"/>
                      </a:cubicBezTo>
                      <a:cubicBezTo>
                        <a:pt x="337" y="71"/>
                        <a:pt x="321" y="66"/>
                        <a:pt x="308" y="7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50" name="Freeform 70"/>
                <p:cNvSpPr/>
                <p:nvPr/>
              </p:nvSpPr>
              <p:spPr bwMode="auto">
                <a:xfrm>
                  <a:off x="-579827" y="2338114"/>
                  <a:ext cx="203279" cy="114142"/>
                </a:xfrm>
                <a:custGeom>
                  <a:avLst/>
                  <a:gdLst>
                    <a:gd name="T0" fmla="*/ 30 w 350"/>
                    <a:gd name="T1" fmla="*/ 132 h 200"/>
                    <a:gd name="T2" fmla="*/ 30 w 350"/>
                    <a:gd name="T3" fmla="*/ 132 h 200"/>
                    <a:gd name="T4" fmla="*/ 43 w 350"/>
                    <a:gd name="T5" fmla="*/ 129 h 200"/>
                    <a:gd name="T6" fmla="*/ 148 w 350"/>
                    <a:gd name="T7" fmla="*/ 71 h 200"/>
                    <a:gd name="T8" fmla="*/ 148 w 350"/>
                    <a:gd name="T9" fmla="*/ 146 h 200"/>
                    <a:gd name="T10" fmla="*/ 92 w 350"/>
                    <a:gd name="T11" fmla="*/ 146 h 200"/>
                    <a:gd name="T12" fmla="*/ 92 w 350"/>
                    <a:gd name="T13" fmla="*/ 200 h 200"/>
                    <a:gd name="T14" fmla="*/ 175 w 350"/>
                    <a:gd name="T15" fmla="*/ 200 h 200"/>
                    <a:gd name="T16" fmla="*/ 202 w 350"/>
                    <a:gd name="T17" fmla="*/ 173 h 200"/>
                    <a:gd name="T18" fmla="*/ 202 w 350"/>
                    <a:gd name="T19" fmla="*/ 71 h 200"/>
                    <a:gd name="T20" fmla="*/ 307 w 350"/>
                    <a:gd name="T21" fmla="*/ 129 h 200"/>
                    <a:gd name="T22" fmla="*/ 320 w 350"/>
                    <a:gd name="T23" fmla="*/ 132 h 200"/>
                    <a:gd name="T24" fmla="*/ 343 w 350"/>
                    <a:gd name="T25" fmla="*/ 118 h 200"/>
                    <a:gd name="T26" fmla="*/ 333 w 350"/>
                    <a:gd name="T27" fmla="*/ 82 h 200"/>
                    <a:gd name="T28" fmla="*/ 188 w 350"/>
                    <a:gd name="T29" fmla="*/ 3 h 200"/>
                    <a:gd name="T30" fmla="*/ 187 w 350"/>
                    <a:gd name="T31" fmla="*/ 3 h 200"/>
                    <a:gd name="T32" fmla="*/ 186 w 350"/>
                    <a:gd name="T33" fmla="*/ 2 h 200"/>
                    <a:gd name="T34" fmla="*/ 184 w 350"/>
                    <a:gd name="T35" fmla="*/ 1 h 200"/>
                    <a:gd name="T36" fmla="*/ 183 w 350"/>
                    <a:gd name="T37" fmla="*/ 1 h 200"/>
                    <a:gd name="T38" fmla="*/ 181 w 350"/>
                    <a:gd name="T39" fmla="*/ 0 h 200"/>
                    <a:gd name="T40" fmla="*/ 179 w 350"/>
                    <a:gd name="T41" fmla="*/ 0 h 200"/>
                    <a:gd name="T42" fmla="*/ 177 w 350"/>
                    <a:gd name="T43" fmla="*/ 0 h 200"/>
                    <a:gd name="T44" fmla="*/ 176 w 350"/>
                    <a:gd name="T45" fmla="*/ 0 h 200"/>
                    <a:gd name="T46" fmla="*/ 175 w 350"/>
                    <a:gd name="T47" fmla="*/ 0 h 200"/>
                    <a:gd name="T48" fmla="*/ 174 w 350"/>
                    <a:gd name="T49" fmla="*/ 0 h 200"/>
                    <a:gd name="T50" fmla="*/ 172 w 350"/>
                    <a:gd name="T51" fmla="*/ 0 h 200"/>
                    <a:gd name="T52" fmla="*/ 171 w 350"/>
                    <a:gd name="T53" fmla="*/ 0 h 200"/>
                    <a:gd name="T54" fmla="*/ 168 w 350"/>
                    <a:gd name="T55" fmla="*/ 0 h 200"/>
                    <a:gd name="T56" fmla="*/ 167 w 350"/>
                    <a:gd name="T57" fmla="*/ 1 h 200"/>
                    <a:gd name="T58" fmla="*/ 166 w 350"/>
                    <a:gd name="T59" fmla="*/ 1 h 200"/>
                    <a:gd name="T60" fmla="*/ 164 w 350"/>
                    <a:gd name="T61" fmla="*/ 2 h 200"/>
                    <a:gd name="T62" fmla="*/ 162 w 350"/>
                    <a:gd name="T63" fmla="*/ 3 h 200"/>
                    <a:gd name="T64" fmla="*/ 162 w 350"/>
                    <a:gd name="T65" fmla="*/ 3 h 200"/>
                    <a:gd name="T66" fmla="*/ 17 w 350"/>
                    <a:gd name="T67" fmla="*/ 82 h 200"/>
                    <a:gd name="T68" fmla="*/ 7 w 350"/>
                    <a:gd name="T69" fmla="*/ 118 h 200"/>
                    <a:gd name="T70" fmla="*/ 30 w 350"/>
                    <a:gd name="T71" fmla="*/ 132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50" h="200">
                      <a:moveTo>
                        <a:pt x="30" y="132"/>
                      </a:moveTo>
                      <a:lnTo>
                        <a:pt x="30" y="132"/>
                      </a:lnTo>
                      <a:cubicBezTo>
                        <a:pt x="34" y="132"/>
                        <a:pt x="39" y="131"/>
                        <a:pt x="43" y="129"/>
                      </a:cubicBezTo>
                      <a:lnTo>
                        <a:pt x="148" y="71"/>
                      </a:lnTo>
                      <a:lnTo>
                        <a:pt x="148" y="146"/>
                      </a:lnTo>
                      <a:lnTo>
                        <a:pt x="92" y="146"/>
                      </a:lnTo>
                      <a:lnTo>
                        <a:pt x="92" y="200"/>
                      </a:lnTo>
                      <a:lnTo>
                        <a:pt x="175" y="200"/>
                      </a:lnTo>
                      <a:cubicBezTo>
                        <a:pt x="190" y="200"/>
                        <a:pt x="202" y="188"/>
                        <a:pt x="202" y="173"/>
                      </a:cubicBezTo>
                      <a:lnTo>
                        <a:pt x="202" y="71"/>
                      </a:lnTo>
                      <a:lnTo>
                        <a:pt x="307" y="129"/>
                      </a:lnTo>
                      <a:cubicBezTo>
                        <a:pt x="311" y="131"/>
                        <a:pt x="315" y="132"/>
                        <a:pt x="320" y="132"/>
                      </a:cubicBezTo>
                      <a:cubicBezTo>
                        <a:pt x="329" y="132"/>
                        <a:pt x="338" y="127"/>
                        <a:pt x="343" y="118"/>
                      </a:cubicBezTo>
                      <a:cubicBezTo>
                        <a:pt x="350" y="105"/>
                        <a:pt x="346" y="89"/>
                        <a:pt x="333" y="82"/>
                      </a:cubicBezTo>
                      <a:lnTo>
                        <a:pt x="188" y="3"/>
                      </a:lnTo>
                      <a:cubicBezTo>
                        <a:pt x="188" y="3"/>
                        <a:pt x="188" y="3"/>
                        <a:pt x="187" y="3"/>
                      </a:cubicBezTo>
                      <a:cubicBezTo>
                        <a:pt x="187" y="3"/>
                        <a:pt x="187" y="2"/>
                        <a:pt x="186" y="2"/>
                      </a:cubicBezTo>
                      <a:cubicBezTo>
                        <a:pt x="185" y="2"/>
                        <a:pt x="185" y="2"/>
                        <a:pt x="184" y="1"/>
                      </a:cubicBezTo>
                      <a:cubicBezTo>
                        <a:pt x="183" y="1"/>
                        <a:pt x="183" y="1"/>
                        <a:pt x="183" y="1"/>
                      </a:cubicBezTo>
                      <a:cubicBezTo>
                        <a:pt x="182" y="1"/>
                        <a:pt x="182" y="1"/>
                        <a:pt x="181" y="0"/>
                      </a:cubicBezTo>
                      <a:cubicBezTo>
                        <a:pt x="181" y="0"/>
                        <a:pt x="180" y="0"/>
                        <a:pt x="179" y="0"/>
                      </a:cubicBezTo>
                      <a:cubicBezTo>
                        <a:pt x="178" y="0"/>
                        <a:pt x="178" y="0"/>
                        <a:pt x="177" y="0"/>
                      </a:cubicBezTo>
                      <a:cubicBezTo>
                        <a:pt x="177" y="0"/>
                        <a:pt x="177" y="0"/>
                        <a:pt x="176" y="0"/>
                      </a:cubicBezTo>
                      <a:cubicBezTo>
                        <a:pt x="176" y="0"/>
                        <a:pt x="175" y="0"/>
                        <a:pt x="175" y="0"/>
                      </a:cubicBezTo>
                      <a:cubicBezTo>
                        <a:pt x="175" y="0"/>
                        <a:pt x="174" y="0"/>
                        <a:pt x="174" y="0"/>
                      </a:cubicBezTo>
                      <a:cubicBezTo>
                        <a:pt x="173" y="0"/>
                        <a:pt x="173" y="0"/>
                        <a:pt x="172" y="0"/>
                      </a:cubicBezTo>
                      <a:cubicBezTo>
                        <a:pt x="172" y="0"/>
                        <a:pt x="171" y="0"/>
                        <a:pt x="171" y="0"/>
                      </a:cubicBezTo>
                      <a:cubicBezTo>
                        <a:pt x="170" y="0"/>
                        <a:pt x="169" y="0"/>
                        <a:pt x="168" y="0"/>
                      </a:cubicBezTo>
                      <a:cubicBezTo>
                        <a:pt x="168" y="1"/>
                        <a:pt x="168" y="1"/>
                        <a:pt x="167" y="1"/>
                      </a:cubicBezTo>
                      <a:cubicBezTo>
                        <a:pt x="167" y="1"/>
                        <a:pt x="166" y="1"/>
                        <a:pt x="166" y="1"/>
                      </a:cubicBezTo>
                      <a:cubicBezTo>
                        <a:pt x="165" y="2"/>
                        <a:pt x="164" y="2"/>
                        <a:pt x="164" y="2"/>
                      </a:cubicBezTo>
                      <a:cubicBezTo>
                        <a:pt x="163" y="2"/>
                        <a:pt x="163" y="3"/>
                        <a:pt x="162" y="3"/>
                      </a:cubicBezTo>
                      <a:cubicBezTo>
                        <a:pt x="162" y="3"/>
                        <a:pt x="162" y="3"/>
                        <a:pt x="162" y="3"/>
                      </a:cubicBezTo>
                      <a:lnTo>
                        <a:pt x="17" y="82"/>
                      </a:lnTo>
                      <a:cubicBezTo>
                        <a:pt x="4" y="89"/>
                        <a:pt x="0" y="105"/>
                        <a:pt x="7" y="118"/>
                      </a:cubicBezTo>
                      <a:cubicBezTo>
                        <a:pt x="11" y="127"/>
                        <a:pt x="21" y="132"/>
                        <a:pt x="30" y="13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51" name="Freeform 71"/>
                <p:cNvSpPr/>
                <p:nvPr/>
              </p:nvSpPr>
              <p:spPr bwMode="auto">
                <a:xfrm>
                  <a:off x="-719582" y="2414209"/>
                  <a:ext cx="186339" cy="122597"/>
                </a:xfrm>
                <a:custGeom>
                  <a:avLst/>
                  <a:gdLst>
                    <a:gd name="T0" fmla="*/ 183 w 324"/>
                    <a:gd name="T1" fmla="*/ 167 h 217"/>
                    <a:gd name="T2" fmla="*/ 183 w 324"/>
                    <a:gd name="T3" fmla="*/ 167 h 217"/>
                    <a:gd name="T4" fmla="*/ 129 w 324"/>
                    <a:gd name="T5" fmla="*/ 137 h 217"/>
                    <a:gd name="T6" fmla="*/ 270 w 324"/>
                    <a:gd name="T7" fmla="*/ 137 h 217"/>
                    <a:gd name="T8" fmla="*/ 270 w 324"/>
                    <a:gd name="T9" fmla="*/ 176 h 217"/>
                    <a:gd name="T10" fmla="*/ 324 w 324"/>
                    <a:gd name="T11" fmla="*/ 176 h 217"/>
                    <a:gd name="T12" fmla="*/ 324 w 324"/>
                    <a:gd name="T13" fmla="*/ 110 h 217"/>
                    <a:gd name="T14" fmla="*/ 297 w 324"/>
                    <a:gd name="T15" fmla="*/ 84 h 217"/>
                    <a:gd name="T16" fmla="*/ 129 w 324"/>
                    <a:gd name="T17" fmla="*/ 84 h 217"/>
                    <a:gd name="T18" fmla="*/ 183 w 324"/>
                    <a:gd name="T19" fmla="*/ 54 h 217"/>
                    <a:gd name="T20" fmla="*/ 193 w 324"/>
                    <a:gd name="T21" fmla="*/ 18 h 217"/>
                    <a:gd name="T22" fmla="*/ 157 w 324"/>
                    <a:gd name="T23" fmla="*/ 7 h 217"/>
                    <a:gd name="T24" fmla="*/ 13 w 324"/>
                    <a:gd name="T25" fmla="*/ 87 h 217"/>
                    <a:gd name="T26" fmla="*/ 13 w 324"/>
                    <a:gd name="T27" fmla="*/ 88 h 217"/>
                    <a:gd name="T28" fmla="*/ 11 w 324"/>
                    <a:gd name="T29" fmla="*/ 89 h 217"/>
                    <a:gd name="T30" fmla="*/ 9 w 324"/>
                    <a:gd name="T31" fmla="*/ 90 h 217"/>
                    <a:gd name="T32" fmla="*/ 8 w 324"/>
                    <a:gd name="T33" fmla="*/ 91 h 217"/>
                    <a:gd name="T34" fmla="*/ 7 w 324"/>
                    <a:gd name="T35" fmla="*/ 92 h 217"/>
                    <a:gd name="T36" fmla="*/ 6 w 324"/>
                    <a:gd name="T37" fmla="*/ 93 h 217"/>
                    <a:gd name="T38" fmla="*/ 5 w 324"/>
                    <a:gd name="T39" fmla="*/ 95 h 217"/>
                    <a:gd name="T40" fmla="*/ 4 w 324"/>
                    <a:gd name="T41" fmla="*/ 96 h 217"/>
                    <a:gd name="T42" fmla="*/ 3 w 324"/>
                    <a:gd name="T43" fmla="*/ 97 h 217"/>
                    <a:gd name="T44" fmla="*/ 3 w 324"/>
                    <a:gd name="T45" fmla="*/ 98 h 217"/>
                    <a:gd name="T46" fmla="*/ 2 w 324"/>
                    <a:gd name="T47" fmla="*/ 99 h 217"/>
                    <a:gd name="T48" fmla="*/ 1 w 324"/>
                    <a:gd name="T49" fmla="*/ 101 h 217"/>
                    <a:gd name="T50" fmla="*/ 1 w 324"/>
                    <a:gd name="T51" fmla="*/ 103 h 217"/>
                    <a:gd name="T52" fmla="*/ 1 w 324"/>
                    <a:gd name="T53" fmla="*/ 104 h 217"/>
                    <a:gd name="T54" fmla="*/ 0 w 324"/>
                    <a:gd name="T55" fmla="*/ 106 h 217"/>
                    <a:gd name="T56" fmla="*/ 0 w 324"/>
                    <a:gd name="T57" fmla="*/ 108 h 217"/>
                    <a:gd name="T58" fmla="*/ 0 w 324"/>
                    <a:gd name="T59" fmla="*/ 109 h 217"/>
                    <a:gd name="T60" fmla="*/ 0 w 324"/>
                    <a:gd name="T61" fmla="*/ 110 h 217"/>
                    <a:gd name="T62" fmla="*/ 0 w 324"/>
                    <a:gd name="T63" fmla="*/ 111 h 217"/>
                    <a:gd name="T64" fmla="*/ 0 w 324"/>
                    <a:gd name="T65" fmla="*/ 113 h 217"/>
                    <a:gd name="T66" fmla="*/ 0 w 324"/>
                    <a:gd name="T67" fmla="*/ 115 h 217"/>
                    <a:gd name="T68" fmla="*/ 1 w 324"/>
                    <a:gd name="T69" fmla="*/ 117 h 217"/>
                    <a:gd name="T70" fmla="*/ 1 w 324"/>
                    <a:gd name="T71" fmla="*/ 118 h 217"/>
                    <a:gd name="T72" fmla="*/ 1 w 324"/>
                    <a:gd name="T73" fmla="*/ 119 h 217"/>
                    <a:gd name="T74" fmla="*/ 2 w 324"/>
                    <a:gd name="T75" fmla="*/ 122 h 217"/>
                    <a:gd name="T76" fmla="*/ 3 w 324"/>
                    <a:gd name="T77" fmla="*/ 123 h 217"/>
                    <a:gd name="T78" fmla="*/ 3 w 324"/>
                    <a:gd name="T79" fmla="*/ 123 h 217"/>
                    <a:gd name="T80" fmla="*/ 4 w 324"/>
                    <a:gd name="T81" fmla="*/ 124 h 217"/>
                    <a:gd name="T82" fmla="*/ 5 w 324"/>
                    <a:gd name="T83" fmla="*/ 126 h 217"/>
                    <a:gd name="T84" fmla="*/ 7 w 324"/>
                    <a:gd name="T85" fmla="*/ 128 h 217"/>
                    <a:gd name="T86" fmla="*/ 7 w 324"/>
                    <a:gd name="T87" fmla="*/ 129 h 217"/>
                    <a:gd name="T88" fmla="*/ 8 w 324"/>
                    <a:gd name="T89" fmla="*/ 129 h 217"/>
                    <a:gd name="T90" fmla="*/ 8 w 324"/>
                    <a:gd name="T91" fmla="*/ 130 h 217"/>
                    <a:gd name="T92" fmla="*/ 10 w 324"/>
                    <a:gd name="T93" fmla="*/ 131 h 217"/>
                    <a:gd name="T94" fmla="*/ 12 w 324"/>
                    <a:gd name="T95" fmla="*/ 133 h 217"/>
                    <a:gd name="T96" fmla="*/ 13 w 324"/>
                    <a:gd name="T97" fmla="*/ 134 h 217"/>
                    <a:gd name="T98" fmla="*/ 13 w 324"/>
                    <a:gd name="T99" fmla="*/ 134 h 217"/>
                    <a:gd name="T100" fmla="*/ 157 w 324"/>
                    <a:gd name="T101" fmla="*/ 213 h 217"/>
                    <a:gd name="T102" fmla="*/ 170 w 324"/>
                    <a:gd name="T103" fmla="*/ 217 h 217"/>
                    <a:gd name="T104" fmla="*/ 193 w 324"/>
                    <a:gd name="T105" fmla="*/ 203 h 217"/>
                    <a:gd name="T106" fmla="*/ 183 w 324"/>
                    <a:gd name="T107" fmla="*/ 167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183" y="167"/>
                      </a:moveTo>
                      <a:lnTo>
                        <a:pt x="183" y="167"/>
                      </a:lnTo>
                      <a:lnTo>
                        <a:pt x="129" y="137"/>
                      </a:lnTo>
                      <a:lnTo>
                        <a:pt x="270" y="137"/>
                      </a:lnTo>
                      <a:lnTo>
                        <a:pt x="270" y="176"/>
                      </a:lnTo>
                      <a:lnTo>
                        <a:pt x="324" y="176"/>
                      </a:lnTo>
                      <a:lnTo>
                        <a:pt x="324" y="110"/>
                      </a:lnTo>
                      <a:cubicBezTo>
                        <a:pt x="324" y="96"/>
                        <a:pt x="312" y="84"/>
                        <a:pt x="297" y="84"/>
                      </a:cubicBezTo>
                      <a:lnTo>
                        <a:pt x="129" y="84"/>
                      </a:lnTo>
                      <a:lnTo>
                        <a:pt x="183" y="54"/>
                      </a:lnTo>
                      <a:cubicBezTo>
                        <a:pt x="196" y="47"/>
                        <a:pt x="200" y="30"/>
                        <a:pt x="193" y="18"/>
                      </a:cubicBezTo>
                      <a:cubicBezTo>
                        <a:pt x="186" y="5"/>
                        <a:pt x="170" y="0"/>
                        <a:pt x="157" y="7"/>
                      </a:cubicBezTo>
                      <a:lnTo>
                        <a:pt x="13" y="87"/>
                      </a:lnTo>
                      <a:cubicBezTo>
                        <a:pt x="13" y="87"/>
                        <a:pt x="13" y="87"/>
                        <a:pt x="13" y="88"/>
                      </a:cubicBezTo>
                      <a:cubicBezTo>
                        <a:pt x="12" y="88"/>
                        <a:pt x="11" y="88"/>
                        <a:pt x="11" y="89"/>
                      </a:cubicBezTo>
                      <a:cubicBezTo>
                        <a:pt x="10" y="89"/>
                        <a:pt x="10" y="89"/>
                        <a:pt x="9" y="90"/>
                      </a:cubicBezTo>
                      <a:cubicBezTo>
                        <a:pt x="9" y="90"/>
                        <a:pt x="9" y="91"/>
                        <a:pt x="8" y="91"/>
                      </a:cubicBezTo>
                      <a:cubicBezTo>
                        <a:pt x="8" y="91"/>
                        <a:pt x="7" y="92"/>
                        <a:pt x="7" y="92"/>
                      </a:cubicBezTo>
                      <a:cubicBezTo>
                        <a:pt x="7" y="93"/>
                        <a:pt x="6" y="93"/>
                        <a:pt x="6" y="93"/>
                      </a:cubicBezTo>
                      <a:cubicBezTo>
                        <a:pt x="5" y="94"/>
                        <a:pt x="5" y="94"/>
                        <a:pt x="5" y="95"/>
                      </a:cubicBezTo>
                      <a:cubicBezTo>
                        <a:pt x="4" y="95"/>
                        <a:pt x="4" y="96"/>
                        <a:pt x="4" y="96"/>
                      </a:cubicBezTo>
                      <a:cubicBezTo>
                        <a:pt x="4" y="97"/>
                        <a:pt x="3" y="97"/>
                        <a:pt x="3" y="97"/>
                      </a:cubicBezTo>
                      <a:cubicBezTo>
                        <a:pt x="3" y="98"/>
                        <a:pt x="3" y="98"/>
                        <a:pt x="3" y="98"/>
                      </a:cubicBezTo>
                      <a:cubicBezTo>
                        <a:pt x="3" y="98"/>
                        <a:pt x="2" y="99"/>
                        <a:pt x="2" y="99"/>
                      </a:cubicBezTo>
                      <a:cubicBezTo>
                        <a:pt x="2" y="100"/>
                        <a:pt x="2" y="101"/>
                        <a:pt x="1" y="101"/>
                      </a:cubicBezTo>
                      <a:cubicBezTo>
                        <a:pt x="1" y="102"/>
                        <a:pt x="1" y="102"/>
                        <a:pt x="1" y="103"/>
                      </a:cubicBezTo>
                      <a:cubicBezTo>
                        <a:pt x="1" y="103"/>
                        <a:pt x="1" y="104"/>
                        <a:pt x="1" y="104"/>
                      </a:cubicBezTo>
                      <a:cubicBezTo>
                        <a:pt x="0" y="105"/>
                        <a:pt x="0" y="105"/>
                        <a:pt x="0" y="106"/>
                      </a:cubicBezTo>
                      <a:cubicBezTo>
                        <a:pt x="0" y="107"/>
                        <a:pt x="0" y="107"/>
                        <a:pt x="0" y="108"/>
                      </a:cubicBezTo>
                      <a:cubicBezTo>
                        <a:pt x="0" y="108"/>
                        <a:pt x="0" y="109"/>
                        <a:pt x="0" y="10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0" y="111"/>
                        <a:pt x="0" y="111"/>
                        <a:pt x="0" y="111"/>
                      </a:cubicBezTo>
                      <a:cubicBezTo>
                        <a:pt x="0" y="112"/>
                        <a:pt x="0" y="112"/>
                        <a:pt x="0" y="113"/>
                      </a:cubicBezTo>
                      <a:cubicBezTo>
                        <a:pt x="0" y="113"/>
                        <a:pt x="0" y="114"/>
                        <a:pt x="0" y="115"/>
                      </a:cubicBezTo>
                      <a:cubicBezTo>
                        <a:pt x="0" y="115"/>
                        <a:pt x="0" y="116"/>
                        <a:pt x="1" y="117"/>
                      </a:cubicBezTo>
                      <a:cubicBezTo>
                        <a:pt x="1" y="117"/>
                        <a:pt x="1" y="118"/>
                        <a:pt x="1" y="118"/>
                      </a:cubicBezTo>
                      <a:cubicBezTo>
                        <a:pt x="1" y="119"/>
                        <a:pt x="1" y="119"/>
                        <a:pt x="1" y="119"/>
                      </a:cubicBezTo>
                      <a:cubicBezTo>
                        <a:pt x="2" y="120"/>
                        <a:pt x="2" y="121"/>
                        <a:pt x="2" y="122"/>
                      </a:cubicBezTo>
                      <a:cubicBezTo>
                        <a:pt x="2" y="122"/>
                        <a:pt x="3" y="122"/>
                        <a:pt x="3" y="123"/>
                      </a:cubicBezTo>
                      <a:cubicBezTo>
                        <a:pt x="3" y="123"/>
                        <a:pt x="3" y="123"/>
                        <a:pt x="3" y="123"/>
                      </a:cubicBezTo>
                      <a:cubicBezTo>
                        <a:pt x="3" y="124"/>
                        <a:pt x="3" y="124"/>
                        <a:pt x="4" y="124"/>
                      </a:cubicBezTo>
                      <a:cubicBezTo>
                        <a:pt x="4" y="125"/>
                        <a:pt x="4" y="125"/>
                        <a:pt x="5" y="126"/>
                      </a:cubicBezTo>
                      <a:cubicBezTo>
                        <a:pt x="5" y="127"/>
                        <a:pt x="6" y="127"/>
                        <a:pt x="7" y="128"/>
                      </a:cubicBezTo>
                      <a:cubicBezTo>
                        <a:pt x="7" y="128"/>
                        <a:pt x="7" y="129"/>
                        <a:pt x="7" y="129"/>
                      </a:cubicBezTo>
                      <a:cubicBezTo>
                        <a:pt x="7" y="129"/>
                        <a:pt x="7" y="129"/>
                        <a:pt x="8" y="129"/>
                      </a:cubicBezTo>
                      <a:cubicBezTo>
                        <a:pt x="8" y="129"/>
                        <a:pt x="8" y="130"/>
                        <a:pt x="8" y="130"/>
                      </a:cubicBezTo>
                      <a:cubicBezTo>
                        <a:pt x="9" y="130"/>
                        <a:pt x="10" y="131"/>
                        <a:pt x="10" y="131"/>
                      </a:cubicBezTo>
                      <a:cubicBezTo>
                        <a:pt x="11" y="132"/>
                        <a:pt x="12" y="133"/>
                        <a:pt x="12" y="133"/>
                      </a:cubicBezTo>
                      <a:cubicBezTo>
                        <a:pt x="13" y="133"/>
                        <a:pt x="13" y="133"/>
                        <a:pt x="13" y="134"/>
                      </a:cubicBezTo>
                      <a:cubicBezTo>
                        <a:pt x="13" y="134"/>
                        <a:pt x="13" y="134"/>
                        <a:pt x="13" y="134"/>
                      </a:cubicBezTo>
                      <a:lnTo>
                        <a:pt x="157" y="213"/>
                      </a:lnTo>
                      <a:cubicBezTo>
                        <a:pt x="161" y="216"/>
                        <a:pt x="165" y="217"/>
                        <a:pt x="170" y="217"/>
                      </a:cubicBezTo>
                      <a:cubicBezTo>
                        <a:pt x="179" y="217"/>
                        <a:pt x="188" y="212"/>
                        <a:pt x="193" y="203"/>
                      </a:cubicBezTo>
                      <a:cubicBezTo>
                        <a:pt x="200" y="190"/>
                        <a:pt x="196" y="174"/>
                        <a:pt x="183" y="16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52" name="Freeform 72"/>
                <p:cNvSpPr/>
                <p:nvPr/>
              </p:nvSpPr>
              <p:spPr bwMode="auto">
                <a:xfrm>
                  <a:off x="-423133" y="2412094"/>
                  <a:ext cx="186339" cy="124712"/>
                </a:xfrm>
                <a:custGeom>
                  <a:avLst/>
                  <a:gdLst>
                    <a:gd name="T0" fmla="*/ 324 w 324"/>
                    <a:gd name="T1" fmla="*/ 109 h 217"/>
                    <a:gd name="T2" fmla="*/ 324 w 324"/>
                    <a:gd name="T3" fmla="*/ 109 h 217"/>
                    <a:gd name="T4" fmla="*/ 324 w 324"/>
                    <a:gd name="T5" fmla="*/ 108 h 217"/>
                    <a:gd name="T6" fmla="*/ 324 w 324"/>
                    <a:gd name="T7" fmla="*/ 106 h 217"/>
                    <a:gd name="T8" fmla="*/ 323 w 324"/>
                    <a:gd name="T9" fmla="*/ 104 h 217"/>
                    <a:gd name="T10" fmla="*/ 323 w 324"/>
                    <a:gd name="T11" fmla="*/ 103 h 217"/>
                    <a:gd name="T12" fmla="*/ 322 w 324"/>
                    <a:gd name="T13" fmla="*/ 101 h 217"/>
                    <a:gd name="T14" fmla="*/ 321 w 324"/>
                    <a:gd name="T15" fmla="*/ 99 h 217"/>
                    <a:gd name="T16" fmla="*/ 321 w 324"/>
                    <a:gd name="T17" fmla="*/ 98 h 217"/>
                    <a:gd name="T18" fmla="*/ 321 w 324"/>
                    <a:gd name="T19" fmla="*/ 97 h 217"/>
                    <a:gd name="T20" fmla="*/ 320 w 324"/>
                    <a:gd name="T21" fmla="*/ 97 h 217"/>
                    <a:gd name="T22" fmla="*/ 319 w 324"/>
                    <a:gd name="T23" fmla="*/ 95 h 217"/>
                    <a:gd name="T24" fmla="*/ 318 w 324"/>
                    <a:gd name="T25" fmla="*/ 94 h 217"/>
                    <a:gd name="T26" fmla="*/ 317 w 324"/>
                    <a:gd name="T27" fmla="*/ 92 h 217"/>
                    <a:gd name="T28" fmla="*/ 315 w 324"/>
                    <a:gd name="T29" fmla="*/ 91 h 217"/>
                    <a:gd name="T30" fmla="*/ 314 w 324"/>
                    <a:gd name="T31" fmla="*/ 90 h 217"/>
                    <a:gd name="T32" fmla="*/ 313 w 324"/>
                    <a:gd name="T33" fmla="*/ 89 h 217"/>
                    <a:gd name="T34" fmla="*/ 311 w 324"/>
                    <a:gd name="T35" fmla="*/ 88 h 217"/>
                    <a:gd name="T36" fmla="*/ 310 w 324"/>
                    <a:gd name="T37" fmla="*/ 87 h 217"/>
                    <a:gd name="T38" fmla="*/ 167 w 324"/>
                    <a:gd name="T39" fmla="*/ 7 h 217"/>
                    <a:gd name="T40" fmla="*/ 130 w 324"/>
                    <a:gd name="T41" fmla="*/ 18 h 217"/>
                    <a:gd name="T42" fmla="*/ 141 w 324"/>
                    <a:gd name="T43" fmla="*/ 54 h 217"/>
                    <a:gd name="T44" fmla="*/ 194 w 324"/>
                    <a:gd name="T45" fmla="*/ 84 h 217"/>
                    <a:gd name="T46" fmla="*/ 53 w 324"/>
                    <a:gd name="T47" fmla="*/ 84 h 217"/>
                    <a:gd name="T48" fmla="*/ 53 w 324"/>
                    <a:gd name="T49" fmla="*/ 43 h 217"/>
                    <a:gd name="T50" fmla="*/ 0 w 324"/>
                    <a:gd name="T51" fmla="*/ 43 h 217"/>
                    <a:gd name="T52" fmla="*/ 0 w 324"/>
                    <a:gd name="T53" fmla="*/ 110 h 217"/>
                    <a:gd name="T54" fmla="*/ 27 w 324"/>
                    <a:gd name="T55" fmla="*/ 137 h 217"/>
                    <a:gd name="T56" fmla="*/ 194 w 324"/>
                    <a:gd name="T57" fmla="*/ 137 h 217"/>
                    <a:gd name="T58" fmla="*/ 141 w 324"/>
                    <a:gd name="T59" fmla="*/ 167 h 217"/>
                    <a:gd name="T60" fmla="*/ 130 w 324"/>
                    <a:gd name="T61" fmla="*/ 203 h 217"/>
                    <a:gd name="T62" fmla="*/ 154 w 324"/>
                    <a:gd name="T63" fmla="*/ 217 h 217"/>
                    <a:gd name="T64" fmla="*/ 167 w 324"/>
                    <a:gd name="T65" fmla="*/ 214 h 217"/>
                    <a:gd name="T66" fmla="*/ 310 w 324"/>
                    <a:gd name="T67" fmla="*/ 134 h 217"/>
                    <a:gd name="T68" fmla="*/ 310 w 324"/>
                    <a:gd name="T69" fmla="*/ 134 h 217"/>
                    <a:gd name="T70" fmla="*/ 311 w 324"/>
                    <a:gd name="T71" fmla="*/ 133 h 217"/>
                    <a:gd name="T72" fmla="*/ 313 w 324"/>
                    <a:gd name="T73" fmla="*/ 132 h 217"/>
                    <a:gd name="T74" fmla="*/ 315 w 324"/>
                    <a:gd name="T75" fmla="*/ 130 h 217"/>
                    <a:gd name="T76" fmla="*/ 316 w 324"/>
                    <a:gd name="T77" fmla="*/ 129 h 217"/>
                    <a:gd name="T78" fmla="*/ 316 w 324"/>
                    <a:gd name="T79" fmla="*/ 129 h 217"/>
                    <a:gd name="T80" fmla="*/ 317 w 324"/>
                    <a:gd name="T81" fmla="*/ 128 h 217"/>
                    <a:gd name="T82" fmla="*/ 319 w 324"/>
                    <a:gd name="T83" fmla="*/ 126 h 217"/>
                    <a:gd name="T84" fmla="*/ 320 w 324"/>
                    <a:gd name="T85" fmla="*/ 124 h 217"/>
                    <a:gd name="T86" fmla="*/ 321 w 324"/>
                    <a:gd name="T87" fmla="*/ 123 h 217"/>
                    <a:gd name="T88" fmla="*/ 321 w 324"/>
                    <a:gd name="T89" fmla="*/ 123 h 217"/>
                    <a:gd name="T90" fmla="*/ 321 w 324"/>
                    <a:gd name="T91" fmla="*/ 122 h 217"/>
                    <a:gd name="T92" fmla="*/ 322 w 324"/>
                    <a:gd name="T93" fmla="*/ 120 h 217"/>
                    <a:gd name="T94" fmla="*/ 323 w 324"/>
                    <a:gd name="T95" fmla="*/ 118 h 217"/>
                    <a:gd name="T96" fmla="*/ 323 w 324"/>
                    <a:gd name="T97" fmla="*/ 117 h 217"/>
                    <a:gd name="T98" fmla="*/ 324 w 324"/>
                    <a:gd name="T99" fmla="*/ 115 h 217"/>
                    <a:gd name="T100" fmla="*/ 324 w 324"/>
                    <a:gd name="T101" fmla="*/ 113 h 217"/>
                    <a:gd name="T102" fmla="*/ 324 w 324"/>
                    <a:gd name="T103" fmla="*/ 111 h 217"/>
                    <a:gd name="T104" fmla="*/ 324 w 324"/>
                    <a:gd name="T105" fmla="*/ 110 h 217"/>
                    <a:gd name="T106" fmla="*/ 324 w 324"/>
                    <a:gd name="T107" fmla="*/ 109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324" y="109"/>
                      </a:moveTo>
                      <a:lnTo>
                        <a:pt x="324" y="109"/>
                      </a:lnTo>
                      <a:cubicBezTo>
                        <a:pt x="324" y="109"/>
                        <a:pt x="324" y="108"/>
                        <a:pt x="324" y="108"/>
                      </a:cubicBezTo>
                      <a:cubicBezTo>
                        <a:pt x="324" y="107"/>
                        <a:pt x="324" y="107"/>
                        <a:pt x="324" y="106"/>
                      </a:cubicBezTo>
                      <a:cubicBezTo>
                        <a:pt x="323" y="106"/>
                        <a:pt x="323" y="105"/>
                        <a:pt x="323" y="104"/>
                      </a:cubicBezTo>
                      <a:cubicBezTo>
                        <a:pt x="323" y="104"/>
                        <a:pt x="323" y="103"/>
                        <a:pt x="323" y="103"/>
                      </a:cubicBezTo>
                      <a:cubicBezTo>
                        <a:pt x="323" y="102"/>
                        <a:pt x="322" y="102"/>
                        <a:pt x="322" y="101"/>
                      </a:cubicBezTo>
                      <a:cubicBezTo>
                        <a:pt x="322" y="101"/>
                        <a:pt x="322" y="100"/>
                        <a:pt x="321" y="99"/>
                      </a:cubicBezTo>
                      <a:cubicBezTo>
                        <a:pt x="321" y="99"/>
                        <a:pt x="321" y="98"/>
                        <a:pt x="321" y="98"/>
                      </a:cubicBezTo>
                      <a:cubicBezTo>
                        <a:pt x="321" y="98"/>
                        <a:pt x="321" y="98"/>
                        <a:pt x="321" y="97"/>
                      </a:cubicBezTo>
                      <a:cubicBezTo>
                        <a:pt x="320" y="97"/>
                        <a:pt x="320" y="97"/>
                        <a:pt x="320" y="97"/>
                      </a:cubicBezTo>
                      <a:cubicBezTo>
                        <a:pt x="320" y="96"/>
                        <a:pt x="319" y="95"/>
                        <a:pt x="319" y="95"/>
                      </a:cubicBezTo>
                      <a:cubicBezTo>
                        <a:pt x="319" y="94"/>
                        <a:pt x="318" y="94"/>
                        <a:pt x="318" y="94"/>
                      </a:cubicBezTo>
                      <a:cubicBezTo>
                        <a:pt x="317" y="93"/>
                        <a:pt x="317" y="93"/>
                        <a:pt x="317" y="92"/>
                      </a:cubicBezTo>
                      <a:cubicBezTo>
                        <a:pt x="316" y="92"/>
                        <a:pt x="316" y="91"/>
                        <a:pt x="315" y="91"/>
                      </a:cubicBezTo>
                      <a:cubicBezTo>
                        <a:pt x="315" y="91"/>
                        <a:pt x="315" y="90"/>
                        <a:pt x="314" y="90"/>
                      </a:cubicBezTo>
                      <a:cubicBezTo>
                        <a:pt x="314" y="90"/>
                        <a:pt x="313" y="89"/>
                        <a:pt x="313" y="89"/>
                      </a:cubicBezTo>
                      <a:cubicBezTo>
                        <a:pt x="312" y="89"/>
                        <a:pt x="312" y="88"/>
                        <a:pt x="311" y="88"/>
                      </a:cubicBezTo>
                      <a:cubicBezTo>
                        <a:pt x="311" y="88"/>
                        <a:pt x="311" y="87"/>
                        <a:pt x="310" y="87"/>
                      </a:cubicBezTo>
                      <a:lnTo>
                        <a:pt x="167" y="7"/>
                      </a:lnTo>
                      <a:cubicBezTo>
                        <a:pt x="154" y="0"/>
                        <a:pt x="138" y="5"/>
                        <a:pt x="130" y="18"/>
                      </a:cubicBezTo>
                      <a:cubicBezTo>
                        <a:pt x="123" y="31"/>
                        <a:pt x="128" y="47"/>
                        <a:pt x="141" y="54"/>
                      </a:cubicBezTo>
                      <a:lnTo>
                        <a:pt x="194" y="84"/>
                      </a:lnTo>
                      <a:lnTo>
                        <a:pt x="53" y="84"/>
                      </a:lnTo>
                      <a:lnTo>
                        <a:pt x="53" y="43"/>
                      </a:lnTo>
                      <a:lnTo>
                        <a:pt x="0" y="43"/>
                      </a:lnTo>
                      <a:lnTo>
                        <a:pt x="0" y="110"/>
                      </a:lnTo>
                      <a:cubicBezTo>
                        <a:pt x="0" y="125"/>
                        <a:pt x="12" y="137"/>
                        <a:pt x="27" y="137"/>
                      </a:cubicBezTo>
                      <a:lnTo>
                        <a:pt x="194" y="137"/>
                      </a:lnTo>
                      <a:lnTo>
                        <a:pt x="141" y="167"/>
                      </a:lnTo>
                      <a:cubicBezTo>
                        <a:pt x="128" y="174"/>
                        <a:pt x="123" y="190"/>
                        <a:pt x="130" y="203"/>
                      </a:cubicBezTo>
                      <a:cubicBezTo>
                        <a:pt x="135" y="212"/>
                        <a:pt x="144" y="217"/>
                        <a:pt x="154" y="217"/>
                      </a:cubicBezTo>
                      <a:cubicBezTo>
                        <a:pt x="158" y="217"/>
                        <a:pt x="163" y="216"/>
                        <a:pt x="167" y="214"/>
                      </a:cubicBezTo>
                      <a:lnTo>
                        <a:pt x="310" y="134"/>
                      </a:lnTo>
                      <a:cubicBezTo>
                        <a:pt x="310" y="134"/>
                        <a:pt x="310" y="134"/>
                        <a:pt x="310" y="134"/>
                      </a:cubicBezTo>
                      <a:cubicBezTo>
                        <a:pt x="311" y="133"/>
                        <a:pt x="311" y="133"/>
                        <a:pt x="311" y="133"/>
                      </a:cubicBezTo>
                      <a:cubicBezTo>
                        <a:pt x="312" y="133"/>
                        <a:pt x="313" y="132"/>
                        <a:pt x="313" y="132"/>
                      </a:cubicBezTo>
                      <a:cubicBezTo>
                        <a:pt x="314" y="131"/>
                        <a:pt x="315" y="130"/>
                        <a:pt x="315" y="130"/>
                      </a:cubicBezTo>
                      <a:cubicBezTo>
                        <a:pt x="316" y="130"/>
                        <a:pt x="316" y="130"/>
                        <a:pt x="316" y="129"/>
                      </a:cubicBezTo>
                      <a:cubicBezTo>
                        <a:pt x="316" y="129"/>
                        <a:pt x="316" y="129"/>
                        <a:pt x="316" y="129"/>
                      </a:cubicBezTo>
                      <a:cubicBezTo>
                        <a:pt x="317" y="129"/>
                        <a:pt x="317" y="128"/>
                        <a:pt x="317" y="128"/>
                      </a:cubicBezTo>
                      <a:cubicBezTo>
                        <a:pt x="318" y="127"/>
                        <a:pt x="318" y="127"/>
                        <a:pt x="319" y="126"/>
                      </a:cubicBezTo>
                      <a:cubicBezTo>
                        <a:pt x="319" y="125"/>
                        <a:pt x="320" y="125"/>
                        <a:pt x="320" y="124"/>
                      </a:cubicBezTo>
                      <a:cubicBezTo>
                        <a:pt x="320" y="124"/>
                        <a:pt x="320" y="124"/>
                        <a:pt x="321" y="123"/>
                      </a:cubicBezTo>
                      <a:cubicBezTo>
                        <a:pt x="321" y="123"/>
                        <a:pt x="321" y="123"/>
                        <a:pt x="321" y="123"/>
                      </a:cubicBezTo>
                      <a:cubicBezTo>
                        <a:pt x="321" y="123"/>
                        <a:pt x="321" y="122"/>
                        <a:pt x="321" y="122"/>
                      </a:cubicBezTo>
                      <a:cubicBezTo>
                        <a:pt x="322" y="121"/>
                        <a:pt x="322" y="120"/>
                        <a:pt x="322" y="120"/>
                      </a:cubicBezTo>
                      <a:cubicBezTo>
                        <a:pt x="322" y="119"/>
                        <a:pt x="323" y="119"/>
                        <a:pt x="323" y="118"/>
                      </a:cubicBezTo>
                      <a:cubicBezTo>
                        <a:pt x="323" y="118"/>
                        <a:pt x="323" y="117"/>
                        <a:pt x="323" y="117"/>
                      </a:cubicBezTo>
                      <a:cubicBezTo>
                        <a:pt x="323" y="116"/>
                        <a:pt x="323" y="115"/>
                        <a:pt x="324" y="115"/>
                      </a:cubicBezTo>
                      <a:cubicBezTo>
                        <a:pt x="324" y="114"/>
                        <a:pt x="324" y="114"/>
                        <a:pt x="324" y="113"/>
                      </a:cubicBezTo>
                      <a:cubicBezTo>
                        <a:pt x="324" y="112"/>
                        <a:pt x="324" y="112"/>
                        <a:pt x="324" y="111"/>
                      </a:cubicBezTo>
                      <a:cubicBezTo>
                        <a:pt x="324" y="111"/>
                        <a:pt x="324" y="111"/>
                        <a:pt x="324" y="110"/>
                      </a:cubicBezTo>
                      <a:cubicBezTo>
                        <a:pt x="324" y="110"/>
                        <a:pt x="324" y="110"/>
                        <a:pt x="324" y="10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63" name="组合 62"/>
          <p:cNvGrpSpPr/>
          <p:nvPr/>
        </p:nvGrpSpPr>
        <p:grpSpPr>
          <a:xfrm>
            <a:off x="6472824" y="3041398"/>
            <a:ext cx="242943" cy="229314"/>
            <a:chOff x="5440947" y="3571465"/>
            <a:chExt cx="268134" cy="285241"/>
          </a:xfrm>
        </p:grpSpPr>
        <p:sp>
          <p:nvSpPr>
            <p:cNvPr id="229" name="任意多边形: 形状 221"/>
            <p:cNvSpPr/>
            <p:nvPr/>
          </p:nvSpPr>
          <p:spPr>
            <a:xfrm>
              <a:off x="5440947" y="3571465"/>
              <a:ext cx="268134" cy="149635"/>
            </a:xfrm>
            <a:custGeom>
              <a:avLst/>
              <a:gdLst>
                <a:gd name="connsiteX0" fmla="*/ 0 w 382014"/>
                <a:gd name="connsiteY0" fmla="*/ 0 h 149390"/>
                <a:gd name="connsiteX1" fmla="*/ 382014 w 382014"/>
                <a:gd name="connsiteY1" fmla="*/ 0 h 149390"/>
                <a:gd name="connsiteX2" fmla="*/ 382014 w 382014"/>
                <a:gd name="connsiteY2" fmla="*/ 149390 h 149390"/>
                <a:gd name="connsiteX3" fmla="*/ 191007 w 382014"/>
                <a:gd name="connsiteY3" fmla="*/ 103671 h 149390"/>
                <a:gd name="connsiteX4" fmla="*/ 0 w 382014"/>
                <a:gd name="connsiteY4" fmla="*/ 149390 h 14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014" h="149390">
                  <a:moveTo>
                    <a:pt x="0" y="0"/>
                  </a:moveTo>
                  <a:lnTo>
                    <a:pt x="382014" y="0"/>
                  </a:lnTo>
                  <a:lnTo>
                    <a:pt x="382014" y="149390"/>
                  </a:lnTo>
                  <a:cubicBezTo>
                    <a:pt x="382014" y="124140"/>
                    <a:pt x="296497" y="103671"/>
                    <a:pt x="191007" y="103671"/>
                  </a:cubicBezTo>
                  <a:cubicBezTo>
                    <a:pt x="85517" y="103671"/>
                    <a:pt x="0" y="124140"/>
                    <a:pt x="0" y="14939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4648C">
                    <a:alpha val="0"/>
                  </a:srgbClr>
                </a:gs>
                <a:gs pos="100000">
                  <a:srgbClr val="54648C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grpSp>
          <p:nvGrpSpPr>
            <p:cNvPr id="230" name="组合 229"/>
            <p:cNvGrpSpPr/>
            <p:nvPr/>
          </p:nvGrpSpPr>
          <p:grpSpPr>
            <a:xfrm>
              <a:off x="5440947" y="3673530"/>
              <a:ext cx="268134" cy="183176"/>
              <a:chOff x="240911" y="2398860"/>
              <a:chExt cx="375475" cy="179746"/>
            </a:xfrm>
          </p:grpSpPr>
          <p:sp>
            <p:nvSpPr>
              <p:cNvPr id="239" name="圆柱形 11"/>
              <p:cNvSpPr/>
              <p:nvPr/>
            </p:nvSpPr>
            <p:spPr>
              <a:xfrm>
                <a:off x="240911" y="2398860"/>
                <a:ext cx="375475" cy="179746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100000">
                    <a:srgbClr val="4472C4">
                      <a:lumMod val="60000"/>
                      <a:lumOff val="40000"/>
                    </a:srgbClr>
                  </a:gs>
                  <a:gs pos="48000">
                    <a:srgbClr val="54648C"/>
                  </a:gs>
                </a:gsLst>
                <a:lin ang="5400000" scaled="1"/>
              </a:gradFill>
              <a:ln w="3175" cap="flat" cmpd="sng" algn="ctr">
                <a:gradFill>
                  <a:gsLst>
                    <a:gs pos="0">
                      <a:sysClr val="window" lastClr="FFFFFF">
                        <a:alpha val="58000"/>
                      </a:sys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prstDash val="solid"/>
                <a:miter lim="800000"/>
                <a:tailEnd w="sm" len="sm"/>
              </a:ln>
              <a:effectLst>
                <a:outerShdw blurRad="241300" dist="12700" dir="2700000" algn="tl" rotWithShape="0">
                  <a:srgbClr val="03C8E1">
                    <a:alpha val="40000"/>
                  </a:srgbClr>
                </a:outerShdw>
              </a:effectLst>
              <a:scene3d>
                <a:camera prst="orthographicFront">
                  <a:rot lat="21599992" lon="0" rev="0"/>
                </a:camera>
                <a:lightRig rig="threePt" dir="t"/>
              </a:scene3d>
              <a:sp3d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240" name="组合 239"/>
              <p:cNvGrpSpPr/>
              <p:nvPr/>
            </p:nvGrpSpPr>
            <p:grpSpPr>
              <a:xfrm>
                <a:off x="362760" y="2402462"/>
                <a:ext cx="125807" cy="72156"/>
                <a:chOff x="-719582" y="2338114"/>
                <a:chExt cx="482788" cy="276901"/>
              </a:xfrm>
              <a:solidFill>
                <a:sysClr val="window" lastClr="FFFFFF"/>
              </a:solidFill>
            </p:grpSpPr>
            <p:sp>
              <p:nvSpPr>
                <p:cNvPr id="241" name="Freeform 69"/>
                <p:cNvSpPr/>
                <p:nvPr/>
              </p:nvSpPr>
              <p:spPr bwMode="auto">
                <a:xfrm>
                  <a:off x="-579827" y="2498758"/>
                  <a:ext cx="203279" cy="116257"/>
                </a:xfrm>
                <a:custGeom>
                  <a:avLst/>
                  <a:gdLst>
                    <a:gd name="T0" fmla="*/ 308 w 351"/>
                    <a:gd name="T1" fmla="*/ 73 h 202"/>
                    <a:gd name="T2" fmla="*/ 308 w 351"/>
                    <a:gd name="T3" fmla="*/ 73 h 202"/>
                    <a:gd name="T4" fmla="*/ 202 w 351"/>
                    <a:gd name="T5" fmla="*/ 131 h 202"/>
                    <a:gd name="T6" fmla="*/ 202 w 351"/>
                    <a:gd name="T7" fmla="*/ 53 h 202"/>
                    <a:gd name="T8" fmla="*/ 258 w 351"/>
                    <a:gd name="T9" fmla="*/ 53 h 202"/>
                    <a:gd name="T10" fmla="*/ 258 w 351"/>
                    <a:gd name="T11" fmla="*/ 0 h 202"/>
                    <a:gd name="T12" fmla="*/ 176 w 351"/>
                    <a:gd name="T13" fmla="*/ 0 h 202"/>
                    <a:gd name="T14" fmla="*/ 149 w 351"/>
                    <a:gd name="T15" fmla="*/ 26 h 202"/>
                    <a:gd name="T16" fmla="*/ 149 w 351"/>
                    <a:gd name="T17" fmla="*/ 131 h 202"/>
                    <a:gd name="T18" fmla="*/ 44 w 351"/>
                    <a:gd name="T19" fmla="*/ 73 h 202"/>
                    <a:gd name="T20" fmla="*/ 7 w 351"/>
                    <a:gd name="T21" fmla="*/ 84 h 202"/>
                    <a:gd name="T22" fmla="*/ 18 w 351"/>
                    <a:gd name="T23" fmla="*/ 120 h 202"/>
                    <a:gd name="T24" fmla="*/ 163 w 351"/>
                    <a:gd name="T25" fmla="*/ 199 h 202"/>
                    <a:gd name="T26" fmla="*/ 164 w 351"/>
                    <a:gd name="T27" fmla="*/ 199 h 202"/>
                    <a:gd name="T28" fmla="*/ 168 w 351"/>
                    <a:gd name="T29" fmla="*/ 201 h 202"/>
                    <a:gd name="T30" fmla="*/ 169 w 351"/>
                    <a:gd name="T31" fmla="*/ 201 h 202"/>
                    <a:gd name="T32" fmla="*/ 170 w 351"/>
                    <a:gd name="T33" fmla="*/ 201 h 202"/>
                    <a:gd name="T34" fmla="*/ 176 w 351"/>
                    <a:gd name="T35" fmla="*/ 202 h 202"/>
                    <a:gd name="T36" fmla="*/ 176 w 351"/>
                    <a:gd name="T37" fmla="*/ 202 h 202"/>
                    <a:gd name="T38" fmla="*/ 176 w 351"/>
                    <a:gd name="T39" fmla="*/ 202 h 202"/>
                    <a:gd name="T40" fmla="*/ 176 w 351"/>
                    <a:gd name="T41" fmla="*/ 202 h 202"/>
                    <a:gd name="T42" fmla="*/ 182 w 351"/>
                    <a:gd name="T43" fmla="*/ 201 h 202"/>
                    <a:gd name="T44" fmla="*/ 182 w 351"/>
                    <a:gd name="T45" fmla="*/ 201 h 202"/>
                    <a:gd name="T46" fmla="*/ 184 w 351"/>
                    <a:gd name="T47" fmla="*/ 201 h 202"/>
                    <a:gd name="T48" fmla="*/ 188 w 351"/>
                    <a:gd name="T49" fmla="*/ 199 h 202"/>
                    <a:gd name="T50" fmla="*/ 188 w 351"/>
                    <a:gd name="T51" fmla="*/ 199 h 202"/>
                    <a:gd name="T52" fmla="*/ 333 w 351"/>
                    <a:gd name="T53" fmla="*/ 120 h 202"/>
                    <a:gd name="T54" fmla="*/ 344 w 351"/>
                    <a:gd name="T55" fmla="*/ 84 h 202"/>
                    <a:gd name="T56" fmla="*/ 308 w 351"/>
                    <a:gd name="T57" fmla="*/ 73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51" h="202">
                      <a:moveTo>
                        <a:pt x="308" y="73"/>
                      </a:moveTo>
                      <a:lnTo>
                        <a:pt x="308" y="73"/>
                      </a:lnTo>
                      <a:lnTo>
                        <a:pt x="202" y="131"/>
                      </a:lnTo>
                      <a:lnTo>
                        <a:pt x="202" y="53"/>
                      </a:lnTo>
                      <a:lnTo>
                        <a:pt x="258" y="53"/>
                      </a:lnTo>
                      <a:lnTo>
                        <a:pt x="258" y="0"/>
                      </a:lnTo>
                      <a:lnTo>
                        <a:pt x="176" y="0"/>
                      </a:lnTo>
                      <a:cubicBezTo>
                        <a:pt x="161" y="0"/>
                        <a:pt x="149" y="12"/>
                        <a:pt x="149" y="26"/>
                      </a:cubicBezTo>
                      <a:lnTo>
                        <a:pt x="149" y="131"/>
                      </a:lnTo>
                      <a:lnTo>
                        <a:pt x="44" y="73"/>
                      </a:lnTo>
                      <a:cubicBezTo>
                        <a:pt x="31" y="66"/>
                        <a:pt x="14" y="71"/>
                        <a:pt x="7" y="84"/>
                      </a:cubicBezTo>
                      <a:cubicBezTo>
                        <a:pt x="0" y="97"/>
                        <a:pt x="5" y="113"/>
                        <a:pt x="18" y="120"/>
                      </a:cubicBezTo>
                      <a:lnTo>
                        <a:pt x="163" y="199"/>
                      </a:lnTo>
                      <a:cubicBezTo>
                        <a:pt x="163" y="199"/>
                        <a:pt x="164" y="199"/>
                        <a:pt x="164" y="199"/>
                      </a:cubicBezTo>
                      <a:cubicBezTo>
                        <a:pt x="165" y="200"/>
                        <a:pt x="166" y="200"/>
                        <a:pt x="168" y="201"/>
                      </a:cubicBezTo>
                      <a:cubicBezTo>
                        <a:pt x="168" y="201"/>
                        <a:pt x="168" y="201"/>
                        <a:pt x="169" y="201"/>
                      </a:cubicBezTo>
                      <a:cubicBezTo>
                        <a:pt x="169" y="201"/>
                        <a:pt x="169" y="201"/>
                        <a:pt x="170" y="201"/>
                      </a:cubicBezTo>
                      <a:cubicBezTo>
                        <a:pt x="172" y="202"/>
                        <a:pt x="174" y="202"/>
                        <a:pt x="176" y="202"/>
                      </a:cubicBezTo>
                      <a:cubicBezTo>
                        <a:pt x="176" y="202"/>
                        <a:pt x="176" y="202"/>
                        <a:pt x="176" y="202"/>
                      </a:cubicBezTo>
                      <a:lnTo>
                        <a:pt x="176" y="202"/>
                      </a:lnTo>
                      <a:lnTo>
                        <a:pt x="176" y="202"/>
                      </a:lnTo>
                      <a:cubicBezTo>
                        <a:pt x="178" y="202"/>
                        <a:pt x="180" y="202"/>
                        <a:pt x="182" y="201"/>
                      </a:cubicBezTo>
                      <a:cubicBezTo>
                        <a:pt x="182" y="201"/>
                        <a:pt x="182" y="201"/>
                        <a:pt x="182" y="201"/>
                      </a:cubicBezTo>
                      <a:cubicBezTo>
                        <a:pt x="183" y="201"/>
                        <a:pt x="183" y="201"/>
                        <a:pt x="184" y="201"/>
                      </a:cubicBezTo>
                      <a:cubicBezTo>
                        <a:pt x="185" y="200"/>
                        <a:pt x="186" y="200"/>
                        <a:pt x="188" y="199"/>
                      </a:cubicBezTo>
                      <a:cubicBezTo>
                        <a:pt x="188" y="199"/>
                        <a:pt x="188" y="199"/>
                        <a:pt x="188" y="199"/>
                      </a:cubicBezTo>
                      <a:lnTo>
                        <a:pt x="333" y="120"/>
                      </a:lnTo>
                      <a:cubicBezTo>
                        <a:pt x="346" y="113"/>
                        <a:pt x="351" y="97"/>
                        <a:pt x="344" y="84"/>
                      </a:cubicBezTo>
                      <a:cubicBezTo>
                        <a:pt x="337" y="71"/>
                        <a:pt x="321" y="66"/>
                        <a:pt x="308" y="7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42" name="Freeform 70"/>
                <p:cNvSpPr/>
                <p:nvPr/>
              </p:nvSpPr>
              <p:spPr bwMode="auto">
                <a:xfrm>
                  <a:off x="-579827" y="2338114"/>
                  <a:ext cx="203279" cy="114142"/>
                </a:xfrm>
                <a:custGeom>
                  <a:avLst/>
                  <a:gdLst>
                    <a:gd name="T0" fmla="*/ 30 w 350"/>
                    <a:gd name="T1" fmla="*/ 132 h 200"/>
                    <a:gd name="T2" fmla="*/ 30 w 350"/>
                    <a:gd name="T3" fmla="*/ 132 h 200"/>
                    <a:gd name="T4" fmla="*/ 43 w 350"/>
                    <a:gd name="T5" fmla="*/ 129 h 200"/>
                    <a:gd name="T6" fmla="*/ 148 w 350"/>
                    <a:gd name="T7" fmla="*/ 71 h 200"/>
                    <a:gd name="T8" fmla="*/ 148 w 350"/>
                    <a:gd name="T9" fmla="*/ 146 h 200"/>
                    <a:gd name="T10" fmla="*/ 92 w 350"/>
                    <a:gd name="T11" fmla="*/ 146 h 200"/>
                    <a:gd name="T12" fmla="*/ 92 w 350"/>
                    <a:gd name="T13" fmla="*/ 200 h 200"/>
                    <a:gd name="T14" fmla="*/ 175 w 350"/>
                    <a:gd name="T15" fmla="*/ 200 h 200"/>
                    <a:gd name="T16" fmla="*/ 202 w 350"/>
                    <a:gd name="T17" fmla="*/ 173 h 200"/>
                    <a:gd name="T18" fmla="*/ 202 w 350"/>
                    <a:gd name="T19" fmla="*/ 71 h 200"/>
                    <a:gd name="T20" fmla="*/ 307 w 350"/>
                    <a:gd name="T21" fmla="*/ 129 h 200"/>
                    <a:gd name="T22" fmla="*/ 320 w 350"/>
                    <a:gd name="T23" fmla="*/ 132 h 200"/>
                    <a:gd name="T24" fmla="*/ 343 w 350"/>
                    <a:gd name="T25" fmla="*/ 118 h 200"/>
                    <a:gd name="T26" fmla="*/ 333 w 350"/>
                    <a:gd name="T27" fmla="*/ 82 h 200"/>
                    <a:gd name="T28" fmla="*/ 188 w 350"/>
                    <a:gd name="T29" fmla="*/ 3 h 200"/>
                    <a:gd name="T30" fmla="*/ 187 w 350"/>
                    <a:gd name="T31" fmla="*/ 3 h 200"/>
                    <a:gd name="T32" fmla="*/ 186 w 350"/>
                    <a:gd name="T33" fmla="*/ 2 h 200"/>
                    <a:gd name="T34" fmla="*/ 184 w 350"/>
                    <a:gd name="T35" fmla="*/ 1 h 200"/>
                    <a:gd name="T36" fmla="*/ 183 w 350"/>
                    <a:gd name="T37" fmla="*/ 1 h 200"/>
                    <a:gd name="T38" fmla="*/ 181 w 350"/>
                    <a:gd name="T39" fmla="*/ 0 h 200"/>
                    <a:gd name="T40" fmla="*/ 179 w 350"/>
                    <a:gd name="T41" fmla="*/ 0 h 200"/>
                    <a:gd name="T42" fmla="*/ 177 w 350"/>
                    <a:gd name="T43" fmla="*/ 0 h 200"/>
                    <a:gd name="T44" fmla="*/ 176 w 350"/>
                    <a:gd name="T45" fmla="*/ 0 h 200"/>
                    <a:gd name="T46" fmla="*/ 175 w 350"/>
                    <a:gd name="T47" fmla="*/ 0 h 200"/>
                    <a:gd name="T48" fmla="*/ 174 w 350"/>
                    <a:gd name="T49" fmla="*/ 0 h 200"/>
                    <a:gd name="T50" fmla="*/ 172 w 350"/>
                    <a:gd name="T51" fmla="*/ 0 h 200"/>
                    <a:gd name="T52" fmla="*/ 171 w 350"/>
                    <a:gd name="T53" fmla="*/ 0 h 200"/>
                    <a:gd name="T54" fmla="*/ 168 w 350"/>
                    <a:gd name="T55" fmla="*/ 0 h 200"/>
                    <a:gd name="T56" fmla="*/ 167 w 350"/>
                    <a:gd name="T57" fmla="*/ 1 h 200"/>
                    <a:gd name="T58" fmla="*/ 166 w 350"/>
                    <a:gd name="T59" fmla="*/ 1 h 200"/>
                    <a:gd name="T60" fmla="*/ 164 w 350"/>
                    <a:gd name="T61" fmla="*/ 2 h 200"/>
                    <a:gd name="T62" fmla="*/ 162 w 350"/>
                    <a:gd name="T63" fmla="*/ 3 h 200"/>
                    <a:gd name="T64" fmla="*/ 162 w 350"/>
                    <a:gd name="T65" fmla="*/ 3 h 200"/>
                    <a:gd name="T66" fmla="*/ 17 w 350"/>
                    <a:gd name="T67" fmla="*/ 82 h 200"/>
                    <a:gd name="T68" fmla="*/ 7 w 350"/>
                    <a:gd name="T69" fmla="*/ 118 h 200"/>
                    <a:gd name="T70" fmla="*/ 30 w 350"/>
                    <a:gd name="T71" fmla="*/ 132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50" h="200">
                      <a:moveTo>
                        <a:pt x="30" y="132"/>
                      </a:moveTo>
                      <a:lnTo>
                        <a:pt x="30" y="132"/>
                      </a:lnTo>
                      <a:cubicBezTo>
                        <a:pt x="34" y="132"/>
                        <a:pt x="39" y="131"/>
                        <a:pt x="43" y="129"/>
                      </a:cubicBezTo>
                      <a:lnTo>
                        <a:pt x="148" y="71"/>
                      </a:lnTo>
                      <a:lnTo>
                        <a:pt x="148" y="146"/>
                      </a:lnTo>
                      <a:lnTo>
                        <a:pt x="92" y="146"/>
                      </a:lnTo>
                      <a:lnTo>
                        <a:pt x="92" y="200"/>
                      </a:lnTo>
                      <a:lnTo>
                        <a:pt x="175" y="200"/>
                      </a:lnTo>
                      <a:cubicBezTo>
                        <a:pt x="190" y="200"/>
                        <a:pt x="202" y="188"/>
                        <a:pt x="202" y="173"/>
                      </a:cubicBezTo>
                      <a:lnTo>
                        <a:pt x="202" y="71"/>
                      </a:lnTo>
                      <a:lnTo>
                        <a:pt x="307" y="129"/>
                      </a:lnTo>
                      <a:cubicBezTo>
                        <a:pt x="311" y="131"/>
                        <a:pt x="315" y="132"/>
                        <a:pt x="320" y="132"/>
                      </a:cubicBezTo>
                      <a:cubicBezTo>
                        <a:pt x="329" y="132"/>
                        <a:pt x="338" y="127"/>
                        <a:pt x="343" y="118"/>
                      </a:cubicBezTo>
                      <a:cubicBezTo>
                        <a:pt x="350" y="105"/>
                        <a:pt x="346" y="89"/>
                        <a:pt x="333" y="82"/>
                      </a:cubicBezTo>
                      <a:lnTo>
                        <a:pt x="188" y="3"/>
                      </a:lnTo>
                      <a:cubicBezTo>
                        <a:pt x="188" y="3"/>
                        <a:pt x="188" y="3"/>
                        <a:pt x="187" y="3"/>
                      </a:cubicBezTo>
                      <a:cubicBezTo>
                        <a:pt x="187" y="3"/>
                        <a:pt x="187" y="2"/>
                        <a:pt x="186" y="2"/>
                      </a:cubicBezTo>
                      <a:cubicBezTo>
                        <a:pt x="185" y="2"/>
                        <a:pt x="185" y="2"/>
                        <a:pt x="184" y="1"/>
                      </a:cubicBezTo>
                      <a:cubicBezTo>
                        <a:pt x="183" y="1"/>
                        <a:pt x="183" y="1"/>
                        <a:pt x="183" y="1"/>
                      </a:cubicBezTo>
                      <a:cubicBezTo>
                        <a:pt x="182" y="1"/>
                        <a:pt x="182" y="1"/>
                        <a:pt x="181" y="0"/>
                      </a:cubicBezTo>
                      <a:cubicBezTo>
                        <a:pt x="181" y="0"/>
                        <a:pt x="180" y="0"/>
                        <a:pt x="179" y="0"/>
                      </a:cubicBezTo>
                      <a:cubicBezTo>
                        <a:pt x="178" y="0"/>
                        <a:pt x="178" y="0"/>
                        <a:pt x="177" y="0"/>
                      </a:cubicBezTo>
                      <a:cubicBezTo>
                        <a:pt x="177" y="0"/>
                        <a:pt x="177" y="0"/>
                        <a:pt x="176" y="0"/>
                      </a:cubicBezTo>
                      <a:cubicBezTo>
                        <a:pt x="176" y="0"/>
                        <a:pt x="175" y="0"/>
                        <a:pt x="175" y="0"/>
                      </a:cubicBezTo>
                      <a:cubicBezTo>
                        <a:pt x="175" y="0"/>
                        <a:pt x="174" y="0"/>
                        <a:pt x="174" y="0"/>
                      </a:cubicBezTo>
                      <a:cubicBezTo>
                        <a:pt x="173" y="0"/>
                        <a:pt x="173" y="0"/>
                        <a:pt x="172" y="0"/>
                      </a:cubicBezTo>
                      <a:cubicBezTo>
                        <a:pt x="172" y="0"/>
                        <a:pt x="171" y="0"/>
                        <a:pt x="171" y="0"/>
                      </a:cubicBezTo>
                      <a:cubicBezTo>
                        <a:pt x="170" y="0"/>
                        <a:pt x="169" y="0"/>
                        <a:pt x="168" y="0"/>
                      </a:cubicBezTo>
                      <a:cubicBezTo>
                        <a:pt x="168" y="1"/>
                        <a:pt x="168" y="1"/>
                        <a:pt x="167" y="1"/>
                      </a:cubicBezTo>
                      <a:cubicBezTo>
                        <a:pt x="167" y="1"/>
                        <a:pt x="166" y="1"/>
                        <a:pt x="166" y="1"/>
                      </a:cubicBezTo>
                      <a:cubicBezTo>
                        <a:pt x="165" y="2"/>
                        <a:pt x="164" y="2"/>
                        <a:pt x="164" y="2"/>
                      </a:cubicBezTo>
                      <a:cubicBezTo>
                        <a:pt x="163" y="2"/>
                        <a:pt x="163" y="3"/>
                        <a:pt x="162" y="3"/>
                      </a:cubicBezTo>
                      <a:cubicBezTo>
                        <a:pt x="162" y="3"/>
                        <a:pt x="162" y="3"/>
                        <a:pt x="162" y="3"/>
                      </a:cubicBezTo>
                      <a:lnTo>
                        <a:pt x="17" y="82"/>
                      </a:lnTo>
                      <a:cubicBezTo>
                        <a:pt x="4" y="89"/>
                        <a:pt x="0" y="105"/>
                        <a:pt x="7" y="118"/>
                      </a:cubicBezTo>
                      <a:cubicBezTo>
                        <a:pt x="11" y="127"/>
                        <a:pt x="21" y="132"/>
                        <a:pt x="30" y="13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43" name="Freeform 71"/>
                <p:cNvSpPr/>
                <p:nvPr/>
              </p:nvSpPr>
              <p:spPr bwMode="auto">
                <a:xfrm>
                  <a:off x="-719582" y="2414209"/>
                  <a:ext cx="186339" cy="122597"/>
                </a:xfrm>
                <a:custGeom>
                  <a:avLst/>
                  <a:gdLst>
                    <a:gd name="T0" fmla="*/ 183 w 324"/>
                    <a:gd name="T1" fmla="*/ 167 h 217"/>
                    <a:gd name="T2" fmla="*/ 183 w 324"/>
                    <a:gd name="T3" fmla="*/ 167 h 217"/>
                    <a:gd name="T4" fmla="*/ 129 w 324"/>
                    <a:gd name="T5" fmla="*/ 137 h 217"/>
                    <a:gd name="T6" fmla="*/ 270 w 324"/>
                    <a:gd name="T7" fmla="*/ 137 h 217"/>
                    <a:gd name="T8" fmla="*/ 270 w 324"/>
                    <a:gd name="T9" fmla="*/ 176 h 217"/>
                    <a:gd name="T10" fmla="*/ 324 w 324"/>
                    <a:gd name="T11" fmla="*/ 176 h 217"/>
                    <a:gd name="T12" fmla="*/ 324 w 324"/>
                    <a:gd name="T13" fmla="*/ 110 h 217"/>
                    <a:gd name="T14" fmla="*/ 297 w 324"/>
                    <a:gd name="T15" fmla="*/ 84 h 217"/>
                    <a:gd name="T16" fmla="*/ 129 w 324"/>
                    <a:gd name="T17" fmla="*/ 84 h 217"/>
                    <a:gd name="T18" fmla="*/ 183 w 324"/>
                    <a:gd name="T19" fmla="*/ 54 h 217"/>
                    <a:gd name="T20" fmla="*/ 193 w 324"/>
                    <a:gd name="T21" fmla="*/ 18 h 217"/>
                    <a:gd name="T22" fmla="*/ 157 w 324"/>
                    <a:gd name="T23" fmla="*/ 7 h 217"/>
                    <a:gd name="T24" fmla="*/ 13 w 324"/>
                    <a:gd name="T25" fmla="*/ 87 h 217"/>
                    <a:gd name="T26" fmla="*/ 13 w 324"/>
                    <a:gd name="T27" fmla="*/ 88 h 217"/>
                    <a:gd name="T28" fmla="*/ 11 w 324"/>
                    <a:gd name="T29" fmla="*/ 89 h 217"/>
                    <a:gd name="T30" fmla="*/ 9 w 324"/>
                    <a:gd name="T31" fmla="*/ 90 h 217"/>
                    <a:gd name="T32" fmla="*/ 8 w 324"/>
                    <a:gd name="T33" fmla="*/ 91 h 217"/>
                    <a:gd name="T34" fmla="*/ 7 w 324"/>
                    <a:gd name="T35" fmla="*/ 92 h 217"/>
                    <a:gd name="T36" fmla="*/ 6 w 324"/>
                    <a:gd name="T37" fmla="*/ 93 h 217"/>
                    <a:gd name="T38" fmla="*/ 5 w 324"/>
                    <a:gd name="T39" fmla="*/ 95 h 217"/>
                    <a:gd name="T40" fmla="*/ 4 w 324"/>
                    <a:gd name="T41" fmla="*/ 96 h 217"/>
                    <a:gd name="T42" fmla="*/ 3 w 324"/>
                    <a:gd name="T43" fmla="*/ 97 h 217"/>
                    <a:gd name="T44" fmla="*/ 3 w 324"/>
                    <a:gd name="T45" fmla="*/ 98 h 217"/>
                    <a:gd name="T46" fmla="*/ 2 w 324"/>
                    <a:gd name="T47" fmla="*/ 99 h 217"/>
                    <a:gd name="T48" fmla="*/ 1 w 324"/>
                    <a:gd name="T49" fmla="*/ 101 h 217"/>
                    <a:gd name="T50" fmla="*/ 1 w 324"/>
                    <a:gd name="T51" fmla="*/ 103 h 217"/>
                    <a:gd name="T52" fmla="*/ 1 w 324"/>
                    <a:gd name="T53" fmla="*/ 104 h 217"/>
                    <a:gd name="T54" fmla="*/ 0 w 324"/>
                    <a:gd name="T55" fmla="*/ 106 h 217"/>
                    <a:gd name="T56" fmla="*/ 0 w 324"/>
                    <a:gd name="T57" fmla="*/ 108 h 217"/>
                    <a:gd name="T58" fmla="*/ 0 w 324"/>
                    <a:gd name="T59" fmla="*/ 109 h 217"/>
                    <a:gd name="T60" fmla="*/ 0 w 324"/>
                    <a:gd name="T61" fmla="*/ 110 h 217"/>
                    <a:gd name="T62" fmla="*/ 0 w 324"/>
                    <a:gd name="T63" fmla="*/ 111 h 217"/>
                    <a:gd name="T64" fmla="*/ 0 w 324"/>
                    <a:gd name="T65" fmla="*/ 113 h 217"/>
                    <a:gd name="T66" fmla="*/ 0 w 324"/>
                    <a:gd name="T67" fmla="*/ 115 h 217"/>
                    <a:gd name="T68" fmla="*/ 1 w 324"/>
                    <a:gd name="T69" fmla="*/ 117 h 217"/>
                    <a:gd name="T70" fmla="*/ 1 w 324"/>
                    <a:gd name="T71" fmla="*/ 118 h 217"/>
                    <a:gd name="T72" fmla="*/ 1 w 324"/>
                    <a:gd name="T73" fmla="*/ 119 h 217"/>
                    <a:gd name="T74" fmla="*/ 2 w 324"/>
                    <a:gd name="T75" fmla="*/ 122 h 217"/>
                    <a:gd name="T76" fmla="*/ 3 w 324"/>
                    <a:gd name="T77" fmla="*/ 123 h 217"/>
                    <a:gd name="T78" fmla="*/ 3 w 324"/>
                    <a:gd name="T79" fmla="*/ 123 h 217"/>
                    <a:gd name="T80" fmla="*/ 4 w 324"/>
                    <a:gd name="T81" fmla="*/ 124 h 217"/>
                    <a:gd name="T82" fmla="*/ 5 w 324"/>
                    <a:gd name="T83" fmla="*/ 126 h 217"/>
                    <a:gd name="T84" fmla="*/ 7 w 324"/>
                    <a:gd name="T85" fmla="*/ 128 h 217"/>
                    <a:gd name="T86" fmla="*/ 7 w 324"/>
                    <a:gd name="T87" fmla="*/ 129 h 217"/>
                    <a:gd name="T88" fmla="*/ 8 w 324"/>
                    <a:gd name="T89" fmla="*/ 129 h 217"/>
                    <a:gd name="T90" fmla="*/ 8 w 324"/>
                    <a:gd name="T91" fmla="*/ 130 h 217"/>
                    <a:gd name="T92" fmla="*/ 10 w 324"/>
                    <a:gd name="T93" fmla="*/ 131 h 217"/>
                    <a:gd name="T94" fmla="*/ 12 w 324"/>
                    <a:gd name="T95" fmla="*/ 133 h 217"/>
                    <a:gd name="T96" fmla="*/ 13 w 324"/>
                    <a:gd name="T97" fmla="*/ 134 h 217"/>
                    <a:gd name="T98" fmla="*/ 13 w 324"/>
                    <a:gd name="T99" fmla="*/ 134 h 217"/>
                    <a:gd name="T100" fmla="*/ 157 w 324"/>
                    <a:gd name="T101" fmla="*/ 213 h 217"/>
                    <a:gd name="T102" fmla="*/ 170 w 324"/>
                    <a:gd name="T103" fmla="*/ 217 h 217"/>
                    <a:gd name="T104" fmla="*/ 193 w 324"/>
                    <a:gd name="T105" fmla="*/ 203 h 217"/>
                    <a:gd name="T106" fmla="*/ 183 w 324"/>
                    <a:gd name="T107" fmla="*/ 167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183" y="167"/>
                      </a:moveTo>
                      <a:lnTo>
                        <a:pt x="183" y="167"/>
                      </a:lnTo>
                      <a:lnTo>
                        <a:pt x="129" y="137"/>
                      </a:lnTo>
                      <a:lnTo>
                        <a:pt x="270" y="137"/>
                      </a:lnTo>
                      <a:lnTo>
                        <a:pt x="270" y="176"/>
                      </a:lnTo>
                      <a:lnTo>
                        <a:pt x="324" y="176"/>
                      </a:lnTo>
                      <a:lnTo>
                        <a:pt x="324" y="110"/>
                      </a:lnTo>
                      <a:cubicBezTo>
                        <a:pt x="324" y="96"/>
                        <a:pt x="312" y="84"/>
                        <a:pt x="297" y="84"/>
                      </a:cubicBezTo>
                      <a:lnTo>
                        <a:pt x="129" y="84"/>
                      </a:lnTo>
                      <a:lnTo>
                        <a:pt x="183" y="54"/>
                      </a:lnTo>
                      <a:cubicBezTo>
                        <a:pt x="196" y="47"/>
                        <a:pt x="200" y="30"/>
                        <a:pt x="193" y="18"/>
                      </a:cubicBezTo>
                      <a:cubicBezTo>
                        <a:pt x="186" y="5"/>
                        <a:pt x="170" y="0"/>
                        <a:pt x="157" y="7"/>
                      </a:cubicBezTo>
                      <a:lnTo>
                        <a:pt x="13" y="87"/>
                      </a:lnTo>
                      <a:cubicBezTo>
                        <a:pt x="13" y="87"/>
                        <a:pt x="13" y="87"/>
                        <a:pt x="13" y="88"/>
                      </a:cubicBezTo>
                      <a:cubicBezTo>
                        <a:pt x="12" y="88"/>
                        <a:pt x="11" y="88"/>
                        <a:pt x="11" y="89"/>
                      </a:cubicBezTo>
                      <a:cubicBezTo>
                        <a:pt x="10" y="89"/>
                        <a:pt x="10" y="89"/>
                        <a:pt x="9" y="90"/>
                      </a:cubicBezTo>
                      <a:cubicBezTo>
                        <a:pt x="9" y="90"/>
                        <a:pt x="9" y="91"/>
                        <a:pt x="8" y="91"/>
                      </a:cubicBezTo>
                      <a:cubicBezTo>
                        <a:pt x="8" y="91"/>
                        <a:pt x="7" y="92"/>
                        <a:pt x="7" y="92"/>
                      </a:cubicBezTo>
                      <a:cubicBezTo>
                        <a:pt x="7" y="93"/>
                        <a:pt x="6" y="93"/>
                        <a:pt x="6" y="93"/>
                      </a:cubicBezTo>
                      <a:cubicBezTo>
                        <a:pt x="5" y="94"/>
                        <a:pt x="5" y="94"/>
                        <a:pt x="5" y="95"/>
                      </a:cubicBezTo>
                      <a:cubicBezTo>
                        <a:pt x="4" y="95"/>
                        <a:pt x="4" y="96"/>
                        <a:pt x="4" y="96"/>
                      </a:cubicBezTo>
                      <a:cubicBezTo>
                        <a:pt x="4" y="97"/>
                        <a:pt x="3" y="97"/>
                        <a:pt x="3" y="97"/>
                      </a:cubicBezTo>
                      <a:cubicBezTo>
                        <a:pt x="3" y="98"/>
                        <a:pt x="3" y="98"/>
                        <a:pt x="3" y="98"/>
                      </a:cubicBezTo>
                      <a:cubicBezTo>
                        <a:pt x="3" y="98"/>
                        <a:pt x="2" y="99"/>
                        <a:pt x="2" y="99"/>
                      </a:cubicBezTo>
                      <a:cubicBezTo>
                        <a:pt x="2" y="100"/>
                        <a:pt x="2" y="101"/>
                        <a:pt x="1" y="101"/>
                      </a:cubicBezTo>
                      <a:cubicBezTo>
                        <a:pt x="1" y="102"/>
                        <a:pt x="1" y="102"/>
                        <a:pt x="1" y="103"/>
                      </a:cubicBezTo>
                      <a:cubicBezTo>
                        <a:pt x="1" y="103"/>
                        <a:pt x="1" y="104"/>
                        <a:pt x="1" y="104"/>
                      </a:cubicBezTo>
                      <a:cubicBezTo>
                        <a:pt x="0" y="105"/>
                        <a:pt x="0" y="105"/>
                        <a:pt x="0" y="106"/>
                      </a:cubicBezTo>
                      <a:cubicBezTo>
                        <a:pt x="0" y="107"/>
                        <a:pt x="0" y="107"/>
                        <a:pt x="0" y="108"/>
                      </a:cubicBezTo>
                      <a:cubicBezTo>
                        <a:pt x="0" y="108"/>
                        <a:pt x="0" y="109"/>
                        <a:pt x="0" y="10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0" y="111"/>
                        <a:pt x="0" y="111"/>
                        <a:pt x="0" y="111"/>
                      </a:cubicBezTo>
                      <a:cubicBezTo>
                        <a:pt x="0" y="112"/>
                        <a:pt x="0" y="112"/>
                        <a:pt x="0" y="113"/>
                      </a:cubicBezTo>
                      <a:cubicBezTo>
                        <a:pt x="0" y="113"/>
                        <a:pt x="0" y="114"/>
                        <a:pt x="0" y="115"/>
                      </a:cubicBezTo>
                      <a:cubicBezTo>
                        <a:pt x="0" y="115"/>
                        <a:pt x="0" y="116"/>
                        <a:pt x="1" y="117"/>
                      </a:cubicBezTo>
                      <a:cubicBezTo>
                        <a:pt x="1" y="117"/>
                        <a:pt x="1" y="118"/>
                        <a:pt x="1" y="118"/>
                      </a:cubicBezTo>
                      <a:cubicBezTo>
                        <a:pt x="1" y="119"/>
                        <a:pt x="1" y="119"/>
                        <a:pt x="1" y="119"/>
                      </a:cubicBezTo>
                      <a:cubicBezTo>
                        <a:pt x="2" y="120"/>
                        <a:pt x="2" y="121"/>
                        <a:pt x="2" y="122"/>
                      </a:cubicBezTo>
                      <a:cubicBezTo>
                        <a:pt x="2" y="122"/>
                        <a:pt x="3" y="122"/>
                        <a:pt x="3" y="123"/>
                      </a:cubicBezTo>
                      <a:cubicBezTo>
                        <a:pt x="3" y="123"/>
                        <a:pt x="3" y="123"/>
                        <a:pt x="3" y="123"/>
                      </a:cubicBezTo>
                      <a:cubicBezTo>
                        <a:pt x="3" y="124"/>
                        <a:pt x="3" y="124"/>
                        <a:pt x="4" y="124"/>
                      </a:cubicBezTo>
                      <a:cubicBezTo>
                        <a:pt x="4" y="125"/>
                        <a:pt x="4" y="125"/>
                        <a:pt x="5" y="126"/>
                      </a:cubicBezTo>
                      <a:cubicBezTo>
                        <a:pt x="5" y="127"/>
                        <a:pt x="6" y="127"/>
                        <a:pt x="7" y="128"/>
                      </a:cubicBezTo>
                      <a:cubicBezTo>
                        <a:pt x="7" y="128"/>
                        <a:pt x="7" y="129"/>
                        <a:pt x="7" y="129"/>
                      </a:cubicBezTo>
                      <a:cubicBezTo>
                        <a:pt x="7" y="129"/>
                        <a:pt x="7" y="129"/>
                        <a:pt x="8" y="129"/>
                      </a:cubicBezTo>
                      <a:cubicBezTo>
                        <a:pt x="8" y="129"/>
                        <a:pt x="8" y="130"/>
                        <a:pt x="8" y="130"/>
                      </a:cubicBezTo>
                      <a:cubicBezTo>
                        <a:pt x="9" y="130"/>
                        <a:pt x="10" y="131"/>
                        <a:pt x="10" y="131"/>
                      </a:cubicBezTo>
                      <a:cubicBezTo>
                        <a:pt x="11" y="132"/>
                        <a:pt x="12" y="133"/>
                        <a:pt x="12" y="133"/>
                      </a:cubicBezTo>
                      <a:cubicBezTo>
                        <a:pt x="13" y="133"/>
                        <a:pt x="13" y="133"/>
                        <a:pt x="13" y="134"/>
                      </a:cubicBezTo>
                      <a:cubicBezTo>
                        <a:pt x="13" y="134"/>
                        <a:pt x="13" y="134"/>
                        <a:pt x="13" y="134"/>
                      </a:cubicBezTo>
                      <a:lnTo>
                        <a:pt x="157" y="213"/>
                      </a:lnTo>
                      <a:cubicBezTo>
                        <a:pt x="161" y="216"/>
                        <a:pt x="165" y="217"/>
                        <a:pt x="170" y="217"/>
                      </a:cubicBezTo>
                      <a:cubicBezTo>
                        <a:pt x="179" y="217"/>
                        <a:pt x="188" y="212"/>
                        <a:pt x="193" y="203"/>
                      </a:cubicBezTo>
                      <a:cubicBezTo>
                        <a:pt x="200" y="190"/>
                        <a:pt x="196" y="174"/>
                        <a:pt x="183" y="16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44" name="Freeform 72"/>
                <p:cNvSpPr/>
                <p:nvPr/>
              </p:nvSpPr>
              <p:spPr bwMode="auto">
                <a:xfrm>
                  <a:off x="-423133" y="2412094"/>
                  <a:ext cx="186339" cy="124712"/>
                </a:xfrm>
                <a:custGeom>
                  <a:avLst/>
                  <a:gdLst>
                    <a:gd name="T0" fmla="*/ 324 w 324"/>
                    <a:gd name="T1" fmla="*/ 109 h 217"/>
                    <a:gd name="T2" fmla="*/ 324 w 324"/>
                    <a:gd name="T3" fmla="*/ 109 h 217"/>
                    <a:gd name="T4" fmla="*/ 324 w 324"/>
                    <a:gd name="T5" fmla="*/ 108 h 217"/>
                    <a:gd name="T6" fmla="*/ 324 w 324"/>
                    <a:gd name="T7" fmla="*/ 106 h 217"/>
                    <a:gd name="T8" fmla="*/ 323 w 324"/>
                    <a:gd name="T9" fmla="*/ 104 h 217"/>
                    <a:gd name="T10" fmla="*/ 323 w 324"/>
                    <a:gd name="T11" fmla="*/ 103 h 217"/>
                    <a:gd name="T12" fmla="*/ 322 w 324"/>
                    <a:gd name="T13" fmla="*/ 101 h 217"/>
                    <a:gd name="T14" fmla="*/ 321 w 324"/>
                    <a:gd name="T15" fmla="*/ 99 h 217"/>
                    <a:gd name="T16" fmla="*/ 321 w 324"/>
                    <a:gd name="T17" fmla="*/ 98 h 217"/>
                    <a:gd name="T18" fmla="*/ 321 w 324"/>
                    <a:gd name="T19" fmla="*/ 97 h 217"/>
                    <a:gd name="T20" fmla="*/ 320 w 324"/>
                    <a:gd name="T21" fmla="*/ 97 h 217"/>
                    <a:gd name="T22" fmla="*/ 319 w 324"/>
                    <a:gd name="T23" fmla="*/ 95 h 217"/>
                    <a:gd name="T24" fmla="*/ 318 w 324"/>
                    <a:gd name="T25" fmla="*/ 94 h 217"/>
                    <a:gd name="T26" fmla="*/ 317 w 324"/>
                    <a:gd name="T27" fmla="*/ 92 h 217"/>
                    <a:gd name="T28" fmla="*/ 315 w 324"/>
                    <a:gd name="T29" fmla="*/ 91 h 217"/>
                    <a:gd name="T30" fmla="*/ 314 w 324"/>
                    <a:gd name="T31" fmla="*/ 90 h 217"/>
                    <a:gd name="T32" fmla="*/ 313 w 324"/>
                    <a:gd name="T33" fmla="*/ 89 h 217"/>
                    <a:gd name="T34" fmla="*/ 311 w 324"/>
                    <a:gd name="T35" fmla="*/ 88 h 217"/>
                    <a:gd name="T36" fmla="*/ 310 w 324"/>
                    <a:gd name="T37" fmla="*/ 87 h 217"/>
                    <a:gd name="T38" fmla="*/ 167 w 324"/>
                    <a:gd name="T39" fmla="*/ 7 h 217"/>
                    <a:gd name="T40" fmla="*/ 130 w 324"/>
                    <a:gd name="T41" fmla="*/ 18 h 217"/>
                    <a:gd name="T42" fmla="*/ 141 w 324"/>
                    <a:gd name="T43" fmla="*/ 54 h 217"/>
                    <a:gd name="T44" fmla="*/ 194 w 324"/>
                    <a:gd name="T45" fmla="*/ 84 h 217"/>
                    <a:gd name="T46" fmla="*/ 53 w 324"/>
                    <a:gd name="T47" fmla="*/ 84 h 217"/>
                    <a:gd name="T48" fmla="*/ 53 w 324"/>
                    <a:gd name="T49" fmla="*/ 43 h 217"/>
                    <a:gd name="T50" fmla="*/ 0 w 324"/>
                    <a:gd name="T51" fmla="*/ 43 h 217"/>
                    <a:gd name="T52" fmla="*/ 0 w 324"/>
                    <a:gd name="T53" fmla="*/ 110 h 217"/>
                    <a:gd name="T54" fmla="*/ 27 w 324"/>
                    <a:gd name="T55" fmla="*/ 137 h 217"/>
                    <a:gd name="T56" fmla="*/ 194 w 324"/>
                    <a:gd name="T57" fmla="*/ 137 h 217"/>
                    <a:gd name="T58" fmla="*/ 141 w 324"/>
                    <a:gd name="T59" fmla="*/ 167 h 217"/>
                    <a:gd name="T60" fmla="*/ 130 w 324"/>
                    <a:gd name="T61" fmla="*/ 203 h 217"/>
                    <a:gd name="T62" fmla="*/ 154 w 324"/>
                    <a:gd name="T63" fmla="*/ 217 h 217"/>
                    <a:gd name="T64" fmla="*/ 167 w 324"/>
                    <a:gd name="T65" fmla="*/ 214 h 217"/>
                    <a:gd name="T66" fmla="*/ 310 w 324"/>
                    <a:gd name="T67" fmla="*/ 134 h 217"/>
                    <a:gd name="T68" fmla="*/ 310 w 324"/>
                    <a:gd name="T69" fmla="*/ 134 h 217"/>
                    <a:gd name="T70" fmla="*/ 311 w 324"/>
                    <a:gd name="T71" fmla="*/ 133 h 217"/>
                    <a:gd name="T72" fmla="*/ 313 w 324"/>
                    <a:gd name="T73" fmla="*/ 132 h 217"/>
                    <a:gd name="T74" fmla="*/ 315 w 324"/>
                    <a:gd name="T75" fmla="*/ 130 h 217"/>
                    <a:gd name="T76" fmla="*/ 316 w 324"/>
                    <a:gd name="T77" fmla="*/ 129 h 217"/>
                    <a:gd name="T78" fmla="*/ 316 w 324"/>
                    <a:gd name="T79" fmla="*/ 129 h 217"/>
                    <a:gd name="T80" fmla="*/ 317 w 324"/>
                    <a:gd name="T81" fmla="*/ 128 h 217"/>
                    <a:gd name="T82" fmla="*/ 319 w 324"/>
                    <a:gd name="T83" fmla="*/ 126 h 217"/>
                    <a:gd name="T84" fmla="*/ 320 w 324"/>
                    <a:gd name="T85" fmla="*/ 124 h 217"/>
                    <a:gd name="T86" fmla="*/ 321 w 324"/>
                    <a:gd name="T87" fmla="*/ 123 h 217"/>
                    <a:gd name="T88" fmla="*/ 321 w 324"/>
                    <a:gd name="T89" fmla="*/ 123 h 217"/>
                    <a:gd name="T90" fmla="*/ 321 w 324"/>
                    <a:gd name="T91" fmla="*/ 122 h 217"/>
                    <a:gd name="T92" fmla="*/ 322 w 324"/>
                    <a:gd name="T93" fmla="*/ 120 h 217"/>
                    <a:gd name="T94" fmla="*/ 323 w 324"/>
                    <a:gd name="T95" fmla="*/ 118 h 217"/>
                    <a:gd name="T96" fmla="*/ 323 w 324"/>
                    <a:gd name="T97" fmla="*/ 117 h 217"/>
                    <a:gd name="T98" fmla="*/ 324 w 324"/>
                    <a:gd name="T99" fmla="*/ 115 h 217"/>
                    <a:gd name="T100" fmla="*/ 324 w 324"/>
                    <a:gd name="T101" fmla="*/ 113 h 217"/>
                    <a:gd name="T102" fmla="*/ 324 w 324"/>
                    <a:gd name="T103" fmla="*/ 111 h 217"/>
                    <a:gd name="T104" fmla="*/ 324 w 324"/>
                    <a:gd name="T105" fmla="*/ 110 h 217"/>
                    <a:gd name="T106" fmla="*/ 324 w 324"/>
                    <a:gd name="T107" fmla="*/ 109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24" h="217">
                      <a:moveTo>
                        <a:pt x="324" y="109"/>
                      </a:moveTo>
                      <a:lnTo>
                        <a:pt x="324" y="109"/>
                      </a:lnTo>
                      <a:cubicBezTo>
                        <a:pt x="324" y="109"/>
                        <a:pt x="324" y="108"/>
                        <a:pt x="324" y="108"/>
                      </a:cubicBezTo>
                      <a:cubicBezTo>
                        <a:pt x="324" y="107"/>
                        <a:pt x="324" y="107"/>
                        <a:pt x="324" y="106"/>
                      </a:cubicBezTo>
                      <a:cubicBezTo>
                        <a:pt x="323" y="106"/>
                        <a:pt x="323" y="105"/>
                        <a:pt x="323" y="104"/>
                      </a:cubicBezTo>
                      <a:cubicBezTo>
                        <a:pt x="323" y="104"/>
                        <a:pt x="323" y="103"/>
                        <a:pt x="323" y="103"/>
                      </a:cubicBezTo>
                      <a:cubicBezTo>
                        <a:pt x="323" y="102"/>
                        <a:pt x="322" y="102"/>
                        <a:pt x="322" y="101"/>
                      </a:cubicBezTo>
                      <a:cubicBezTo>
                        <a:pt x="322" y="101"/>
                        <a:pt x="322" y="100"/>
                        <a:pt x="321" y="99"/>
                      </a:cubicBezTo>
                      <a:cubicBezTo>
                        <a:pt x="321" y="99"/>
                        <a:pt x="321" y="98"/>
                        <a:pt x="321" y="98"/>
                      </a:cubicBezTo>
                      <a:cubicBezTo>
                        <a:pt x="321" y="98"/>
                        <a:pt x="321" y="98"/>
                        <a:pt x="321" y="97"/>
                      </a:cubicBezTo>
                      <a:cubicBezTo>
                        <a:pt x="320" y="97"/>
                        <a:pt x="320" y="97"/>
                        <a:pt x="320" y="97"/>
                      </a:cubicBezTo>
                      <a:cubicBezTo>
                        <a:pt x="320" y="96"/>
                        <a:pt x="319" y="95"/>
                        <a:pt x="319" y="95"/>
                      </a:cubicBezTo>
                      <a:cubicBezTo>
                        <a:pt x="319" y="94"/>
                        <a:pt x="318" y="94"/>
                        <a:pt x="318" y="94"/>
                      </a:cubicBezTo>
                      <a:cubicBezTo>
                        <a:pt x="317" y="93"/>
                        <a:pt x="317" y="93"/>
                        <a:pt x="317" y="92"/>
                      </a:cubicBezTo>
                      <a:cubicBezTo>
                        <a:pt x="316" y="92"/>
                        <a:pt x="316" y="91"/>
                        <a:pt x="315" y="91"/>
                      </a:cubicBezTo>
                      <a:cubicBezTo>
                        <a:pt x="315" y="91"/>
                        <a:pt x="315" y="90"/>
                        <a:pt x="314" y="90"/>
                      </a:cubicBezTo>
                      <a:cubicBezTo>
                        <a:pt x="314" y="90"/>
                        <a:pt x="313" y="89"/>
                        <a:pt x="313" y="89"/>
                      </a:cubicBezTo>
                      <a:cubicBezTo>
                        <a:pt x="312" y="89"/>
                        <a:pt x="312" y="88"/>
                        <a:pt x="311" y="88"/>
                      </a:cubicBezTo>
                      <a:cubicBezTo>
                        <a:pt x="311" y="88"/>
                        <a:pt x="311" y="87"/>
                        <a:pt x="310" y="87"/>
                      </a:cubicBezTo>
                      <a:lnTo>
                        <a:pt x="167" y="7"/>
                      </a:lnTo>
                      <a:cubicBezTo>
                        <a:pt x="154" y="0"/>
                        <a:pt x="138" y="5"/>
                        <a:pt x="130" y="18"/>
                      </a:cubicBezTo>
                      <a:cubicBezTo>
                        <a:pt x="123" y="31"/>
                        <a:pt x="128" y="47"/>
                        <a:pt x="141" y="54"/>
                      </a:cubicBezTo>
                      <a:lnTo>
                        <a:pt x="194" y="84"/>
                      </a:lnTo>
                      <a:lnTo>
                        <a:pt x="53" y="84"/>
                      </a:lnTo>
                      <a:lnTo>
                        <a:pt x="53" y="43"/>
                      </a:lnTo>
                      <a:lnTo>
                        <a:pt x="0" y="43"/>
                      </a:lnTo>
                      <a:lnTo>
                        <a:pt x="0" y="110"/>
                      </a:lnTo>
                      <a:cubicBezTo>
                        <a:pt x="0" y="125"/>
                        <a:pt x="12" y="137"/>
                        <a:pt x="27" y="137"/>
                      </a:cubicBezTo>
                      <a:lnTo>
                        <a:pt x="194" y="137"/>
                      </a:lnTo>
                      <a:lnTo>
                        <a:pt x="141" y="167"/>
                      </a:lnTo>
                      <a:cubicBezTo>
                        <a:pt x="128" y="174"/>
                        <a:pt x="123" y="190"/>
                        <a:pt x="130" y="203"/>
                      </a:cubicBezTo>
                      <a:cubicBezTo>
                        <a:pt x="135" y="212"/>
                        <a:pt x="144" y="217"/>
                        <a:pt x="154" y="217"/>
                      </a:cubicBezTo>
                      <a:cubicBezTo>
                        <a:pt x="158" y="217"/>
                        <a:pt x="163" y="216"/>
                        <a:pt x="167" y="214"/>
                      </a:cubicBezTo>
                      <a:lnTo>
                        <a:pt x="310" y="134"/>
                      </a:lnTo>
                      <a:cubicBezTo>
                        <a:pt x="310" y="134"/>
                        <a:pt x="310" y="134"/>
                        <a:pt x="310" y="134"/>
                      </a:cubicBezTo>
                      <a:cubicBezTo>
                        <a:pt x="311" y="133"/>
                        <a:pt x="311" y="133"/>
                        <a:pt x="311" y="133"/>
                      </a:cubicBezTo>
                      <a:cubicBezTo>
                        <a:pt x="312" y="133"/>
                        <a:pt x="313" y="132"/>
                        <a:pt x="313" y="132"/>
                      </a:cubicBezTo>
                      <a:cubicBezTo>
                        <a:pt x="314" y="131"/>
                        <a:pt x="315" y="130"/>
                        <a:pt x="315" y="130"/>
                      </a:cubicBezTo>
                      <a:cubicBezTo>
                        <a:pt x="316" y="130"/>
                        <a:pt x="316" y="130"/>
                        <a:pt x="316" y="129"/>
                      </a:cubicBezTo>
                      <a:cubicBezTo>
                        <a:pt x="316" y="129"/>
                        <a:pt x="316" y="129"/>
                        <a:pt x="316" y="129"/>
                      </a:cubicBezTo>
                      <a:cubicBezTo>
                        <a:pt x="317" y="129"/>
                        <a:pt x="317" y="128"/>
                        <a:pt x="317" y="128"/>
                      </a:cubicBezTo>
                      <a:cubicBezTo>
                        <a:pt x="318" y="127"/>
                        <a:pt x="318" y="127"/>
                        <a:pt x="319" y="126"/>
                      </a:cubicBezTo>
                      <a:cubicBezTo>
                        <a:pt x="319" y="125"/>
                        <a:pt x="320" y="125"/>
                        <a:pt x="320" y="124"/>
                      </a:cubicBezTo>
                      <a:cubicBezTo>
                        <a:pt x="320" y="124"/>
                        <a:pt x="320" y="124"/>
                        <a:pt x="321" y="123"/>
                      </a:cubicBezTo>
                      <a:cubicBezTo>
                        <a:pt x="321" y="123"/>
                        <a:pt x="321" y="123"/>
                        <a:pt x="321" y="123"/>
                      </a:cubicBezTo>
                      <a:cubicBezTo>
                        <a:pt x="321" y="123"/>
                        <a:pt x="321" y="122"/>
                        <a:pt x="321" y="122"/>
                      </a:cubicBezTo>
                      <a:cubicBezTo>
                        <a:pt x="322" y="121"/>
                        <a:pt x="322" y="120"/>
                        <a:pt x="322" y="120"/>
                      </a:cubicBezTo>
                      <a:cubicBezTo>
                        <a:pt x="322" y="119"/>
                        <a:pt x="323" y="119"/>
                        <a:pt x="323" y="118"/>
                      </a:cubicBezTo>
                      <a:cubicBezTo>
                        <a:pt x="323" y="118"/>
                        <a:pt x="323" y="117"/>
                        <a:pt x="323" y="117"/>
                      </a:cubicBezTo>
                      <a:cubicBezTo>
                        <a:pt x="323" y="116"/>
                        <a:pt x="323" y="115"/>
                        <a:pt x="324" y="115"/>
                      </a:cubicBezTo>
                      <a:cubicBezTo>
                        <a:pt x="324" y="114"/>
                        <a:pt x="324" y="114"/>
                        <a:pt x="324" y="113"/>
                      </a:cubicBezTo>
                      <a:cubicBezTo>
                        <a:pt x="324" y="112"/>
                        <a:pt x="324" y="112"/>
                        <a:pt x="324" y="111"/>
                      </a:cubicBezTo>
                      <a:cubicBezTo>
                        <a:pt x="324" y="111"/>
                        <a:pt x="324" y="111"/>
                        <a:pt x="324" y="110"/>
                      </a:cubicBezTo>
                      <a:cubicBezTo>
                        <a:pt x="324" y="110"/>
                        <a:pt x="324" y="110"/>
                        <a:pt x="324" y="10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pPr marL="0" marR="0" lvl="0" indent="0" algn="l" defTabSz="6083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</p:grpSp>
      <p:pic>
        <p:nvPicPr>
          <p:cNvPr id="448" name="图片 13" descr="图片 13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4472C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0800000" flipH="1">
            <a:off x="6512688" y="2608876"/>
            <a:ext cx="3470400" cy="323496"/>
          </a:xfrm>
          <a:prstGeom prst="rect">
            <a:avLst/>
          </a:prstGeom>
          <a:ln w="25400" cap="flat">
            <a:noFill/>
            <a:miter lim="400000"/>
            <a:headEnd/>
            <a:tailEnd/>
          </a:ln>
          <a:effectLst/>
        </p:spPr>
      </p:pic>
      <p:cxnSp>
        <p:nvCxnSpPr>
          <p:cNvPr id="449" name="直接箭头连接符 968"/>
          <p:cNvCxnSpPr/>
          <p:nvPr/>
        </p:nvCxnSpPr>
        <p:spPr>
          <a:xfrm flipV="1">
            <a:off x="8177186" y="2645218"/>
            <a:ext cx="0" cy="317354"/>
          </a:xfrm>
          <a:prstGeom prst="straightConnector1">
            <a:avLst/>
          </a:prstGeom>
          <a:noFill/>
          <a:ln w="9525" cap="flat" cmpd="sng" algn="ctr">
            <a:solidFill>
              <a:srgbClr val="54648C"/>
            </a:solidFill>
            <a:prstDash val="sysDash"/>
            <a:miter lim="800000"/>
            <a:headEnd type="none"/>
            <a:tailEnd type="triangle"/>
          </a:ln>
          <a:effectLst/>
        </p:spPr>
      </p:cxnSp>
      <p:cxnSp>
        <p:nvCxnSpPr>
          <p:cNvPr id="450" name="直接箭头连接符 969"/>
          <p:cNvCxnSpPr/>
          <p:nvPr/>
        </p:nvCxnSpPr>
        <p:spPr>
          <a:xfrm>
            <a:off x="8381017" y="2645218"/>
            <a:ext cx="0" cy="317354"/>
          </a:xfrm>
          <a:prstGeom prst="straightConnector1">
            <a:avLst/>
          </a:prstGeom>
          <a:noFill/>
          <a:ln w="9525" cap="flat" cmpd="sng" algn="ctr">
            <a:solidFill>
              <a:srgbClr val="54648C"/>
            </a:solidFill>
            <a:prstDash val="sysDash"/>
            <a:miter lim="800000"/>
            <a:headEnd type="none"/>
            <a:tailEnd type="triangle"/>
          </a:ln>
          <a:effectLst/>
        </p:spPr>
      </p:cxnSp>
      <p:sp>
        <p:nvSpPr>
          <p:cNvPr id="451" name="矩形 450"/>
          <p:cNvSpPr/>
          <p:nvPr/>
        </p:nvSpPr>
        <p:spPr bwMode="auto">
          <a:xfrm>
            <a:off x="8466010" y="2748102"/>
            <a:ext cx="963499" cy="13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智能调度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452" name="矩形 451"/>
          <p:cNvSpPr/>
          <p:nvPr/>
        </p:nvSpPr>
        <p:spPr bwMode="auto">
          <a:xfrm>
            <a:off x="7079805" y="2748102"/>
            <a:ext cx="1011636" cy="13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Arial" panose="020B0604020202090204" pitchFamily="34" charset="0"/>
                <a:sym typeface="Arial" panose="020B0604020202090204" pitchFamily="34" charset="0"/>
              </a:rPr>
              <a:t>运力感知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cxnSp>
        <p:nvCxnSpPr>
          <p:cNvPr id="454" name="直接连接符 1135"/>
          <p:cNvCxnSpPr>
            <a:stCxn id="239" idx="2"/>
          </p:cNvCxnSpPr>
          <p:nvPr/>
        </p:nvCxnSpPr>
        <p:spPr>
          <a:xfrm flipH="1">
            <a:off x="6041845" y="3197082"/>
            <a:ext cx="430979" cy="265578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55" name="直接连接符 1136"/>
          <p:cNvCxnSpPr>
            <a:stCxn id="247" idx="2"/>
          </p:cNvCxnSpPr>
          <p:nvPr/>
        </p:nvCxnSpPr>
        <p:spPr>
          <a:xfrm flipH="1" flipV="1">
            <a:off x="6041845" y="3462660"/>
            <a:ext cx="430979" cy="179229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3C8E1"/>
                </a:gs>
                <a:gs pos="100000">
                  <a:srgbClr val="93E43C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grpSp>
        <p:nvGrpSpPr>
          <p:cNvPr id="456" name="组合 455"/>
          <p:cNvGrpSpPr/>
          <p:nvPr/>
        </p:nvGrpSpPr>
        <p:grpSpPr>
          <a:xfrm>
            <a:off x="10129004" y="3091561"/>
            <a:ext cx="264755" cy="187853"/>
            <a:chOff x="4682136" y="1906516"/>
            <a:chExt cx="291860" cy="233331"/>
          </a:xfrm>
          <a:solidFill>
            <a:schemeClr val="tx1"/>
          </a:solidFill>
        </p:grpSpPr>
        <p:grpSp>
          <p:nvGrpSpPr>
            <p:cNvPr id="567" name="组合 566"/>
            <p:cNvGrpSpPr/>
            <p:nvPr/>
          </p:nvGrpSpPr>
          <p:grpSpPr>
            <a:xfrm>
              <a:off x="4682136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213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16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0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1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2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3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8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568" name="组合 567"/>
            <p:cNvGrpSpPr/>
            <p:nvPr/>
          </p:nvGrpSpPr>
          <p:grpSpPr>
            <a:xfrm>
              <a:off x="4783725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198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01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02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07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10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11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12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569" name="组合 568"/>
            <p:cNvGrpSpPr/>
            <p:nvPr/>
          </p:nvGrpSpPr>
          <p:grpSpPr>
            <a:xfrm>
              <a:off x="4885314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575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92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93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94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95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96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97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</p:grpSp>
      <p:grpSp>
        <p:nvGrpSpPr>
          <p:cNvPr id="457" name="组合 456"/>
          <p:cNvGrpSpPr/>
          <p:nvPr/>
        </p:nvGrpSpPr>
        <p:grpSpPr>
          <a:xfrm>
            <a:off x="10334340" y="3603421"/>
            <a:ext cx="264755" cy="187853"/>
            <a:chOff x="4682136" y="1906516"/>
            <a:chExt cx="291860" cy="233331"/>
          </a:xfrm>
          <a:solidFill>
            <a:schemeClr val="tx1"/>
          </a:solidFill>
        </p:grpSpPr>
        <p:grpSp>
          <p:nvGrpSpPr>
            <p:cNvPr id="531" name="组合 530"/>
            <p:cNvGrpSpPr/>
            <p:nvPr/>
          </p:nvGrpSpPr>
          <p:grpSpPr>
            <a:xfrm>
              <a:off x="4682136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555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57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60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61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64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65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66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532" name="组合 531"/>
            <p:cNvGrpSpPr/>
            <p:nvPr/>
          </p:nvGrpSpPr>
          <p:grpSpPr>
            <a:xfrm>
              <a:off x="4783725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546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49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50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51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52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53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54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533" name="组合 532"/>
            <p:cNvGrpSpPr/>
            <p:nvPr/>
          </p:nvGrpSpPr>
          <p:grpSpPr>
            <a:xfrm>
              <a:off x="4885314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534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35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36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37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42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44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45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</p:grpSp>
      <p:grpSp>
        <p:nvGrpSpPr>
          <p:cNvPr id="458" name="组合 457"/>
          <p:cNvGrpSpPr/>
          <p:nvPr/>
        </p:nvGrpSpPr>
        <p:grpSpPr>
          <a:xfrm>
            <a:off x="10094405" y="3598303"/>
            <a:ext cx="206088" cy="204232"/>
            <a:chOff x="7766332" y="4257002"/>
            <a:chExt cx="300817" cy="335860"/>
          </a:xfrm>
        </p:grpSpPr>
        <p:grpSp>
          <p:nvGrpSpPr>
            <p:cNvPr id="515" name="组合 514"/>
            <p:cNvGrpSpPr/>
            <p:nvPr/>
          </p:nvGrpSpPr>
          <p:grpSpPr>
            <a:xfrm>
              <a:off x="7766332" y="4257002"/>
              <a:ext cx="127650" cy="335860"/>
              <a:chOff x="4663417" y="2342417"/>
              <a:chExt cx="88682" cy="233331"/>
            </a:xfrm>
          </p:grpSpPr>
          <p:sp>
            <p:nvSpPr>
              <p:cNvPr id="524" name="Freeform 341"/>
              <p:cNvSpPr/>
              <p:nvPr/>
            </p:nvSpPr>
            <p:spPr bwMode="auto">
              <a:xfrm>
                <a:off x="4663417" y="2342417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5" name="Freeform 342"/>
              <p:cNvSpPr>
                <a:spLocks noEditPoints="1"/>
              </p:cNvSpPr>
              <p:nvPr/>
            </p:nvSpPr>
            <p:spPr bwMode="auto">
              <a:xfrm>
                <a:off x="4712546" y="2500607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6" name="Freeform 343"/>
              <p:cNvSpPr>
                <a:spLocks noEditPoints="1"/>
              </p:cNvSpPr>
              <p:nvPr/>
            </p:nvSpPr>
            <p:spPr bwMode="auto">
              <a:xfrm>
                <a:off x="4677156" y="2490721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7" name="Freeform 344"/>
              <p:cNvSpPr>
                <a:spLocks noEditPoints="1"/>
              </p:cNvSpPr>
              <p:nvPr/>
            </p:nvSpPr>
            <p:spPr bwMode="auto">
              <a:xfrm>
                <a:off x="4712546" y="2440627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8" name="Freeform 345"/>
              <p:cNvSpPr>
                <a:spLocks noEditPoints="1"/>
              </p:cNvSpPr>
              <p:nvPr/>
            </p:nvSpPr>
            <p:spPr bwMode="auto">
              <a:xfrm>
                <a:off x="4677156" y="2430740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9" name="Freeform 346"/>
              <p:cNvSpPr>
                <a:spLocks noEditPoints="1"/>
              </p:cNvSpPr>
              <p:nvPr/>
            </p:nvSpPr>
            <p:spPr bwMode="auto">
              <a:xfrm>
                <a:off x="4712546" y="2380646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30" name="Freeform 347"/>
              <p:cNvSpPr>
                <a:spLocks noEditPoints="1"/>
              </p:cNvSpPr>
              <p:nvPr/>
            </p:nvSpPr>
            <p:spPr bwMode="auto">
              <a:xfrm>
                <a:off x="4677156" y="2371418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516" name="组合 515"/>
            <p:cNvGrpSpPr/>
            <p:nvPr/>
          </p:nvGrpSpPr>
          <p:grpSpPr>
            <a:xfrm>
              <a:off x="7939499" y="4257002"/>
              <a:ext cx="127650" cy="335860"/>
              <a:chOff x="4663417" y="2342417"/>
              <a:chExt cx="88682" cy="233331"/>
            </a:xfrm>
          </p:grpSpPr>
          <p:sp>
            <p:nvSpPr>
              <p:cNvPr id="517" name="Freeform 341"/>
              <p:cNvSpPr/>
              <p:nvPr/>
            </p:nvSpPr>
            <p:spPr bwMode="auto">
              <a:xfrm>
                <a:off x="4663417" y="2342417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8" name="Freeform 342"/>
              <p:cNvSpPr>
                <a:spLocks noEditPoints="1"/>
              </p:cNvSpPr>
              <p:nvPr/>
            </p:nvSpPr>
            <p:spPr bwMode="auto">
              <a:xfrm>
                <a:off x="4712546" y="2500607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9" name="Freeform 343"/>
              <p:cNvSpPr>
                <a:spLocks noEditPoints="1"/>
              </p:cNvSpPr>
              <p:nvPr/>
            </p:nvSpPr>
            <p:spPr bwMode="auto">
              <a:xfrm>
                <a:off x="4677156" y="2490721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0" name="Freeform 344"/>
              <p:cNvSpPr>
                <a:spLocks noEditPoints="1"/>
              </p:cNvSpPr>
              <p:nvPr/>
            </p:nvSpPr>
            <p:spPr bwMode="auto">
              <a:xfrm>
                <a:off x="4712546" y="2440627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1" name="Freeform 345"/>
              <p:cNvSpPr>
                <a:spLocks noEditPoints="1"/>
              </p:cNvSpPr>
              <p:nvPr/>
            </p:nvSpPr>
            <p:spPr bwMode="auto">
              <a:xfrm>
                <a:off x="4677156" y="2430740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2" name="Freeform 346"/>
              <p:cNvSpPr>
                <a:spLocks noEditPoints="1"/>
              </p:cNvSpPr>
              <p:nvPr/>
            </p:nvSpPr>
            <p:spPr bwMode="auto">
              <a:xfrm>
                <a:off x="4712546" y="2380646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23" name="Freeform 347"/>
              <p:cNvSpPr>
                <a:spLocks noEditPoints="1"/>
              </p:cNvSpPr>
              <p:nvPr/>
            </p:nvSpPr>
            <p:spPr bwMode="auto">
              <a:xfrm>
                <a:off x="4677156" y="2371418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</p:grpSp>
      <p:sp>
        <p:nvSpPr>
          <p:cNvPr id="459" name="任意多边形: 形状 1204"/>
          <p:cNvSpPr/>
          <p:nvPr/>
        </p:nvSpPr>
        <p:spPr>
          <a:xfrm>
            <a:off x="5598831" y="3029626"/>
            <a:ext cx="4574550" cy="713534"/>
          </a:xfrm>
          <a:custGeom>
            <a:avLst/>
            <a:gdLst>
              <a:gd name="connsiteX0" fmla="*/ 48283 w 4818532"/>
              <a:gd name="connsiteY0" fmla="*/ 289158 h 881824"/>
              <a:gd name="connsiteX1" fmla="*/ 657883 w 4818532"/>
              <a:gd name="connsiteY1" fmla="*/ 94424 h 881824"/>
              <a:gd name="connsiteX2" fmla="*/ 4654150 w 4818532"/>
              <a:gd name="connsiteY2" fmla="*/ 35158 h 881824"/>
              <a:gd name="connsiteX3" fmla="*/ 4112283 w 4818532"/>
              <a:gd name="connsiteY3" fmla="*/ 636291 h 881824"/>
              <a:gd name="connsiteX4" fmla="*/ 4679550 w 4818532"/>
              <a:gd name="connsiteY4" fmla="*/ 881824 h 881824"/>
              <a:gd name="connsiteX0-1" fmla="*/ 30721 w 4919503"/>
              <a:gd name="connsiteY0-2" fmla="*/ 534032 h 889632"/>
              <a:gd name="connsiteX1-3" fmla="*/ 758854 w 4919503"/>
              <a:gd name="connsiteY1-4" fmla="*/ 102232 h 889632"/>
              <a:gd name="connsiteX2-5" fmla="*/ 4755121 w 4919503"/>
              <a:gd name="connsiteY2-6" fmla="*/ 42966 h 889632"/>
              <a:gd name="connsiteX3-7" fmla="*/ 4213254 w 4919503"/>
              <a:gd name="connsiteY3-8" fmla="*/ 644099 h 889632"/>
              <a:gd name="connsiteX4-9" fmla="*/ 4780521 w 4919503"/>
              <a:gd name="connsiteY4-10" fmla="*/ 889632 h 889632"/>
              <a:gd name="connsiteX0-11" fmla="*/ 21040 w 5024122"/>
              <a:gd name="connsiteY0-12" fmla="*/ 428813 h 886013"/>
              <a:gd name="connsiteX1-13" fmla="*/ 863473 w 5024122"/>
              <a:gd name="connsiteY1-14" fmla="*/ 98613 h 886013"/>
              <a:gd name="connsiteX2-15" fmla="*/ 4859740 w 5024122"/>
              <a:gd name="connsiteY2-16" fmla="*/ 39347 h 886013"/>
              <a:gd name="connsiteX3-17" fmla="*/ 4317873 w 5024122"/>
              <a:gd name="connsiteY3-18" fmla="*/ 640480 h 886013"/>
              <a:gd name="connsiteX4-19" fmla="*/ 4885140 w 5024122"/>
              <a:gd name="connsiteY4-20" fmla="*/ 886013 h 886013"/>
              <a:gd name="connsiteX0-21" fmla="*/ 19529 w 5048011"/>
              <a:gd name="connsiteY0-22" fmla="*/ 448508 h 886658"/>
              <a:gd name="connsiteX1-23" fmla="*/ 887362 w 5048011"/>
              <a:gd name="connsiteY1-24" fmla="*/ 99258 h 886658"/>
              <a:gd name="connsiteX2-25" fmla="*/ 4883629 w 5048011"/>
              <a:gd name="connsiteY2-26" fmla="*/ 39992 h 886658"/>
              <a:gd name="connsiteX3-27" fmla="*/ 4341762 w 5048011"/>
              <a:gd name="connsiteY3-28" fmla="*/ 641125 h 886658"/>
              <a:gd name="connsiteX4-29" fmla="*/ 4909029 w 5048011"/>
              <a:gd name="connsiteY4-30" fmla="*/ 886658 h 886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048011" h="886658">
                <a:moveTo>
                  <a:pt x="19529" y="448508"/>
                </a:moveTo>
                <a:cubicBezTo>
                  <a:pt x="-59494" y="372307"/>
                  <a:pt x="76679" y="167344"/>
                  <a:pt x="887362" y="99258"/>
                </a:cubicBezTo>
                <a:cubicBezTo>
                  <a:pt x="1698045" y="31172"/>
                  <a:pt x="4307896" y="-50319"/>
                  <a:pt x="4883629" y="39992"/>
                </a:cubicBezTo>
                <a:cubicBezTo>
                  <a:pt x="5459362" y="130303"/>
                  <a:pt x="4337529" y="500014"/>
                  <a:pt x="4341762" y="641125"/>
                </a:cubicBezTo>
                <a:cubicBezTo>
                  <a:pt x="4345995" y="782236"/>
                  <a:pt x="4627512" y="834447"/>
                  <a:pt x="4909029" y="886658"/>
                </a:cubicBezTo>
              </a:path>
            </a:pathLst>
          </a:custGeom>
          <a:noFill/>
          <a:ln w="12700" cap="flat" cmpd="sng" algn="ctr">
            <a:solidFill>
              <a:srgbClr val="4472C4">
                <a:lumMod val="60000"/>
                <a:lumOff val="40000"/>
              </a:srgbClr>
            </a:solidFill>
            <a:prstDash val="sysDash"/>
            <a:miter lim="800000"/>
            <a:headEnd type="none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460" name="图片 134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3" t="3923" r="4488" b="3185"/>
          <a:stretch>
            <a:fillRect/>
          </a:stretch>
        </p:blipFill>
        <p:spPr>
          <a:xfrm>
            <a:off x="5479992" y="3483646"/>
            <a:ext cx="256482" cy="180687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Freeform 74"/>
          <p:cNvSpPr>
            <a:spLocks noEditPoints="1"/>
          </p:cNvSpPr>
          <p:nvPr/>
        </p:nvSpPr>
        <p:spPr bwMode="auto">
          <a:xfrm>
            <a:off x="5507069" y="3270712"/>
            <a:ext cx="148173" cy="157141"/>
          </a:xfrm>
          <a:custGeom>
            <a:avLst/>
            <a:gdLst>
              <a:gd name="T0" fmla="*/ 242 w 296"/>
              <a:gd name="T1" fmla="*/ 162 h 437"/>
              <a:gd name="T2" fmla="*/ 288 w 296"/>
              <a:gd name="T3" fmla="*/ 131 h 437"/>
              <a:gd name="T4" fmla="*/ 293 w 296"/>
              <a:gd name="T5" fmla="*/ 57 h 437"/>
              <a:gd name="T6" fmla="*/ 262 w 296"/>
              <a:gd name="T7" fmla="*/ 22 h 437"/>
              <a:gd name="T8" fmla="*/ 147 w 296"/>
              <a:gd name="T9" fmla="*/ 0 h 437"/>
              <a:gd name="T10" fmla="*/ 41 w 296"/>
              <a:gd name="T11" fmla="*/ 18 h 437"/>
              <a:gd name="T12" fmla="*/ 3 w 296"/>
              <a:gd name="T13" fmla="*/ 50 h 437"/>
              <a:gd name="T14" fmla="*/ 3 w 296"/>
              <a:gd name="T15" fmla="*/ 125 h 437"/>
              <a:gd name="T16" fmla="*/ 41 w 296"/>
              <a:gd name="T17" fmla="*/ 157 h 437"/>
              <a:gd name="T18" fmla="*/ 147 w 296"/>
              <a:gd name="T19" fmla="*/ 176 h 437"/>
              <a:gd name="T20" fmla="*/ 50 w 296"/>
              <a:gd name="T21" fmla="*/ 131 h 437"/>
              <a:gd name="T22" fmla="*/ 63 w 296"/>
              <a:gd name="T23" fmla="*/ 118 h 437"/>
              <a:gd name="T24" fmla="*/ 74 w 296"/>
              <a:gd name="T25" fmla="*/ 136 h 437"/>
              <a:gd name="T26" fmla="*/ 9 w 296"/>
              <a:gd name="T27" fmla="*/ 54 h 437"/>
              <a:gd name="T28" fmla="*/ 104 w 296"/>
              <a:gd name="T29" fmla="*/ 91 h 437"/>
              <a:gd name="T30" fmla="*/ 214 w 296"/>
              <a:gd name="T31" fmla="*/ 88 h 437"/>
              <a:gd name="T32" fmla="*/ 289 w 296"/>
              <a:gd name="T33" fmla="*/ 54 h 437"/>
              <a:gd name="T34" fmla="*/ 196 w 296"/>
              <a:gd name="T35" fmla="*/ 97 h 437"/>
              <a:gd name="T36" fmla="*/ 80 w 296"/>
              <a:gd name="T37" fmla="*/ 92 h 437"/>
              <a:gd name="T38" fmla="*/ 9 w 296"/>
              <a:gd name="T39" fmla="*/ 54 h 437"/>
              <a:gd name="T40" fmla="*/ 182 w 296"/>
              <a:gd name="T41" fmla="*/ 430 h 437"/>
              <a:gd name="T42" fmla="*/ 295 w 296"/>
              <a:gd name="T43" fmla="*/ 432 h 437"/>
              <a:gd name="T44" fmla="*/ 285 w 296"/>
              <a:gd name="T45" fmla="*/ 419 h 437"/>
              <a:gd name="T46" fmla="*/ 232 w 296"/>
              <a:gd name="T47" fmla="*/ 259 h 437"/>
              <a:gd name="T48" fmla="*/ 283 w 296"/>
              <a:gd name="T49" fmla="*/ 231 h 437"/>
              <a:gd name="T50" fmla="*/ 294 w 296"/>
              <a:gd name="T51" fmla="*/ 158 h 437"/>
              <a:gd name="T52" fmla="*/ 281 w 296"/>
              <a:gd name="T53" fmla="*/ 165 h 437"/>
              <a:gd name="T54" fmla="*/ 201 w 296"/>
              <a:gd name="T55" fmla="*/ 199 h 437"/>
              <a:gd name="T56" fmla="*/ 70 w 296"/>
              <a:gd name="T57" fmla="*/ 194 h 437"/>
              <a:gd name="T58" fmla="*/ 9 w 296"/>
              <a:gd name="T59" fmla="*/ 159 h 437"/>
              <a:gd name="T60" fmla="*/ 0 w 296"/>
              <a:gd name="T61" fmla="*/ 206 h 437"/>
              <a:gd name="T62" fmla="*/ 17 w 296"/>
              <a:gd name="T63" fmla="*/ 237 h 437"/>
              <a:gd name="T64" fmla="*/ 88 w 296"/>
              <a:gd name="T65" fmla="*/ 265 h 437"/>
              <a:gd name="T66" fmla="*/ 67 w 296"/>
              <a:gd name="T67" fmla="*/ 214 h 437"/>
              <a:gd name="T68" fmla="*/ 71 w 296"/>
              <a:gd name="T69" fmla="*/ 236 h 437"/>
              <a:gd name="T70" fmla="*/ 51 w 296"/>
              <a:gd name="T71" fmla="*/ 231 h 437"/>
              <a:gd name="T72" fmla="*/ 63 w 296"/>
              <a:gd name="T73" fmla="*/ 214 h 437"/>
              <a:gd name="T74" fmla="*/ 4 w 296"/>
              <a:gd name="T75" fmla="*/ 421 h 437"/>
              <a:gd name="T76" fmla="*/ 7 w 296"/>
              <a:gd name="T77" fmla="*/ 437 h 437"/>
              <a:gd name="T78" fmla="*/ 113 w 296"/>
              <a:gd name="T79" fmla="*/ 423 h 437"/>
              <a:gd name="T80" fmla="*/ 294 w 296"/>
              <a:gd name="T81" fmla="*/ 247 h 437"/>
              <a:gd name="T82" fmla="*/ 276 w 296"/>
              <a:gd name="T83" fmla="*/ 265 h 437"/>
              <a:gd name="T84" fmla="*/ 175 w 296"/>
              <a:gd name="T85" fmla="*/ 297 h 437"/>
              <a:gd name="T86" fmla="*/ 48 w 296"/>
              <a:gd name="T87" fmla="*/ 281 h 437"/>
              <a:gd name="T88" fmla="*/ 5 w 296"/>
              <a:gd name="T89" fmla="*/ 248 h 437"/>
              <a:gd name="T90" fmla="*/ 0 w 296"/>
              <a:gd name="T91" fmla="*/ 300 h 437"/>
              <a:gd name="T92" fmla="*/ 23 w 296"/>
              <a:gd name="T93" fmla="*/ 335 h 437"/>
              <a:gd name="T94" fmla="*/ 109 w 296"/>
              <a:gd name="T95" fmla="*/ 362 h 437"/>
              <a:gd name="T96" fmla="*/ 148 w 296"/>
              <a:gd name="T97" fmla="*/ 388 h 437"/>
              <a:gd name="T98" fmla="*/ 213 w 296"/>
              <a:gd name="T99" fmla="*/ 358 h 437"/>
              <a:gd name="T100" fmla="*/ 284 w 296"/>
              <a:gd name="T101" fmla="*/ 325 h 437"/>
              <a:gd name="T102" fmla="*/ 63 w 296"/>
              <a:gd name="T103" fmla="*/ 335 h 437"/>
              <a:gd name="T104" fmla="*/ 50 w 296"/>
              <a:gd name="T105" fmla="*/ 322 h 437"/>
              <a:gd name="T106" fmla="*/ 67 w 296"/>
              <a:gd name="T107" fmla="*/ 312 h 437"/>
              <a:gd name="T108" fmla="*/ 71 w 296"/>
              <a:gd name="T109" fmla="*/ 332 h 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96" h="437">
                <a:moveTo>
                  <a:pt x="147" y="176"/>
                </a:moveTo>
                <a:lnTo>
                  <a:pt x="147" y="176"/>
                </a:lnTo>
                <a:lnTo>
                  <a:pt x="178" y="175"/>
                </a:lnTo>
                <a:lnTo>
                  <a:pt x="206" y="171"/>
                </a:lnTo>
                <a:lnTo>
                  <a:pt x="232" y="165"/>
                </a:lnTo>
                <a:lnTo>
                  <a:pt x="242" y="162"/>
                </a:lnTo>
                <a:lnTo>
                  <a:pt x="253" y="157"/>
                </a:lnTo>
                <a:lnTo>
                  <a:pt x="262" y="152"/>
                </a:lnTo>
                <a:lnTo>
                  <a:pt x="270" y="148"/>
                </a:lnTo>
                <a:lnTo>
                  <a:pt x="277" y="143"/>
                </a:lnTo>
                <a:lnTo>
                  <a:pt x="283" y="137"/>
                </a:lnTo>
                <a:lnTo>
                  <a:pt x="288" y="131"/>
                </a:lnTo>
                <a:lnTo>
                  <a:pt x="291" y="125"/>
                </a:lnTo>
                <a:lnTo>
                  <a:pt x="293" y="118"/>
                </a:lnTo>
                <a:lnTo>
                  <a:pt x="294" y="112"/>
                </a:lnTo>
                <a:lnTo>
                  <a:pt x="294" y="63"/>
                </a:lnTo>
                <a:lnTo>
                  <a:pt x="294" y="63"/>
                </a:lnTo>
                <a:lnTo>
                  <a:pt x="293" y="57"/>
                </a:lnTo>
                <a:lnTo>
                  <a:pt x="291" y="50"/>
                </a:lnTo>
                <a:lnTo>
                  <a:pt x="288" y="44"/>
                </a:lnTo>
                <a:lnTo>
                  <a:pt x="283" y="38"/>
                </a:lnTo>
                <a:lnTo>
                  <a:pt x="277" y="33"/>
                </a:lnTo>
                <a:lnTo>
                  <a:pt x="270" y="28"/>
                </a:lnTo>
                <a:lnTo>
                  <a:pt x="262" y="22"/>
                </a:lnTo>
                <a:lnTo>
                  <a:pt x="253" y="18"/>
                </a:lnTo>
                <a:lnTo>
                  <a:pt x="242" y="14"/>
                </a:lnTo>
                <a:lnTo>
                  <a:pt x="232" y="10"/>
                </a:lnTo>
                <a:lnTo>
                  <a:pt x="206" y="4"/>
                </a:lnTo>
                <a:lnTo>
                  <a:pt x="178" y="1"/>
                </a:lnTo>
                <a:lnTo>
                  <a:pt x="147" y="0"/>
                </a:lnTo>
                <a:lnTo>
                  <a:pt x="147" y="0"/>
                </a:lnTo>
                <a:lnTo>
                  <a:pt x="117" y="1"/>
                </a:lnTo>
                <a:lnTo>
                  <a:pt x="88" y="4"/>
                </a:lnTo>
                <a:lnTo>
                  <a:pt x="63" y="10"/>
                </a:lnTo>
                <a:lnTo>
                  <a:pt x="52" y="14"/>
                </a:lnTo>
                <a:lnTo>
                  <a:pt x="41" y="18"/>
                </a:lnTo>
                <a:lnTo>
                  <a:pt x="32" y="22"/>
                </a:lnTo>
                <a:lnTo>
                  <a:pt x="24" y="28"/>
                </a:lnTo>
                <a:lnTo>
                  <a:pt x="17" y="33"/>
                </a:lnTo>
                <a:lnTo>
                  <a:pt x="11" y="38"/>
                </a:lnTo>
                <a:lnTo>
                  <a:pt x="6" y="44"/>
                </a:lnTo>
                <a:lnTo>
                  <a:pt x="3" y="50"/>
                </a:lnTo>
                <a:lnTo>
                  <a:pt x="1" y="57"/>
                </a:lnTo>
                <a:lnTo>
                  <a:pt x="0" y="63"/>
                </a:lnTo>
                <a:lnTo>
                  <a:pt x="0" y="112"/>
                </a:lnTo>
                <a:lnTo>
                  <a:pt x="0" y="112"/>
                </a:lnTo>
                <a:lnTo>
                  <a:pt x="1" y="118"/>
                </a:lnTo>
                <a:lnTo>
                  <a:pt x="3" y="125"/>
                </a:lnTo>
                <a:lnTo>
                  <a:pt x="6" y="131"/>
                </a:lnTo>
                <a:lnTo>
                  <a:pt x="11" y="137"/>
                </a:lnTo>
                <a:lnTo>
                  <a:pt x="17" y="143"/>
                </a:lnTo>
                <a:lnTo>
                  <a:pt x="24" y="148"/>
                </a:lnTo>
                <a:lnTo>
                  <a:pt x="32" y="152"/>
                </a:lnTo>
                <a:lnTo>
                  <a:pt x="41" y="157"/>
                </a:lnTo>
                <a:lnTo>
                  <a:pt x="52" y="162"/>
                </a:lnTo>
                <a:lnTo>
                  <a:pt x="63" y="165"/>
                </a:lnTo>
                <a:lnTo>
                  <a:pt x="88" y="171"/>
                </a:lnTo>
                <a:lnTo>
                  <a:pt x="117" y="175"/>
                </a:lnTo>
                <a:lnTo>
                  <a:pt x="147" y="176"/>
                </a:lnTo>
                <a:lnTo>
                  <a:pt x="147" y="176"/>
                </a:lnTo>
                <a:close/>
                <a:moveTo>
                  <a:pt x="63" y="144"/>
                </a:moveTo>
                <a:lnTo>
                  <a:pt x="63" y="144"/>
                </a:lnTo>
                <a:lnTo>
                  <a:pt x="58" y="143"/>
                </a:lnTo>
                <a:lnTo>
                  <a:pt x="53" y="139"/>
                </a:lnTo>
                <a:lnTo>
                  <a:pt x="51" y="136"/>
                </a:lnTo>
                <a:lnTo>
                  <a:pt x="50" y="131"/>
                </a:lnTo>
                <a:lnTo>
                  <a:pt x="50" y="131"/>
                </a:lnTo>
                <a:lnTo>
                  <a:pt x="51" y="126"/>
                </a:lnTo>
                <a:lnTo>
                  <a:pt x="53" y="123"/>
                </a:lnTo>
                <a:lnTo>
                  <a:pt x="58" y="119"/>
                </a:lnTo>
                <a:lnTo>
                  <a:pt x="63" y="118"/>
                </a:lnTo>
                <a:lnTo>
                  <a:pt x="63" y="118"/>
                </a:lnTo>
                <a:lnTo>
                  <a:pt x="67" y="119"/>
                </a:lnTo>
                <a:lnTo>
                  <a:pt x="71" y="123"/>
                </a:lnTo>
                <a:lnTo>
                  <a:pt x="74" y="126"/>
                </a:lnTo>
                <a:lnTo>
                  <a:pt x="74" y="131"/>
                </a:lnTo>
                <a:lnTo>
                  <a:pt x="74" y="131"/>
                </a:lnTo>
                <a:lnTo>
                  <a:pt x="74" y="136"/>
                </a:lnTo>
                <a:lnTo>
                  <a:pt x="71" y="139"/>
                </a:lnTo>
                <a:lnTo>
                  <a:pt x="67" y="143"/>
                </a:lnTo>
                <a:lnTo>
                  <a:pt x="63" y="144"/>
                </a:lnTo>
                <a:lnTo>
                  <a:pt x="63" y="144"/>
                </a:lnTo>
                <a:close/>
                <a:moveTo>
                  <a:pt x="9" y="54"/>
                </a:moveTo>
                <a:lnTo>
                  <a:pt x="9" y="54"/>
                </a:lnTo>
                <a:lnTo>
                  <a:pt x="19" y="62"/>
                </a:lnTo>
                <a:lnTo>
                  <a:pt x="32" y="70"/>
                </a:lnTo>
                <a:lnTo>
                  <a:pt x="47" y="77"/>
                </a:lnTo>
                <a:lnTo>
                  <a:pt x="65" y="83"/>
                </a:lnTo>
                <a:lnTo>
                  <a:pt x="84" y="88"/>
                </a:lnTo>
                <a:lnTo>
                  <a:pt x="104" y="91"/>
                </a:lnTo>
                <a:lnTo>
                  <a:pt x="126" y="94"/>
                </a:lnTo>
                <a:lnTo>
                  <a:pt x="148" y="94"/>
                </a:lnTo>
                <a:lnTo>
                  <a:pt x="148" y="94"/>
                </a:lnTo>
                <a:lnTo>
                  <a:pt x="172" y="94"/>
                </a:lnTo>
                <a:lnTo>
                  <a:pt x="194" y="91"/>
                </a:lnTo>
                <a:lnTo>
                  <a:pt x="214" y="88"/>
                </a:lnTo>
                <a:lnTo>
                  <a:pt x="233" y="83"/>
                </a:lnTo>
                <a:lnTo>
                  <a:pt x="250" y="77"/>
                </a:lnTo>
                <a:lnTo>
                  <a:pt x="266" y="70"/>
                </a:lnTo>
                <a:lnTo>
                  <a:pt x="278" y="62"/>
                </a:lnTo>
                <a:lnTo>
                  <a:pt x="289" y="54"/>
                </a:lnTo>
                <a:lnTo>
                  <a:pt x="289" y="54"/>
                </a:lnTo>
                <a:lnTo>
                  <a:pt x="280" y="63"/>
                </a:lnTo>
                <a:lnTo>
                  <a:pt x="268" y="72"/>
                </a:lnTo>
                <a:lnTo>
                  <a:pt x="253" y="81"/>
                </a:lnTo>
                <a:lnTo>
                  <a:pt x="236" y="88"/>
                </a:lnTo>
                <a:lnTo>
                  <a:pt x="217" y="92"/>
                </a:lnTo>
                <a:lnTo>
                  <a:pt x="196" y="97"/>
                </a:lnTo>
                <a:lnTo>
                  <a:pt x="173" y="99"/>
                </a:lnTo>
                <a:lnTo>
                  <a:pt x="148" y="101"/>
                </a:lnTo>
                <a:lnTo>
                  <a:pt x="148" y="101"/>
                </a:lnTo>
                <a:lnTo>
                  <a:pt x="125" y="99"/>
                </a:lnTo>
                <a:lnTo>
                  <a:pt x="101" y="97"/>
                </a:lnTo>
                <a:lnTo>
                  <a:pt x="80" y="92"/>
                </a:lnTo>
                <a:lnTo>
                  <a:pt x="61" y="88"/>
                </a:lnTo>
                <a:lnTo>
                  <a:pt x="45" y="81"/>
                </a:lnTo>
                <a:lnTo>
                  <a:pt x="30" y="72"/>
                </a:lnTo>
                <a:lnTo>
                  <a:pt x="18" y="63"/>
                </a:lnTo>
                <a:lnTo>
                  <a:pt x="9" y="54"/>
                </a:lnTo>
                <a:lnTo>
                  <a:pt x="9" y="54"/>
                </a:lnTo>
                <a:close/>
                <a:moveTo>
                  <a:pt x="285" y="419"/>
                </a:moveTo>
                <a:lnTo>
                  <a:pt x="183" y="419"/>
                </a:lnTo>
                <a:lnTo>
                  <a:pt x="183" y="419"/>
                </a:lnTo>
                <a:lnTo>
                  <a:pt x="183" y="423"/>
                </a:lnTo>
                <a:lnTo>
                  <a:pt x="183" y="423"/>
                </a:lnTo>
                <a:lnTo>
                  <a:pt x="182" y="430"/>
                </a:lnTo>
                <a:lnTo>
                  <a:pt x="180" y="437"/>
                </a:lnTo>
                <a:lnTo>
                  <a:pt x="285" y="437"/>
                </a:lnTo>
                <a:lnTo>
                  <a:pt x="285" y="437"/>
                </a:lnTo>
                <a:lnTo>
                  <a:pt x="290" y="437"/>
                </a:lnTo>
                <a:lnTo>
                  <a:pt x="293" y="435"/>
                </a:lnTo>
                <a:lnTo>
                  <a:pt x="295" y="432"/>
                </a:lnTo>
                <a:lnTo>
                  <a:pt x="296" y="428"/>
                </a:lnTo>
                <a:lnTo>
                  <a:pt x="296" y="428"/>
                </a:lnTo>
                <a:lnTo>
                  <a:pt x="295" y="424"/>
                </a:lnTo>
                <a:lnTo>
                  <a:pt x="293" y="421"/>
                </a:lnTo>
                <a:lnTo>
                  <a:pt x="290" y="419"/>
                </a:lnTo>
                <a:lnTo>
                  <a:pt x="285" y="419"/>
                </a:lnTo>
                <a:lnTo>
                  <a:pt x="285" y="419"/>
                </a:lnTo>
                <a:close/>
                <a:moveTo>
                  <a:pt x="147" y="271"/>
                </a:moveTo>
                <a:lnTo>
                  <a:pt x="147" y="271"/>
                </a:lnTo>
                <a:lnTo>
                  <a:pt x="178" y="268"/>
                </a:lnTo>
                <a:lnTo>
                  <a:pt x="206" y="265"/>
                </a:lnTo>
                <a:lnTo>
                  <a:pt x="232" y="259"/>
                </a:lnTo>
                <a:lnTo>
                  <a:pt x="242" y="255"/>
                </a:lnTo>
                <a:lnTo>
                  <a:pt x="253" y="252"/>
                </a:lnTo>
                <a:lnTo>
                  <a:pt x="262" y="247"/>
                </a:lnTo>
                <a:lnTo>
                  <a:pt x="270" y="243"/>
                </a:lnTo>
                <a:lnTo>
                  <a:pt x="277" y="237"/>
                </a:lnTo>
                <a:lnTo>
                  <a:pt x="283" y="231"/>
                </a:lnTo>
                <a:lnTo>
                  <a:pt x="288" y="225"/>
                </a:lnTo>
                <a:lnTo>
                  <a:pt x="291" y="219"/>
                </a:lnTo>
                <a:lnTo>
                  <a:pt x="293" y="213"/>
                </a:lnTo>
                <a:lnTo>
                  <a:pt x="294" y="206"/>
                </a:lnTo>
                <a:lnTo>
                  <a:pt x="294" y="158"/>
                </a:lnTo>
                <a:lnTo>
                  <a:pt x="294" y="158"/>
                </a:lnTo>
                <a:lnTo>
                  <a:pt x="294" y="153"/>
                </a:lnTo>
                <a:lnTo>
                  <a:pt x="291" y="149"/>
                </a:lnTo>
                <a:lnTo>
                  <a:pt x="291" y="149"/>
                </a:lnTo>
                <a:lnTo>
                  <a:pt x="289" y="155"/>
                </a:lnTo>
                <a:lnTo>
                  <a:pt x="285" y="159"/>
                </a:lnTo>
                <a:lnTo>
                  <a:pt x="281" y="165"/>
                </a:lnTo>
                <a:lnTo>
                  <a:pt x="276" y="170"/>
                </a:lnTo>
                <a:lnTo>
                  <a:pt x="269" y="175"/>
                </a:lnTo>
                <a:lnTo>
                  <a:pt x="262" y="179"/>
                </a:lnTo>
                <a:lnTo>
                  <a:pt x="244" y="187"/>
                </a:lnTo>
                <a:lnTo>
                  <a:pt x="224" y="194"/>
                </a:lnTo>
                <a:lnTo>
                  <a:pt x="201" y="199"/>
                </a:lnTo>
                <a:lnTo>
                  <a:pt x="175" y="203"/>
                </a:lnTo>
                <a:lnTo>
                  <a:pt x="147" y="204"/>
                </a:lnTo>
                <a:lnTo>
                  <a:pt x="147" y="204"/>
                </a:lnTo>
                <a:lnTo>
                  <a:pt x="119" y="203"/>
                </a:lnTo>
                <a:lnTo>
                  <a:pt x="93" y="199"/>
                </a:lnTo>
                <a:lnTo>
                  <a:pt x="70" y="194"/>
                </a:lnTo>
                <a:lnTo>
                  <a:pt x="50" y="187"/>
                </a:lnTo>
                <a:lnTo>
                  <a:pt x="32" y="179"/>
                </a:lnTo>
                <a:lnTo>
                  <a:pt x="25" y="175"/>
                </a:lnTo>
                <a:lnTo>
                  <a:pt x="18" y="170"/>
                </a:lnTo>
                <a:lnTo>
                  <a:pt x="13" y="165"/>
                </a:lnTo>
                <a:lnTo>
                  <a:pt x="9" y="159"/>
                </a:lnTo>
                <a:lnTo>
                  <a:pt x="5" y="155"/>
                </a:lnTo>
                <a:lnTo>
                  <a:pt x="3" y="149"/>
                </a:lnTo>
                <a:lnTo>
                  <a:pt x="3" y="149"/>
                </a:lnTo>
                <a:lnTo>
                  <a:pt x="0" y="153"/>
                </a:lnTo>
                <a:lnTo>
                  <a:pt x="0" y="158"/>
                </a:lnTo>
                <a:lnTo>
                  <a:pt x="0" y="206"/>
                </a:lnTo>
                <a:lnTo>
                  <a:pt x="0" y="206"/>
                </a:lnTo>
                <a:lnTo>
                  <a:pt x="1" y="213"/>
                </a:lnTo>
                <a:lnTo>
                  <a:pt x="3" y="219"/>
                </a:lnTo>
                <a:lnTo>
                  <a:pt x="6" y="225"/>
                </a:lnTo>
                <a:lnTo>
                  <a:pt x="11" y="231"/>
                </a:lnTo>
                <a:lnTo>
                  <a:pt x="17" y="237"/>
                </a:lnTo>
                <a:lnTo>
                  <a:pt x="24" y="243"/>
                </a:lnTo>
                <a:lnTo>
                  <a:pt x="32" y="247"/>
                </a:lnTo>
                <a:lnTo>
                  <a:pt x="41" y="252"/>
                </a:lnTo>
                <a:lnTo>
                  <a:pt x="52" y="255"/>
                </a:lnTo>
                <a:lnTo>
                  <a:pt x="63" y="259"/>
                </a:lnTo>
                <a:lnTo>
                  <a:pt x="88" y="265"/>
                </a:lnTo>
                <a:lnTo>
                  <a:pt x="117" y="268"/>
                </a:lnTo>
                <a:lnTo>
                  <a:pt x="147" y="271"/>
                </a:lnTo>
                <a:lnTo>
                  <a:pt x="147" y="271"/>
                </a:lnTo>
                <a:close/>
                <a:moveTo>
                  <a:pt x="63" y="214"/>
                </a:moveTo>
                <a:lnTo>
                  <a:pt x="63" y="214"/>
                </a:lnTo>
                <a:lnTo>
                  <a:pt x="67" y="214"/>
                </a:lnTo>
                <a:lnTo>
                  <a:pt x="71" y="218"/>
                </a:lnTo>
                <a:lnTo>
                  <a:pt x="74" y="221"/>
                </a:lnTo>
                <a:lnTo>
                  <a:pt x="74" y="226"/>
                </a:lnTo>
                <a:lnTo>
                  <a:pt x="74" y="226"/>
                </a:lnTo>
                <a:lnTo>
                  <a:pt x="74" y="231"/>
                </a:lnTo>
                <a:lnTo>
                  <a:pt x="71" y="236"/>
                </a:lnTo>
                <a:lnTo>
                  <a:pt x="67" y="238"/>
                </a:lnTo>
                <a:lnTo>
                  <a:pt x="63" y="239"/>
                </a:lnTo>
                <a:lnTo>
                  <a:pt x="63" y="239"/>
                </a:lnTo>
                <a:lnTo>
                  <a:pt x="58" y="238"/>
                </a:lnTo>
                <a:lnTo>
                  <a:pt x="53" y="236"/>
                </a:lnTo>
                <a:lnTo>
                  <a:pt x="51" y="231"/>
                </a:lnTo>
                <a:lnTo>
                  <a:pt x="50" y="226"/>
                </a:lnTo>
                <a:lnTo>
                  <a:pt x="50" y="226"/>
                </a:lnTo>
                <a:lnTo>
                  <a:pt x="51" y="221"/>
                </a:lnTo>
                <a:lnTo>
                  <a:pt x="53" y="218"/>
                </a:lnTo>
                <a:lnTo>
                  <a:pt x="58" y="214"/>
                </a:lnTo>
                <a:lnTo>
                  <a:pt x="63" y="214"/>
                </a:lnTo>
                <a:lnTo>
                  <a:pt x="63" y="214"/>
                </a:lnTo>
                <a:close/>
                <a:moveTo>
                  <a:pt x="114" y="419"/>
                </a:moveTo>
                <a:lnTo>
                  <a:pt x="11" y="419"/>
                </a:lnTo>
                <a:lnTo>
                  <a:pt x="11" y="419"/>
                </a:lnTo>
                <a:lnTo>
                  <a:pt x="7" y="419"/>
                </a:lnTo>
                <a:lnTo>
                  <a:pt x="4" y="421"/>
                </a:lnTo>
                <a:lnTo>
                  <a:pt x="1" y="424"/>
                </a:lnTo>
                <a:lnTo>
                  <a:pt x="0" y="428"/>
                </a:lnTo>
                <a:lnTo>
                  <a:pt x="0" y="428"/>
                </a:lnTo>
                <a:lnTo>
                  <a:pt x="1" y="432"/>
                </a:lnTo>
                <a:lnTo>
                  <a:pt x="4" y="435"/>
                </a:lnTo>
                <a:lnTo>
                  <a:pt x="7" y="437"/>
                </a:lnTo>
                <a:lnTo>
                  <a:pt x="11" y="437"/>
                </a:lnTo>
                <a:lnTo>
                  <a:pt x="117" y="437"/>
                </a:lnTo>
                <a:lnTo>
                  <a:pt x="117" y="437"/>
                </a:lnTo>
                <a:lnTo>
                  <a:pt x="114" y="430"/>
                </a:lnTo>
                <a:lnTo>
                  <a:pt x="113" y="423"/>
                </a:lnTo>
                <a:lnTo>
                  <a:pt x="113" y="423"/>
                </a:lnTo>
                <a:lnTo>
                  <a:pt x="114" y="419"/>
                </a:lnTo>
                <a:lnTo>
                  <a:pt x="114" y="419"/>
                </a:lnTo>
                <a:close/>
                <a:moveTo>
                  <a:pt x="294" y="300"/>
                </a:moveTo>
                <a:lnTo>
                  <a:pt x="294" y="252"/>
                </a:lnTo>
                <a:lnTo>
                  <a:pt x="294" y="252"/>
                </a:lnTo>
                <a:lnTo>
                  <a:pt x="294" y="247"/>
                </a:lnTo>
                <a:lnTo>
                  <a:pt x="293" y="243"/>
                </a:lnTo>
                <a:lnTo>
                  <a:pt x="293" y="243"/>
                </a:lnTo>
                <a:lnTo>
                  <a:pt x="289" y="248"/>
                </a:lnTo>
                <a:lnTo>
                  <a:pt x="285" y="254"/>
                </a:lnTo>
                <a:lnTo>
                  <a:pt x="281" y="259"/>
                </a:lnTo>
                <a:lnTo>
                  <a:pt x="276" y="265"/>
                </a:lnTo>
                <a:lnTo>
                  <a:pt x="269" y="270"/>
                </a:lnTo>
                <a:lnTo>
                  <a:pt x="262" y="274"/>
                </a:lnTo>
                <a:lnTo>
                  <a:pt x="244" y="281"/>
                </a:lnTo>
                <a:lnTo>
                  <a:pt x="224" y="288"/>
                </a:lnTo>
                <a:lnTo>
                  <a:pt x="201" y="293"/>
                </a:lnTo>
                <a:lnTo>
                  <a:pt x="175" y="297"/>
                </a:lnTo>
                <a:lnTo>
                  <a:pt x="147" y="298"/>
                </a:lnTo>
                <a:lnTo>
                  <a:pt x="147" y="298"/>
                </a:lnTo>
                <a:lnTo>
                  <a:pt x="119" y="297"/>
                </a:lnTo>
                <a:lnTo>
                  <a:pt x="93" y="293"/>
                </a:lnTo>
                <a:lnTo>
                  <a:pt x="70" y="288"/>
                </a:lnTo>
                <a:lnTo>
                  <a:pt x="48" y="281"/>
                </a:lnTo>
                <a:lnTo>
                  <a:pt x="32" y="274"/>
                </a:lnTo>
                <a:lnTo>
                  <a:pt x="25" y="270"/>
                </a:lnTo>
                <a:lnTo>
                  <a:pt x="18" y="265"/>
                </a:lnTo>
                <a:lnTo>
                  <a:pt x="12" y="259"/>
                </a:lnTo>
                <a:lnTo>
                  <a:pt x="9" y="254"/>
                </a:lnTo>
                <a:lnTo>
                  <a:pt x="5" y="248"/>
                </a:lnTo>
                <a:lnTo>
                  <a:pt x="1" y="243"/>
                </a:lnTo>
                <a:lnTo>
                  <a:pt x="1" y="243"/>
                </a:lnTo>
                <a:lnTo>
                  <a:pt x="0" y="247"/>
                </a:lnTo>
                <a:lnTo>
                  <a:pt x="0" y="252"/>
                </a:lnTo>
                <a:lnTo>
                  <a:pt x="0" y="300"/>
                </a:lnTo>
                <a:lnTo>
                  <a:pt x="0" y="300"/>
                </a:lnTo>
                <a:lnTo>
                  <a:pt x="1" y="307"/>
                </a:lnTo>
                <a:lnTo>
                  <a:pt x="3" y="313"/>
                </a:lnTo>
                <a:lnTo>
                  <a:pt x="6" y="319"/>
                </a:lnTo>
                <a:lnTo>
                  <a:pt x="11" y="325"/>
                </a:lnTo>
                <a:lnTo>
                  <a:pt x="16" y="331"/>
                </a:lnTo>
                <a:lnTo>
                  <a:pt x="23" y="335"/>
                </a:lnTo>
                <a:lnTo>
                  <a:pt x="30" y="340"/>
                </a:lnTo>
                <a:lnTo>
                  <a:pt x="39" y="345"/>
                </a:lnTo>
                <a:lnTo>
                  <a:pt x="48" y="348"/>
                </a:lnTo>
                <a:lnTo>
                  <a:pt x="59" y="353"/>
                </a:lnTo>
                <a:lnTo>
                  <a:pt x="82" y="359"/>
                </a:lnTo>
                <a:lnTo>
                  <a:pt x="109" y="362"/>
                </a:lnTo>
                <a:lnTo>
                  <a:pt x="139" y="365"/>
                </a:lnTo>
                <a:lnTo>
                  <a:pt x="139" y="389"/>
                </a:lnTo>
                <a:lnTo>
                  <a:pt x="139" y="389"/>
                </a:lnTo>
                <a:lnTo>
                  <a:pt x="143" y="389"/>
                </a:lnTo>
                <a:lnTo>
                  <a:pt x="148" y="388"/>
                </a:lnTo>
                <a:lnTo>
                  <a:pt x="148" y="388"/>
                </a:lnTo>
                <a:lnTo>
                  <a:pt x="153" y="389"/>
                </a:lnTo>
                <a:lnTo>
                  <a:pt x="159" y="389"/>
                </a:lnTo>
                <a:lnTo>
                  <a:pt x="159" y="365"/>
                </a:lnTo>
                <a:lnTo>
                  <a:pt x="159" y="365"/>
                </a:lnTo>
                <a:lnTo>
                  <a:pt x="187" y="362"/>
                </a:lnTo>
                <a:lnTo>
                  <a:pt x="213" y="358"/>
                </a:lnTo>
                <a:lnTo>
                  <a:pt x="236" y="352"/>
                </a:lnTo>
                <a:lnTo>
                  <a:pt x="256" y="345"/>
                </a:lnTo>
                <a:lnTo>
                  <a:pt x="264" y="340"/>
                </a:lnTo>
                <a:lnTo>
                  <a:pt x="271" y="335"/>
                </a:lnTo>
                <a:lnTo>
                  <a:pt x="278" y="329"/>
                </a:lnTo>
                <a:lnTo>
                  <a:pt x="284" y="325"/>
                </a:lnTo>
                <a:lnTo>
                  <a:pt x="288" y="319"/>
                </a:lnTo>
                <a:lnTo>
                  <a:pt x="291" y="313"/>
                </a:lnTo>
                <a:lnTo>
                  <a:pt x="293" y="307"/>
                </a:lnTo>
                <a:lnTo>
                  <a:pt x="294" y="300"/>
                </a:lnTo>
                <a:lnTo>
                  <a:pt x="294" y="300"/>
                </a:lnTo>
                <a:close/>
                <a:moveTo>
                  <a:pt x="63" y="335"/>
                </a:moveTo>
                <a:lnTo>
                  <a:pt x="63" y="335"/>
                </a:lnTo>
                <a:lnTo>
                  <a:pt x="58" y="334"/>
                </a:lnTo>
                <a:lnTo>
                  <a:pt x="53" y="332"/>
                </a:lnTo>
                <a:lnTo>
                  <a:pt x="51" y="327"/>
                </a:lnTo>
                <a:lnTo>
                  <a:pt x="50" y="322"/>
                </a:lnTo>
                <a:lnTo>
                  <a:pt x="50" y="322"/>
                </a:lnTo>
                <a:lnTo>
                  <a:pt x="51" y="318"/>
                </a:lnTo>
                <a:lnTo>
                  <a:pt x="53" y="314"/>
                </a:lnTo>
                <a:lnTo>
                  <a:pt x="58" y="312"/>
                </a:lnTo>
                <a:lnTo>
                  <a:pt x="63" y="311"/>
                </a:lnTo>
                <a:lnTo>
                  <a:pt x="63" y="311"/>
                </a:lnTo>
                <a:lnTo>
                  <a:pt x="67" y="312"/>
                </a:lnTo>
                <a:lnTo>
                  <a:pt x="71" y="314"/>
                </a:lnTo>
                <a:lnTo>
                  <a:pt x="74" y="318"/>
                </a:lnTo>
                <a:lnTo>
                  <a:pt x="74" y="322"/>
                </a:lnTo>
                <a:lnTo>
                  <a:pt x="74" y="322"/>
                </a:lnTo>
                <a:lnTo>
                  <a:pt x="74" y="327"/>
                </a:lnTo>
                <a:lnTo>
                  <a:pt x="71" y="332"/>
                </a:lnTo>
                <a:lnTo>
                  <a:pt x="67" y="334"/>
                </a:lnTo>
                <a:lnTo>
                  <a:pt x="63" y="335"/>
                </a:lnTo>
                <a:lnTo>
                  <a:pt x="63" y="335"/>
                </a:lnTo>
                <a:close/>
              </a:path>
            </a:pathLst>
          </a:custGeom>
          <a:gradFill flip="none" rotWithShape="1">
            <a:gsLst>
              <a:gs pos="100000">
                <a:srgbClr val="54648C"/>
              </a:gs>
              <a:gs pos="0">
                <a:srgbClr val="4472C4">
                  <a:lumMod val="60000"/>
                  <a:lumOff val="40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462" name="任意多边形: 形状 1207"/>
          <p:cNvSpPr/>
          <p:nvPr/>
        </p:nvSpPr>
        <p:spPr>
          <a:xfrm>
            <a:off x="5712405" y="3155031"/>
            <a:ext cx="4558003" cy="571748"/>
          </a:xfrm>
          <a:custGeom>
            <a:avLst/>
            <a:gdLst>
              <a:gd name="connsiteX0" fmla="*/ 0 w 5029200"/>
              <a:gd name="connsiteY0" fmla="*/ 598086 h 710457"/>
              <a:gd name="connsiteX1" fmla="*/ 323850 w 5029200"/>
              <a:gd name="connsiteY1" fmla="*/ 452036 h 710457"/>
              <a:gd name="connsiteX2" fmla="*/ 1066800 w 5029200"/>
              <a:gd name="connsiteY2" fmla="*/ 667936 h 710457"/>
              <a:gd name="connsiteX3" fmla="*/ 3321050 w 5029200"/>
              <a:gd name="connsiteY3" fmla="*/ 655236 h 710457"/>
              <a:gd name="connsiteX4" fmla="*/ 4445000 w 5029200"/>
              <a:gd name="connsiteY4" fmla="*/ 102786 h 710457"/>
              <a:gd name="connsiteX5" fmla="*/ 4978400 w 5029200"/>
              <a:gd name="connsiteY5" fmla="*/ 26586 h 710457"/>
              <a:gd name="connsiteX6" fmla="*/ 4667250 w 5029200"/>
              <a:gd name="connsiteY6" fmla="*/ 413936 h 710457"/>
              <a:gd name="connsiteX7" fmla="*/ 5029200 w 5029200"/>
              <a:gd name="connsiteY7" fmla="*/ 585386 h 71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9200" h="710457">
                <a:moveTo>
                  <a:pt x="0" y="598086"/>
                </a:moveTo>
                <a:cubicBezTo>
                  <a:pt x="73025" y="519240"/>
                  <a:pt x="146050" y="440394"/>
                  <a:pt x="323850" y="452036"/>
                </a:cubicBezTo>
                <a:cubicBezTo>
                  <a:pt x="501650" y="463678"/>
                  <a:pt x="567267" y="634069"/>
                  <a:pt x="1066800" y="667936"/>
                </a:cubicBezTo>
                <a:cubicBezTo>
                  <a:pt x="1566333" y="701803"/>
                  <a:pt x="2758017" y="749428"/>
                  <a:pt x="3321050" y="655236"/>
                </a:cubicBezTo>
                <a:cubicBezTo>
                  <a:pt x="3884083" y="561044"/>
                  <a:pt x="4168775" y="207561"/>
                  <a:pt x="4445000" y="102786"/>
                </a:cubicBezTo>
                <a:cubicBezTo>
                  <a:pt x="4721225" y="-1989"/>
                  <a:pt x="4941358" y="-25272"/>
                  <a:pt x="4978400" y="26586"/>
                </a:cubicBezTo>
                <a:cubicBezTo>
                  <a:pt x="5015442" y="78444"/>
                  <a:pt x="4658783" y="320803"/>
                  <a:pt x="4667250" y="413936"/>
                </a:cubicBezTo>
                <a:cubicBezTo>
                  <a:pt x="4675717" y="507069"/>
                  <a:pt x="4852458" y="546227"/>
                  <a:pt x="5029200" y="585386"/>
                </a:cubicBezTo>
              </a:path>
            </a:pathLst>
          </a:custGeom>
          <a:noFill/>
          <a:ln w="12700" cap="flat" cmpd="sng" algn="ctr">
            <a:solidFill>
              <a:srgbClr val="FFC000"/>
            </a:solidFill>
            <a:prstDash val="sysDash"/>
            <a:miter lim="800000"/>
            <a:headEnd type="triangle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pSp>
        <p:nvGrpSpPr>
          <p:cNvPr id="463" name="组合 462"/>
          <p:cNvGrpSpPr/>
          <p:nvPr/>
        </p:nvGrpSpPr>
        <p:grpSpPr>
          <a:xfrm>
            <a:off x="10405041" y="3091561"/>
            <a:ext cx="264755" cy="187853"/>
            <a:chOff x="4682136" y="1906516"/>
            <a:chExt cx="291860" cy="233331"/>
          </a:xfrm>
          <a:solidFill>
            <a:schemeClr val="tx1"/>
          </a:solidFill>
        </p:grpSpPr>
        <p:grpSp>
          <p:nvGrpSpPr>
            <p:cNvPr id="491" name="组合 490"/>
            <p:cNvGrpSpPr/>
            <p:nvPr/>
          </p:nvGrpSpPr>
          <p:grpSpPr>
            <a:xfrm>
              <a:off x="4682136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508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9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0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1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2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3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14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492" name="组合 491"/>
            <p:cNvGrpSpPr/>
            <p:nvPr/>
          </p:nvGrpSpPr>
          <p:grpSpPr>
            <a:xfrm>
              <a:off x="4783725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501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2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3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4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5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6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7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493" name="组合 492"/>
            <p:cNvGrpSpPr/>
            <p:nvPr/>
          </p:nvGrpSpPr>
          <p:grpSpPr>
            <a:xfrm>
              <a:off x="4885314" y="1906516"/>
              <a:ext cx="88682" cy="233331"/>
              <a:chOff x="4729881" y="2045081"/>
              <a:chExt cx="88682" cy="233331"/>
            </a:xfrm>
            <a:grpFill/>
          </p:grpSpPr>
          <p:sp>
            <p:nvSpPr>
              <p:cNvPr id="494" name="Freeform 341"/>
              <p:cNvSpPr/>
              <p:nvPr/>
            </p:nvSpPr>
            <p:spPr bwMode="auto">
              <a:xfrm>
                <a:off x="4729881" y="2045081"/>
                <a:ext cx="88682" cy="233331"/>
              </a:xfrm>
              <a:custGeom>
                <a:avLst/>
                <a:gdLst>
                  <a:gd name="T0" fmla="*/ 2147483646 w 156"/>
                  <a:gd name="T1" fmla="*/ 0 h 259"/>
                  <a:gd name="T2" fmla="*/ 2147483646 w 156"/>
                  <a:gd name="T3" fmla="*/ 0 h 259"/>
                  <a:gd name="T4" fmla="*/ 0 w 156"/>
                  <a:gd name="T5" fmla="*/ 2147483646 h 259"/>
                  <a:gd name="T6" fmla="*/ 0 w 156"/>
                  <a:gd name="T7" fmla="*/ 2147483646 h 259"/>
                  <a:gd name="T8" fmla="*/ 2147483646 w 156"/>
                  <a:gd name="T9" fmla="*/ 2147483646 h 259"/>
                  <a:gd name="T10" fmla="*/ 2147483646 w 156"/>
                  <a:gd name="T11" fmla="*/ 2147483646 h 259"/>
                  <a:gd name="T12" fmla="*/ 2147483646 w 156"/>
                  <a:gd name="T13" fmla="*/ 2147483646 h 259"/>
                  <a:gd name="T14" fmla="*/ 2147483646 w 156"/>
                  <a:gd name="T15" fmla="*/ 2147483646 h 259"/>
                  <a:gd name="T16" fmla="*/ 2147483646 w 156"/>
                  <a:gd name="T17" fmla="*/ 2147483646 h 259"/>
                  <a:gd name="T18" fmla="*/ 2147483646 w 156"/>
                  <a:gd name="T19" fmla="*/ 2147483646 h 259"/>
                  <a:gd name="T20" fmla="*/ 2147483646 w 156"/>
                  <a:gd name="T21" fmla="*/ 2147483646 h 259"/>
                  <a:gd name="T22" fmla="*/ 2147483646 w 156"/>
                  <a:gd name="T23" fmla="*/ 2147483646 h 259"/>
                  <a:gd name="T24" fmla="*/ 2147483646 w 156"/>
                  <a:gd name="T25" fmla="*/ 2147483646 h 259"/>
                  <a:gd name="T26" fmla="*/ 2147483646 w 156"/>
                  <a:gd name="T27" fmla="*/ 2147483646 h 259"/>
                  <a:gd name="T28" fmla="*/ 2147483646 w 156"/>
                  <a:gd name="T29" fmla="*/ 2147483646 h 259"/>
                  <a:gd name="T30" fmla="*/ 2147483646 w 156"/>
                  <a:gd name="T31" fmla="*/ 2147483646 h 259"/>
                  <a:gd name="T32" fmla="*/ 2147483646 w 156"/>
                  <a:gd name="T33" fmla="*/ 2147483646 h 259"/>
                  <a:gd name="T34" fmla="*/ 2147483646 w 156"/>
                  <a:gd name="T35" fmla="*/ 2147483646 h 259"/>
                  <a:gd name="T36" fmla="*/ 2147483646 w 156"/>
                  <a:gd name="T37" fmla="*/ 2147483646 h 259"/>
                  <a:gd name="T38" fmla="*/ 2147483646 w 156"/>
                  <a:gd name="T39" fmla="*/ 2147483646 h 259"/>
                  <a:gd name="T40" fmla="*/ 2147483646 w 156"/>
                  <a:gd name="T41" fmla="*/ 2147483646 h 259"/>
                  <a:gd name="T42" fmla="*/ 2147483646 w 156"/>
                  <a:gd name="T43" fmla="*/ 2147483646 h 259"/>
                  <a:gd name="T44" fmla="*/ 2147483646 w 156"/>
                  <a:gd name="T45" fmla="*/ 2147483646 h 259"/>
                  <a:gd name="T46" fmla="*/ 2147483646 w 156"/>
                  <a:gd name="T47" fmla="*/ 2147483646 h 259"/>
                  <a:gd name="T48" fmla="*/ 2147483646 w 156"/>
                  <a:gd name="T49" fmla="*/ 2147483646 h 259"/>
                  <a:gd name="T50" fmla="*/ 2147483646 w 156"/>
                  <a:gd name="T51" fmla="*/ 2147483646 h 259"/>
                  <a:gd name="T52" fmla="*/ 2147483646 w 156"/>
                  <a:gd name="T53" fmla="*/ 0 h 2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56"/>
                  <a:gd name="T82" fmla="*/ 0 h 259"/>
                  <a:gd name="T83" fmla="*/ 156 w 156"/>
                  <a:gd name="T84" fmla="*/ 259 h 259"/>
                  <a:gd name="connsiteX0" fmla="*/ 8974 w 10000"/>
                  <a:gd name="connsiteY0" fmla="*/ 0 h 10000"/>
                  <a:gd name="connsiteX1" fmla="*/ 1026 w 10000"/>
                  <a:gd name="connsiteY1" fmla="*/ 0 h 10000"/>
                  <a:gd name="connsiteX2" fmla="*/ 0 w 10000"/>
                  <a:gd name="connsiteY2" fmla="*/ 618 h 10000"/>
                  <a:gd name="connsiteX3" fmla="*/ 0 w 10000"/>
                  <a:gd name="connsiteY3" fmla="*/ 9073 h 10000"/>
                  <a:gd name="connsiteX4" fmla="*/ 1026 w 10000"/>
                  <a:gd name="connsiteY4" fmla="*/ 9730 h 10000"/>
                  <a:gd name="connsiteX5" fmla="*/ 4423 w 10000"/>
                  <a:gd name="connsiteY5" fmla="*/ 9730 h 10000"/>
                  <a:gd name="connsiteX6" fmla="*/ 5128 w 10000"/>
                  <a:gd name="connsiteY6" fmla="*/ 10000 h 10000"/>
                  <a:gd name="connsiteX7" fmla="*/ 5962 w 10000"/>
                  <a:gd name="connsiteY7" fmla="*/ 9498 h 10000"/>
                  <a:gd name="connsiteX8" fmla="*/ 5128 w 10000"/>
                  <a:gd name="connsiteY8" fmla="*/ 9035 h 10000"/>
                  <a:gd name="connsiteX9" fmla="*/ 4423 w 10000"/>
                  <a:gd name="connsiteY9" fmla="*/ 9305 h 10000"/>
                  <a:gd name="connsiteX10" fmla="*/ 1026 w 10000"/>
                  <a:gd name="connsiteY10" fmla="*/ 9305 h 10000"/>
                  <a:gd name="connsiteX11" fmla="*/ 705 w 10000"/>
                  <a:gd name="connsiteY11" fmla="*/ 9073 h 10000"/>
                  <a:gd name="connsiteX12" fmla="*/ 582 w 10000"/>
                  <a:gd name="connsiteY12" fmla="*/ 4958 h 10000"/>
                  <a:gd name="connsiteX13" fmla="*/ 705 w 10000"/>
                  <a:gd name="connsiteY13" fmla="*/ 618 h 10000"/>
                  <a:gd name="connsiteX14" fmla="*/ 1026 w 10000"/>
                  <a:gd name="connsiteY14" fmla="*/ 425 h 10000"/>
                  <a:gd name="connsiteX15" fmla="*/ 8974 w 10000"/>
                  <a:gd name="connsiteY15" fmla="*/ 425 h 10000"/>
                  <a:gd name="connsiteX16" fmla="*/ 9295 w 10000"/>
                  <a:gd name="connsiteY16" fmla="*/ 618 h 10000"/>
                  <a:gd name="connsiteX17" fmla="*/ 9295 w 10000"/>
                  <a:gd name="connsiteY17" fmla="*/ 9073 h 10000"/>
                  <a:gd name="connsiteX18" fmla="*/ 8974 w 10000"/>
                  <a:gd name="connsiteY18" fmla="*/ 9305 h 10000"/>
                  <a:gd name="connsiteX19" fmla="*/ 8269 w 10000"/>
                  <a:gd name="connsiteY19" fmla="*/ 9305 h 10000"/>
                  <a:gd name="connsiteX20" fmla="*/ 7564 w 10000"/>
                  <a:gd name="connsiteY20" fmla="*/ 9035 h 10000"/>
                  <a:gd name="connsiteX21" fmla="*/ 6795 w 10000"/>
                  <a:gd name="connsiteY21" fmla="*/ 9498 h 10000"/>
                  <a:gd name="connsiteX22" fmla="*/ 7564 w 10000"/>
                  <a:gd name="connsiteY22" fmla="*/ 10000 h 10000"/>
                  <a:gd name="connsiteX23" fmla="*/ 8269 w 10000"/>
                  <a:gd name="connsiteY23" fmla="*/ 9730 h 10000"/>
                  <a:gd name="connsiteX24" fmla="*/ 8974 w 10000"/>
                  <a:gd name="connsiteY24" fmla="*/ 9730 h 10000"/>
                  <a:gd name="connsiteX25" fmla="*/ 10000 w 10000"/>
                  <a:gd name="connsiteY25" fmla="*/ 9073 h 10000"/>
                  <a:gd name="connsiteX26" fmla="*/ 10000 w 10000"/>
                  <a:gd name="connsiteY26" fmla="*/ 618 h 10000"/>
                  <a:gd name="connsiteX27" fmla="*/ 8974 w 10000"/>
                  <a:gd name="connsiteY27" fmla="*/ 0 h 10000"/>
                  <a:gd name="connsiteX0-1" fmla="*/ 8974 w 10000"/>
                  <a:gd name="connsiteY0-2" fmla="*/ 0 h 10000"/>
                  <a:gd name="connsiteX1-3" fmla="*/ 1026 w 10000"/>
                  <a:gd name="connsiteY1-4" fmla="*/ 0 h 10000"/>
                  <a:gd name="connsiteX2-5" fmla="*/ 0 w 10000"/>
                  <a:gd name="connsiteY2-6" fmla="*/ 618 h 10000"/>
                  <a:gd name="connsiteX3-7" fmla="*/ 0 w 10000"/>
                  <a:gd name="connsiteY3-8" fmla="*/ 9073 h 10000"/>
                  <a:gd name="connsiteX4-9" fmla="*/ 1026 w 10000"/>
                  <a:gd name="connsiteY4-10" fmla="*/ 9730 h 10000"/>
                  <a:gd name="connsiteX5-11" fmla="*/ 4423 w 10000"/>
                  <a:gd name="connsiteY5-12" fmla="*/ 9730 h 10000"/>
                  <a:gd name="connsiteX6-13" fmla="*/ 5128 w 10000"/>
                  <a:gd name="connsiteY6-14" fmla="*/ 10000 h 10000"/>
                  <a:gd name="connsiteX7-15" fmla="*/ 5962 w 10000"/>
                  <a:gd name="connsiteY7-16" fmla="*/ 9498 h 10000"/>
                  <a:gd name="connsiteX8-17" fmla="*/ 5128 w 10000"/>
                  <a:gd name="connsiteY8-18" fmla="*/ 9035 h 10000"/>
                  <a:gd name="connsiteX9-19" fmla="*/ 4423 w 10000"/>
                  <a:gd name="connsiteY9-20" fmla="*/ 9305 h 10000"/>
                  <a:gd name="connsiteX10-21" fmla="*/ 1026 w 10000"/>
                  <a:gd name="connsiteY10-22" fmla="*/ 9305 h 10000"/>
                  <a:gd name="connsiteX11-23" fmla="*/ 705 w 10000"/>
                  <a:gd name="connsiteY11-24" fmla="*/ 9073 h 10000"/>
                  <a:gd name="connsiteX12-25" fmla="*/ 582 w 10000"/>
                  <a:gd name="connsiteY12-26" fmla="*/ 4958 h 10000"/>
                  <a:gd name="connsiteX13-27" fmla="*/ 705 w 10000"/>
                  <a:gd name="connsiteY13-28" fmla="*/ 618 h 10000"/>
                  <a:gd name="connsiteX14-29" fmla="*/ 1026 w 10000"/>
                  <a:gd name="connsiteY14-30" fmla="*/ 425 h 10000"/>
                  <a:gd name="connsiteX15-31" fmla="*/ 8974 w 10000"/>
                  <a:gd name="connsiteY15-32" fmla="*/ 425 h 10000"/>
                  <a:gd name="connsiteX16-33" fmla="*/ 9295 w 10000"/>
                  <a:gd name="connsiteY16-34" fmla="*/ 618 h 10000"/>
                  <a:gd name="connsiteX17-35" fmla="*/ 9295 w 10000"/>
                  <a:gd name="connsiteY17-36" fmla="*/ 9073 h 10000"/>
                  <a:gd name="connsiteX18-37" fmla="*/ 8974 w 10000"/>
                  <a:gd name="connsiteY18-38" fmla="*/ 9305 h 10000"/>
                  <a:gd name="connsiteX19-39" fmla="*/ 8269 w 10000"/>
                  <a:gd name="connsiteY19-40" fmla="*/ 9305 h 10000"/>
                  <a:gd name="connsiteX20-41" fmla="*/ 7564 w 10000"/>
                  <a:gd name="connsiteY20-42" fmla="*/ 9035 h 10000"/>
                  <a:gd name="connsiteX21-43" fmla="*/ 6795 w 10000"/>
                  <a:gd name="connsiteY21-44" fmla="*/ 9498 h 10000"/>
                  <a:gd name="connsiteX22-45" fmla="*/ 7564 w 10000"/>
                  <a:gd name="connsiteY22-46" fmla="*/ 10000 h 10000"/>
                  <a:gd name="connsiteX23-47" fmla="*/ 8269 w 10000"/>
                  <a:gd name="connsiteY23-48" fmla="*/ 9730 h 10000"/>
                  <a:gd name="connsiteX24-49" fmla="*/ 8974 w 10000"/>
                  <a:gd name="connsiteY24-50" fmla="*/ 9730 h 10000"/>
                  <a:gd name="connsiteX25-51" fmla="*/ 10000 w 10000"/>
                  <a:gd name="connsiteY25-52" fmla="*/ 9073 h 10000"/>
                  <a:gd name="connsiteX26-53" fmla="*/ 9943 w 10000"/>
                  <a:gd name="connsiteY26-54" fmla="*/ 4879 h 10000"/>
                  <a:gd name="connsiteX27-55" fmla="*/ 10000 w 10000"/>
                  <a:gd name="connsiteY27-56" fmla="*/ 618 h 10000"/>
                  <a:gd name="connsiteX28" fmla="*/ 8974 w 10000"/>
                  <a:gd name="connsiteY28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000" h="10000">
                    <a:moveTo>
                      <a:pt x="8974" y="0"/>
                    </a:moveTo>
                    <a:lnTo>
                      <a:pt x="1026" y="0"/>
                    </a:lnTo>
                    <a:cubicBezTo>
                      <a:pt x="449" y="0"/>
                      <a:pt x="0" y="270"/>
                      <a:pt x="0" y="618"/>
                    </a:cubicBezTo>
                    <a:lnTo>
                      <a:pt x="0" y="9073"/>
                    </a:lnTo>
                    <a:cubicBezTo>
                      <a:pt x="0" y="9421"/>
                      <a:pt x="449" y="9730"/>
                      <a:pt x="1026" y="9730"/>
                    </a:cubicBezTo>
                    <a:lnTo>
                      <a:pt x="4423" y="9730"/>
                    </a:lnTo>
                    <a:cubicBezTo>
                      <a:pt x="4551" y="9884"/>
                      <a:pt x="4872" y="10000"/>
                      <a:pt x="5128" y="10000"/>
                    </a:cubicBezTo>
                    <a:cubicBezTo>
                      <a:pt x="5577" y="10000"/>
                      <a:pt x="5962" y="9768"/>
                      <a:pt x="5962" y="9498"/>
                    </a:cubicBezTo>
                    <a:cubicBezTo>
                      <a:pt x="5962" y="9228"/>
                      <a:pt x="5577" y="9035"/>
                      <a:pt x="5128" y="9035"/>
                    </a:cubicBezTo>
                    <a:cubicBezTo>
                      <a:pt x="4872" y="9035"/>
                      <a:pt x="4551" y="9112"/>
                      <a:pt x="4423" y="9305"/>
                    </a:cubicBezTo>
                    <a:lnTo>
                      <a:pt x="1026" y="9305"/>
                    </a:lnTo>
                    <a:cubicBezTo>
                      <a:pt x="833" y="9305"/>
                      <a:pt x="705" y="9189"/>
                      <a:pt x="705" y="9073"/>
                    </a:cubicBezTo>
                    <a:lnTo>
                      <a:pt x="582" y="4958"/>
                    </a:lnTo>
                    <a:lnTo>
                      <a:pt x="705" y="618"/>
                    </a:lnTo>
                    <a:cubicBezTo>
                      <a:pt x="705" y="502"/>
                      <a:pt x="833" y="425"/>
                      <a:pt x="1026" y="425"/>
                    </a:cubicBezTo>
                    <a:lnTo>
                      <a:pt x="8974" y="425"/>
                    </a:lnTo>
                    <a:cubicBezTo>
                      <a:pt x="9103" y="425"/>
                      <a:pt x="9295" y="502"/>
                      <a:pt x="9295" y="618"/>
                    </a:cubicBezTo>
                    <a:lnTo>
                      <a:pt x="9295" y="9073"/>
                    </a:lnTo>
                    <a:cubicBezTo>
                      <a:pt x="9295" y="9189"/>
                      <a:pt x="9103" y="9305"/>
                      <a:pt x="8974" y="9305"/>
                    </a:cubicBezTo>
                    <a:lnTo>
                      <a:pt x="8269" y="9305"/>
                    </a:lnTo>
                    <a:cubicBezTo>
                      <a:pt x="8141" y="9112"/>
                      <a:pt x="7885" y="9035"/>
                      <a:pt x="7564" y="9035"/>
                    </a:cubicBezTo>
                    <a:cubicBezTo>
                      <a:pt x="7115" y="9035"/>
                      <a:pt x="6795" y="9228"/>
                      <a:pt x="6795" y="9498"/>
                    </a:cubicBezTo>
                    <a:cubicBezTo>
                      <a:pt x="6795" y="9768"/>
                      <a:pt x="7115" y="10000"/>
                      <a:pt x="7564" y="10000"/>
                    </a:cubicBezTo>
                    <a:cubicBezTo>
                      <a:pt x="7885" y="10000"/>
                      <a:pt x="8141" y="9884"/>
                      <a:pt x="8269" y="9730"/>
                    </a:cubicBezTo>
                    <a:lnTo>
                      <a:pt x="8974" y="9730"/>
                    </a:lnTo>
                    <a:cubicBezTo>
                      <a:pt x="9551" y="9730"/>
                      <a:pt x="10000" y="9421"/>
                      <a:pt x="10000" y="9073"/>
                    </a:cubicBezTo>
                    <a:lnTo>
                      <a:pt x="9943" y="4879"/>
                    </a:lnTo>
                    <a:cubicBezTo>
                      <a:pt x="9962" y="3459"/>
                      <a:pt x="9981" y="2038"/>
                      <a:pt x="10000" y="618"/>
                    </a:cubicBezTo>
                    <a:cubicBezTo>
                      <a:pt x="10000" y="270"/>
                      <a:pt x="9551" y="0"/>
                      <a:pt x="89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95" name="Freeform 342"/>
              <p:cNvSpPr>
                <a:spLocks noEditPoints="1"/>
              </p:cNvSpPr>
              <p:nvPr/>
            </p:nvSpPr>
            <p:spPr bwMode="auto">
              <a:xfrm>
                <a:off x="4779010" y="220327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6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6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96" name="Freeform 343"/>
              <p:cNvSpPr>
                <a:spLocks noEditPoints="1"/>
              </p:cNvSpPr>
              <p:nvPr/>
            </p:nvSpPr>
            <p:spPr bwMode="auto">
              <a:xfrm>
                <a:off x="4743620" y="2193385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7"/>
                    </a:moveTo>
                    <a:cubicBezTo>
                      <a:pt x="0" y="49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7"/>
                    </a:ln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97" name="Freeform 344"/>
              <p:cNvSpPr>
                <a:spLocks noEditPoints="1"/>
              </p:cNvSpPr>
              <p:nvPr/>
            </p:nvSpPr>
            <p:spPr bwMode="auto">
              <a:xfrm>
                <a:off x="4779010" y="2143291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2"/>
                    </a:moveTo>
                    <a:cubicBezTo>
                      <a:pt x="11" y="22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2"/>
                      <a:pt x="15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98" name="Freeform 345"/>
              <p:cNvSpPr>
                <a:spLocks noEditPoints="1"/>
              </p:cNvSpPr>
              <p:nvPr/>
            </p:nvSpPr>
            <p:spPr bwMode="auto">
              <a:xfrm>
                <a:off x="4743620" y="2133404"/>
                <a:ext cx="60786" cy="46139"/>
              </a:xfrm>
              <a:custGeom>
                <a:avLst/>
                <a:gdLst>
                  <a:gd name="T0" fmla="*/ 0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2147483646 h 51"/>
                  <a:gd name="T10" fmla="*/ 2147483646 w 107"/>
                  <a:gd name="T11" fmla="*/ 0 h 51"/>
                  <a:gd name="T12" fmla="*/ 2147483646 w 107"/>
                  <a:gd name="T13" fmla="*/ 0 h 51"/>
                  <a:gd name="T14" fmla="*/ 0 w 107"/>
                  <a:gd name="T15" fmla="*/ 2147483646 h 51"/>
                  <a:gd name="T16" fmla="*/ 0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0" y="48"/>
                    </a:moveTo>
                    <a:cubicBezTo>
                      <a:pt x="0" y="50"/>
                      <a:pt x="2" y="51"/>
                      <a:pt x="4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50"/>
                      <a:pt x="107" y="4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7" y="2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4"/>
                      <a:pt x="100" y="44"/>
                      <a:pt x="100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99" name="Freeform 346"/>
              <p:cNvSpPr>
                <a:spLocks noEditPoints="1"/>
              </p:cNvSpPr>
              <p:nvPr/>
            </p:nvSpPr>
            <p:spPr bwMode="auto">
              <a:xfrm>
                <a:off x="4779010" y="2083310"/>
                <a:ext cx="17070" cy="27025"/>
              </a:xfrm>
              <a:custGeom>
                <a:avLst/>
                <a:gdLst>
                  <a:gd name="T0" fmla="*/ 2147483646 w 30"/>
                  <a:gd name="T1" fmla="*/ 0 h 30"/>
                  <a:gd name="T2" fmla="*/ 0 w 30"/>
                  <a:gd name="T3" fmla="*/ 2147483646 h 30"/>
                  <a:gd name="T4" fmla="*/ 2147483646 w 30"/>
                  <a:gd name="T5" fmla="*/ 2147483646 h 30"/>
                  <a:gd name="T6" fmla="*/ 2147483646 w 30"/>
                  <a:gd name="T7" fmla="*/ 2147483646 h 30"/>
                  <a:gd name="T8" fmla="*/ 2147483646 w 30"/>
                  <a:gd name="T9" fmla="*/ 0 h 30"/>
                  <a:gd name="T10" fmla="*/ 2147483646 w 30"/>
                  <a:gd name="T11" fmla="*/ 2147483646 h 30"/>
                  <a:gd name="T12" fmla="*/ 2147483646 w 30"/>
                  <a:gd name="T13" fmla="*/ 2147483646 h 30"/>
                  <a:gd name="T14" fmla="*/ 2147483646 w 30"/>
                  <a:gd name="T15" fmla="*/ 2147483646 h 30"/>
                  <a:gd name="T16" fmla="*/ 2147483646 w 30"/>
                  <a:gd name="T17" fmla="*/ 2147483646 h 30"/>
                  <a:gd name="T18" fmla="*/ 2147483646 w 30"/>
                  <a:gd name="T19" fmla="*/ 2147483646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30"/>
                  <a:gd name="T32" fmla="*/ 30 w 30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23"/>
                    </a:moveTo>
                    <a:cubicBezTo>
                      <a:pt x="11" y="23"/>
                      <a:pt x="7" y="19"/>
                      <a:pt x="7" y="15"/>
                    </a:cubicBezTo>
                    <a:cubicBezTo>
                      <a:pt x="7" y="11"/>
                      <a:pt x="11" y="7"/>
                      <a:pt x="15" y="7"/>
                    </a:cubicBezTo>
                    <a:cubicBezTo>
                      <a:pt x="19" y="7"/>
                      <a:pt x="23" y="11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500" name="Freeform 347"/>
              <p:cNvSpPr>
                <a:spLocks noEditPoints="1"/>
              </p:cNvSpPr>
              <p:nvPr/>
            </p:nvSpPr>
            <p:spPr bwMode="auto">
              <a:xfrm>
                <a:off x="4743620" y="2074082"/>
                <a:ext cx="60786" cy="46139"/>
              </a:xfrm>
              <a:custGeom>
                <a:avLst/>
                <a:gdLst>
                  <a:gd name="T0" fmla="*/ 2147483646 w 107"/>
                  <a:gd name="T1" fmla="*/ 2147483646 h 51"/>
                  <a:gd name="T2" fmla="*/ 2147483646 w 107"/>
                  <a:gd name="T3" fmla="*/ 2147483646 h 51"/>
                  <a:gd name="T4" fmla="*/ 2147483646 w 107"/>
                  <a:gd name="T5" fmla="*/ 2147483646 h 51"/>
                  <a:gd name="T6" fmla="*/ 2147483646 w 107"/>
                  <a:gd name="T7" fmla="*/ 2147483646 h 51"/>
                  <a:gd name="T8" fmla="*/ 2147483646 w 107"/>
                  <a:gd name="T9" fmla="*/ 0 h 51"/>
                  <a:gd name="T10" fmla="*/ 2147483646 w 107"/>
                  <a:gd name="T11" fmla="*/ 0 h 51"/>
                  <a:gd name="T12" fmla="*/ 0 w 107"/>
                  <a:gd name="T13" fmla="*/ 2147483646 h 51"/>
                  <a:gd name="T14" fmla="*/ 0 w 107"/>
                  <a:gd name="T15" fmla="*/ 2147483646 h 51"/>
                  <a:gd name="T16" fmla="*/ 2147483646 w 107"/>
                  <a:gd name="T17" fmla="*/ 2147483646 h 51"/>
                  <a:gd name="T18" fmla="*/ 2147483646 w 107"/>
                  <a:gd name="T19" fmla="*/ 2147483646 h 51"/>
                  <a:gd name="T20" fmla="*/ 2147483646 w 107"/>
                  <a:gd name="T21" fmla="*/ 2147483646 h 51"/>
                  <a:gd name="T22" fmla="*/ 2147483646 w 107"/>
                  <a:gd name="T23" fmla="*/ 2147483646 h 51"/>
                  <a:gd name="T24" fmla="*/ 2147483646 w 107"/>
                  <a:gd name="T25" fmla="*/ 2147483646 h 51"/>
                  <a:gd name="T26" fmla="*/ 2147483646 w 107"/>
                  <a:gd name="T27" fmla="*/ 2147483646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7"/>
                  <a:gd name="T43" fmla="*/ 0 h 51"/>
                  <a:gd name="T44" fmla="*/ 107 w 107"/>
                  <a:gd name="T45" fmla="*/ 51 h 5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7" h="51">
                    <a:moveTo>
                      <a:pt x="4" y="51"/>
                    </a:moveTo>
                    <a:cubicBezTo>
                      <a:pt x="103" y="51"/>
                      <a:pt x="103" y="51"/>
                      <a:pt x="103" y="51"/>
                    </a:cubicBezTo>
                    <a:cubicBezTo>
                      <a:pt x="106" y="51"/>
                      <a:pt x="107" y="49"/>
                      <a:pt x="107" y="47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1"/>
                      <a:pt x="106" y="0"/>
                      <a:pt x="10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lose/>
                    <a:moveTo>
                      <a:pt x="8" y="7"/>
                    </a:moveTo>
                    <a:cubicBezTo>
                      <a:pt x="100" y="7"/>
                      <a:pt x="100" y="7"/>
                      <a:pt x="100" y="7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704" tIns="60852" rIns="121704" bIns="60852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endParaRPr>
              </a:p>
            </p:txBody>
          </p:sp>
        </p:grpSp>
      </p:grpSp>
      <p:sp>
        <p:nvSpPr>
          <p:cNvPr id="464" name="文本框 463"/>
          <p:cNvSpPr txBox="1"/>
          <p:nvPr/>
        </p:nvSpPr>
        <p:spPr>
          <a:xfrm>
            <a:off x="6837315" y="4387282"/>
            <a:ext cx="7620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截取推理数据</a:t>
            </a:r>
            <a:endParaRPr kumimoji="1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465" name="图片 4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0179" y="3972985"/>
            <a:ext cx="722060" cy="414095"/>
          </a:xfrm>
          <a:prstGeom prst="rect">
            <a:avLst/>
          </a:prstGeom>
        </p:spPr>
      </p:pic>
      <p:grpSp>
        <p:nvGrpSpPr>
          <p:cNvPr id="466" name="组合 465"/>
          <p:cNvGrpSpPr/>
          <p:nvPr/>
        </p:nvGrpSpPr>
        <p:grpSpPr>
          <a:xfrm>
            <a:off x="7112148" y="4249388"/>
            <a:ext cx="196010" cy="89064"/>
            <a:chOff x="6975" y="7855"/>
            <a:chExt cx="433" cy="320"/>
          </a:xfrm>
        </p:grpSpPr>
        <p:sp>
          <p:nvSpPr>
            <p:cNvPr id="489" name="等腰三角形 254"/>
            <p:cNvSpPr/>
            <p:nvPr/>
          </p:nvSpPr>
          <p:spPr>
            <a:xfrm>
              <a:off x="6975" y="7855"/>
              <a:ext cx="433" cy="320"/>
            </a:xfrm>
            <a:prstGeom prst="triangle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sp>
          <p:nvSpPr>
            <p:cNvPr id="490" name="文本框 489"/>
            <p:cNvSpPr txBox="1"/>
            <p:nvPr/>
          </p:nvSpPr>
          <p:spPr>
            <a:xfrm>
              <a:off x="7142" y="7878"/>
              <a:ext cx="200" cy="2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！</a:t>
              </a:r>
              <a:endParaRPr kumimoji="1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</p:grpSp>
      <p:sp>
        <p:nvSpPr>
          <p:cNvPr id="467" name="弧形 251"/>
          <p:cNvSpPr/>
          <p:nvPr/>
        </p:nvSpPr>
        <p:spPr>
          <a:xfrm rot="18600000">
            <a:off x="7414712" y="3460747"/>
            <a:ext cx="866068" cy="726573"/>
          </a:xfrm>
          <a:prstGeom prst="arc">
            <a:avLst>
              <a:gd name="adj1" fmla="val 248340"/>
              <a:gd name="adj2" fmla="val 10470714"/>
            </a:avLst>
          </a:prstGeom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pSp>
        <p:nvGrpSpPr>
          <p:cNvPr id="468" name="组合 467"/>
          <p:cNvGrpSpPr/>
          <p:nvPr/>
        </p:nvGrpSpPr>
        <p:grpSpPr>
          <a:xfrm>
            <a:off x="6183248" y="3406355"/>
            <a:ext cx="3416246" cy="80362"/>
            <a:chOff x="5374012" y="3836179"/>
            <a:chExt cx="1443976" cy="433070"/>
          </a:xfrm>
        </p:grpSpPr>
        <p:pic>
          <p:nvPicPr>
            <p:cNvPr id="486" name="PA_图片 313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 rotWithShape="1">
            <a:blip r:embed="rId14">
              <a:grayscl/>
            </a:blip>
            <a:srcRect l="21769" t="18562" r="56117" b="26653"/>
            <a:stretch>
              <a:fillRect/>
            </a:stretch>
          </p:blipFill>
          <p:spPr>
            <a:xfrm rot="5400000">
              <a:off x="5987733" y="3222458"/>
              <a:ext cx="216533" cy="1443976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8" name="PA_图片 313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 rotWithShape="1">
            <a:blip r:embed="rId14">
              <a:duotone>
                <a:prstClr val="black"/>
                <a:srgbClr val="FFC000">
                  <a:tint val="45000"/>
                  <a:satMod val="400000"/>
                </a:srgbClr>
              </a:duotone>
            </a:blip>
            <a:srcRect l="21769" t="18562" r="56117" b="26653"/>
            <a:stretch>
              <a:fillRect/>
            </a:stretch>
          </p:blipFill>
          <p:spPr>
            <a:xfrm rot="5400000">
              <a:off x="5987733" y="3438995"/>
              <a:ext cx="216533" cy="144397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469" name="文本框 468"/>
          <p:cNvSpPr txBox="1"/>
          <p:nvPr/>
        </p:nvSpPr>
        <p:spPr>
          <a:xfrm>
            <a:off x="7893627" y="3808166"/>
            <a:ext cx="640076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X</a:t>
            </a:r>
            <a:endParaRPr kumimoji="1" lang="en-US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470" name="文本框 469"/>
          <p:cNvSpPr txBox="1"/>
          <p:nvPr/>
        </p:nvSpPr>
        <p:spPr>
          <a:xfrm>
            <a:off x="7658205" y="4135756"/>
            <a:ext cx="1976639" cy="1657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智算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网络传输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中间层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数据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73" name="文本框 472"/>
          <p:cNvSpPr txBox="1"/>
          <p:nvPr/>
        </p:nvSpPr>
        <p:spPr>
          <a:xfrm>
            <a:off x="4999795" y="4443556"/>
            <a:ext cx="1339850" cy="161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企业侧部署模型首尾层</a:t>
            </a:r>
            <a:endParaRPr kumimoji="1" lang="en-US" altLang="zh-CN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74" name="文本框 473"/>
          <p:cNvSpPr txBox="1"/>
          <p:nvPr/>
        </p:nvSpPr>
        <p:spPr>
          <a:xfrm>
            <a:off x="9742021" y="4558080"/>
            <a:ext cx="1473835" cy="161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智算中心部署模型中间层</a:t>
            </a:r>
            <a:endParaRPr kumimoji="1" lang="en-US" altLang="zh-CN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7330270" y="3224117"/>
            <a:ext cx="1584771" cy="153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新型城域网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pSp>
        <p:nvGrpSpPr>
          <p:cNvPr id="643" name="组合 642"/>
          <p:cNvGrpSpPr/>
          <p:nvPr/>
        </p:nvGrpSpPr>
        <p:grpSpPr>
          <a:xfrm>
            <a:off x="4891521" y="4095591"/>
            <a:ext cx="1364193" cy="484280"/>
            <a:chOff x="4759544" y="3765080"/>
            <a:chExt cx="1364193" cy="484280"/>
          </a:xfrm>
        </p:grpSpPr>
        <p:sp>
          <p:nvSpPr>
            <p:cNvPr id="632" name="矩形 631"/>
            <p:cNvSpPr/>
            <p:nvPr/>
          </p:nvSpPr>
          <p:spPr>
            <a:xfrm>
              <a:off x="4759544" y="3765080"/>
              <a:ext cx="1364193" cy="484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algn="ctr" defTabSz="914400"/>
              <a:endParaRPr lang="zh-CN" altLang="en-US" sz="1050" b="1" kern="0">
                <a:latin typeface="Arial" panose="020B0604020202090204"/>
                <a:ea typeface="微软雅黑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633" name="矩形 632"/>
            <p:cNvSpPr/>
            <p:nvPr/>
          </p:nvSpPr>
          <p:spPr>
            <a:xfrm>
              <a:off x="4939152" y="3892284"/>
              <a:ext cx="252095" cy="252095"/>
            </a:xfrm>
            <a:prstGeom prst="rect">
              <a:avLst/>
            </a:prstGeom>
            <a:noFill/>
            <a:ln w="6350" cap="flat" cmpd="sng" algn="ctr">
              <a:solidFill>
                <a:srgbClr val="1D1D1A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1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sp>
          <p:nvSpPr>
            <p:cNvPr id="635" name="矩形 634"/>
            <p:cNvSpPr/>
            <p:nvPr/>
          </p:nvSpPr>
          <p:spPr>
            <a:xfrm>
              <a:off x="5700517" y="3892284"/>
              <a:ext cx="252095" cy="252095"/>
            </a:xfrm>
            <a:prstGeom prst="rect">
              <a:avLst/>
            </a:prstGeom>
            <a:noFill/>
            <a:ln w="6350" cap="flat" cmpd="sng" algn="ctr">
              <a:solidFill>
                <a:srgbClr val="1D1D1A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n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38" name="文本框 637"/>
          <p:cNvSpPr txBox="1"/>
          <p:nvPr/>
        </p:nvSpPr>
        <p:spPr>
          <a:xfrm>
            <a:off x="4911229" y="4558080"/>
            <a:ext cx="1339850" cy="161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企业侧部署模型首尾层</a:t>
            </a:r>
            <a:endParaRPr kumimoji="1" lang="zh-CN" altLang="en-US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644" name="组合 643"/>
          <p:cNvGrpSpPr/>
          <p:nvPr/>
        </p:nvGrpSpPr>
        <p:grpSpPr>
          <a:xfrm>
            <a:off x="9836552" y="4095591"/>
            <a:ext cx="1364193" cy="484280"/>
            <a:chOff x="9704575" y="3810459"/>
            <a:chExt cx="1364193" cy="484280"/>
          </a:xfrm>
        </p:grpSpPr>
        <p:sp>
          <p:nvSpPr>
            <p:cNvPr id="639" name="矩形 638"/>
            <p:cNvSpPr/>
            <p:nvPr/>
          </p:nvSpPr>
          <p:spPr>
            <a:xfrm>
              <a:off x="9704575" y="3810459"/>
              <a:ext cx="1364193" cy="484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algn="ctr" defTabSz="914400"/>
              <a:endParaRPr lang="zh-CN" altLang="en-US" sz="1050" b="1" kern="0">
                <a:latin typeface="Arial" panose="020B0604020202090204"/>
                <a:ea typeface="微软雅黑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640" name="矩形 639"/>
            <p:cNvSpPr/>
            <p:nvPr/>
          </p:nvSpPr>
          <p:spPr>
            <a:xfrm>
              <a:off x="9884183" y="3937663"/>
              <a:ext cx="252095" cy="252095"/>
            </a:xfrm>
            <a:prstGeom prst="rect">
              <a:avLst/>
            </a:prstGeom>
            <a:noFill/>
            <a:ln w="6350" cap="flat" cmpd="sng" algn="ctr">
              <a:solidFill>
                <a:srgbClr val="1D1D1A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2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sp>
          <p:nvSpPr>
            <p:cNvPr id="641" name="矩形 640"/>
            <p:cNvSpPr/>
            <p:nvPr/>
          </p:nvSpPr>
          <p:spPr>
            <a:xfrm>
              <a:off x="10645548" y="3937663"/>
              <a:ext cx="285077" cy="252095"/>
            </a:xfrm>
            <a:prstGeom prst="rect">
              <a:avLst/>
            </a:prstGeom>
            <a:noFill/>
            <a:ln w="6350" cap="flat" cmpd="sng" algn="ctr">
              <a:solidFill>
                <a:srgbClr val="1D1D1A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5972" tIns="35972" rIns="35972" bIns="3597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n-1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sp>
          <p:nvSpPr>
            <p:cNvPr id="642" name="文本框 641"/>
            <p:cNvSpPr txBox="1"/>
            <p:nvPr/>
          </p:nvSpPr>
          <p:spPr>
            <a:xfrm>
              <a:off x="9955606" y="3990235"/>
              <a:ext cx="823640" cy="1419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>
              <a:defPPr>
                <a:defRPr lang="zh-CN"/>
              </a:defPPr>
              <a:lvl1pPr algn="ctr" defTabSz="914400">
                <a:defRPr sz="1050" b="1" kern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 pitchFamily="34" charset="0"/>
                </a:defRPr>
              </a:lvl1pPr>
            </a:lstStyle>
            <a:p>
              <a:r>
                <a:rPr lang="en-US" altLang="zh-CN" dirty="0">
                  <a:solidFill>
                    <a:schemeClr val="tx1"/>
                  </a:solidFill>
                  <a:sym typeface="Arial" panose="020B0604020202090204" pitchFamily="34" charset="0"/>
                </a:rPr>
                <a:t>… …</a:t>
              </a:r>
              <a:endParaRPr lang="zh-CN" altLang="en-US" dirty="0">
                <a:solidFill>
                  <a:schemeClr val="tx1"/>
                </a:solidFill>
                <a:sym typeface="Arial" panose="020B0604020202090204" pitchFamily="34" charset="0"/>
              </a:endParaRPr>
            </a:p>
          </p:txBody>
        </p:sp>
      </p:grpSp>
      <p:sp>
        <p:nvSpPr>
          <p:cNvPr id="645" name="圆角矩形 67"/>
          <p:cNvSpPr/>
          <p:nvPr/>
        </p:nvSpPr>
        <p:spPr>
          <a:xfrm>
            <a:off x="4450568" y="5106073"/>
            <a:ext cx="4552243" cy="1426142"/>
          </a:xfrm>
          <a:prstGeom prst="roundRect">
            <a:avLst>
              <a:gd name="adj" fmla="val 4133"/>
            </a:avLst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646" name="圆角矩形 67"/>
          <p:cNvSpPr/>
          <p:nvPr/>
        </p:nvSpPr>
        <p:spPr>
          <a:xfrm>
            <a:off x="9083734" y="5109518"/>
            <a:ext cx="2677486" cy="1426142"/>
          </a:xfrm>
          <a:prstGeom prst="roundRect">
            <a:avLst>
              <a:gd name="adj" fmla="val 4133"/>
            </a:avLst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grpSp>
        <p:nvGrpSpPr>
          <p:cNvPr id="647" name="组合 646"/>
          <p:cNvGrpSpPr/>
          <p:nvPr/>
        </p:nvGrpSpPr>
        <p:grpSpPr>
          <a:xfrm>
            <a:off x="9355389" y="5493991"/>
            <a:ext cx="2134177" cy="912495"/>
            <a:chOff x="14791" y="7841"/>
            <a:chExt cx="3140" cy="1871"/>
          </a:xfrm>
        </p:grpSpPr>
        <p:pic>
          <p:nvPicPr>
            <p:cNvPr id="648" name="图片 64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4791" y="7841"/>
              <a:ext cx="3058" cy="1871"/>
            </a:xfrm>
            <a:prstGeom prst="rect">
              <a:avLst/>
            </a:prstGeom>
            <a:ln w="6350">
              <a:noFill/>
            </a:ln>
          </p:spPr>
        </p:pic>
        <p:sp>
          <p:nvSpPr>
            <p:cNvPr id="649" name="矩形 648"/>
            <p:cNvSpPr/>
            <p:nvPr/>
          </p:nvSpPr>
          <p:spPr>
            <a:xfrm>
              <a:off x="15443" y="9048"/>
              <a:ext cx="2488" cy="3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过程数据无法复原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50" name="文本框 649"/>
          <p:cNvSpPr txBox="1"/>
          <p:nvPr/>
        </p:nvSpPr>
        <p:spPr>
          <a:xfrm>
            <a:off x="9488710" y="5143471"/>
            <a:ext cx="1867535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安全测试结果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aphicFrame>
        <p:nvGraphicFramePr>
          <p:cNvPr id="651" name="表格 650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4700607" y="5493992"/>
          <a:ext cx="4080150" cy="95920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70957"/>
                <a:gridCol w="1001110"/>
                <a:gridCol w="756745"/>
                <a:gridCol w="701566"/>
                <a:gridCol w="549772"/>
              </a:tblGrid>
              <a:tr h="169970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分布式推理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劣化程度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距离</a:t>
                      </a:r>
                      <a:r>
                        <a:rPr lang="en-US" altLang="zh-CN" sz="105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(km)</a:t>
                      </a:r>
                      <a:endParaRPr lang="en-US" altLang="zh-CN" sz="105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实测带宽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收敛比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197308">
                <a:tc rowSpan="2"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1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单实例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（</a:t>
                      </a: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8+8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卡）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&lt;1%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（</a:t>
                      </a: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0.79%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）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110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10G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160:1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197308">
                <a:tc vMerge="1">
                  <a:tcPr marL="9521" marR="9521" marT="952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&lt;5%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（</a:t>
                      </a: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4.75%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）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110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5G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320:1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19730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多实例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（</a:t>
                      </a: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8+16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卡）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&lt;1%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（</a:t>
                      </a: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0.78%</a:t>
                      </a:r>
                      <a:r>
                        <a:rPr lang="zh-CN" alt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）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110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10G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160:1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197308">
                <a:tc vMerge="1">
                  <a:tcPr marL="9521" marR="9521" marT="952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  &lt;5%</a:t>
                      </a:r>
                      <a:r>
                        <a:rPr lang="zh-CN" altLang="en-US" sz="8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（</a:t>
                      </a:r>
                      <a:r>
                        <a:rPr lang="en-US" altLang="zh-CN" sz="8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4.71%</a:t>
                      </a:r>
                      <a:r>
                        <a:rPr lang="zh-CN" altLang="en-US" sz="8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）</a:t>
                      </a:r>
                      <a:endParaRPr lang="zh-CN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110</a:t>
                      </a:r>
                      <a:endParaRPr lang="zh-CN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5G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320:1</a:t>
                      </a:r>
                      <a:endParaRPr lang="en-US" alt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</a:tbl>
          </a:graphicData>
        </a:graphic>
      </p:graphicFrame>
      <p:sp>
        <p:nvSpPr>
          <p:cNvPr id="652" name="文本框 651"/>
          <p:cNvSpPr txBox="1"/>
          <p:nvPr/>
        </p:nvSpPr>
        <p:spPr>
          <a:xfrm>
            <a:off x="4568007" y="5143471"/>
            <a:ext cx="4317365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算效测试结果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653" name="图片 6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53770" y="3394788"/>
            <a:ext cx="273774" cy="1384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2.4.2 安贞医院实践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案例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38" name="Arc 9_1"/>
          <p:cNvSpPr/>
          <p:nvPr/>
        </p:nvSpPr>
        <p:spPr>
          <a:xfrm>
            <a:off x="1340175" y="4091036"/>
            <a:ext cx="2311845" cy="341486"/>
          </a:xfrm>
          <a:prstGeom prst="ellipse">
            <a:avLst/>
          </a:prstGeom>
          <a:gradFill>
            <a:gsLst>
              <a:gs pos="19000">
                <a:srgbClr val="C00000">
                  <a:alpha val="0"/>
                </a:srgbClr>
              </a:gs>
              <a:gs pos="100000">
                <a:srgbClr val="C00000">
                  <a:alpha val="19000"/>
                </a:srgbClr>
              </a:gs>
            </a:gsLst>
            <a:lin ang="5400000" scaled="1"/>
          </a:gradFill>
          <a:ln w="25400">
            <a:gradFill>
              <a:gsLst>
                <a:gs pos="16000">
                  <a:srgbClr val="C00000">
                    <a:alpha val="0"/>
                  </a:srgbClr>
                </a:gs>
                <a:gs pos="74000">
                  <a:srgbClr val="C00000">
                    <a:alpha val="71767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ym typeface="Arial" panose="020B0604020202090204" pitchFamily="34" charset="0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646273" y="5512410"/>
            <a:ext cx="3844783" cy="1059873"/>
          </a:xfrm>
          <a:prstGeom prst="round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/>
            <a:endParaRPr lang="zh-CN" altLang="en-US" sz="1050" b="1" kern="0" dirty="0">
              <a:solidFill>
                <a:schemeClr val="tx1"/>
              </a:solidFill>
              <a:latin typeface="Arial" panose="020B0604020202090204"/>
              <a:ea typeface="微软雅黑"/>
              <a:cs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7791" y="1738650"/>
            <a:ext cx="4094370" cy="427746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安贞医院：数据敏感不出域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280" y="865505"/>
            <a:ext cx="11416665" cy="838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安贞医院面临病历数据监管严、本地算力不足问题。北京电信将其</a:t>
            </a:r>
            <a:r>
              <a:rPr lang="en-GB" altLang="zh-CN" b="1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Qwen</a:t>
            </a:r>
            <a:r>
              <a:rPr lang="en-GB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 32B/70B</a:t>
            </a: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模型训练任务拉远至</a:t>
            </a: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240</a:t>
            </a: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公里外武清智算中心，通过分层部署与无损网络保障，在</a:t>
            </a: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5</a:t>
            </a:r>
            <a:r>
              <a:rPr lang="en-GB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G</a:t>
            </a: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带宽下实现算效损失</a:t>
            </a: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&lt;5%</a:t>
            </a: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，全程病例数据不出院。</a:t>
            </a:r>
            <a:endParaRPr lang="zh-CN" altLang="en-US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76539" y="1738650"/>
            <a:ext cx="6882063" cy="427746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北京电信现网试点：拉远</a:t>
            </a:r>
            <a:r>
              <a:rPr lang="en-US" altLang="zh-CN" b="1" dirty="0">
                <a:solidFill>
                  <a:schemeClr val="bg1"/>
                </a:solidFill>
              </a:rPr>
              <a:t>240</a:t>
            </a:r>
            <a:r>
              <a:rPr lang="zh-CN" altLang="en-US" b="1" dirty="0">
                <a:solidFill>
                  <a:schemeClr val="bg1"/>
                </a:solidFill>
              </a:rPr>
              <a:t>公里，算效损失</a:t>
            </a:r>
            <a:r>
              <a:rPr lang="en-US" altLang="zh-CN" b="1" dirty="0">
                <a:solidFill>
                  <a:schemeClr val="bg1"/>
                </a:solidFill>
              </a:rPr>
              <a:t>&lt;5%@5</a:t>
            </a:r>
            <a:r>
              <a:rPr lang="en-GB" altLang="zh-CN" b="1" dirty="0">
                <a:solidFill>
                  <a:schemeClr val="bg1"/>
                </a:solidFill>
              </a:rPr>
              <a:t>G</a:t>
            </a:r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3767" y="3254312"/>
            <a:ext cx="3564486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场景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1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：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DS V3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推理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5320" y="4111299"/>
            <a:ext cx="3421380" cy="291711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场景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2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：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Qwen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 32B/70B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训练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84935" y="2308751"/>
            <a:ext cx="2514551" cy="424815"/>
            <a:chOff x="1388110" y="1845945"/>
            <a:chExt cx="2514551" cy="42481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8110" y="1845945"/>
              <a:ext cx="552450" cy="424815"/>
            </a:xfrm>
            <a:prstGeom prst="rect">
              <a:avLst/>
            </a:prstGeom>
          </p:spPr>
        </p:pic>
        <p:pic>
          <p:nvPicPr>
            <p:cNvPr id="8" name="图片 3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24712" y="1930411"/>
              <a:ext cx="977949" cy="269667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图片 114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2178636" y="1917065"/>
              <a:ext cx="508000" cy="282575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706234" y="2827546"/>
            <a:ext cx="3844782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Arial" panose="020B0604020202090204" pitchFamily="34" charset="0"/>
              </a:rPr>
              <a:t>签署战略合作，启动管理大模型，构建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Arial" panose="020B0604020202090204" pitchFamily="34" charset="0"/>
              </a:rPr>
              <a:t>AI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sym typeface="Arial" panose="020B0604020202090204" pitchFamily="34" charset="0"/>
              </a:rPr>
              <a:t>中台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sym typeface="Arial" panose="020B060402020209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53994" y="5556843"/>
            <a:ext cx="2894378" cy="944393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本地部署老院区机房条件不足，服务器安装扩容困难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推理涉及病例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/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病情等敏感信息，租用云端算力存在数据安全风险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26992" y="5122427"/>
            <a:ext cx="3421380" cy="4184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机房扩容难，数据安全有顾虑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46274" y="5766746"/>
            <a:ext cx="1156412" cy="711994"/>
            <a:chOff x="242731" y="5398942"/>
            <a:chExt cx="1156412" cy="711994"/>
          </a:xfrm>
        </p:grpSpPr>
        <p:pic>
          <p:nvPicPr>
            <p:cNvPr id="471" name="Picture 4" descr="F:\02-绿叶公司-胶片素材\PNG元素\图片28-4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755" y="5414548"/>
              <a:ext cx="696388" cy="696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" name="矩形 471"/>
            <p:cNvSpPr/>
            <p:nvPr/>
          </p:nvSpPr>
          <p:spPr>
            <a:xfrm>
              <a:off x="242731" y="5398942"/>
              <a:ext cx="807720" cy="534884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痛点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</p:grpSp>
      <p:sp>
        <p:nvSpPr>
          <p:cNvPr id="478" name="文本框 477"/>
          <p:cNvSpPr txBox="1"/>
          <p:nvPr/>
        </p:nvSpPr>
        <p:spPr>
          <a:xfrm>
            <a:off x="1073456" y="4497292"/>
            <a:ext cx="2905108" cy="5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基于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Qwen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 32B/70B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定制开发，对接各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ISV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推理需求，初期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6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台后续扩容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10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台服务器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916802" y="3637147"/>
            <a:ext cx="3377061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引入多家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ISV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cs"/>
                <a:sym typeface="Arial" panose="020B0604020202090204" pitchFamily="34" charset="0"/>
              </a:rPr>
              <a:t>开展智能导诊、病例生成等推理业务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483" name="Arc 9_1"/>
          <p:cNvSpPr/>
          <p:nvPr/>
        </p:nvSpPr>
        <p:spPr>
          <a:xfrm>
            <a:off x="1362920" y="3281783"/>
            <a:ext cx="2311845" cy="341486"/>
          </a:xfrm>
          <a:prstGeom prst="ellipse">
            <a:avLst/>
          </a:prstGeom>
          <a:gradFill>
            <a:gsLst>
              <a:gs pos="19000">
                <a:srgbClr val="C00000">
                  <a:alpha val="0"/>
                </a:srgbClr>
              </a:gs>
              <a:gs pos="100000">
                <a:srgbClr val="C00000">
                  <a:alpha val="19000"/>
                </a:srgbClr>
              </a:gs>
            </a:gsLst>
            <a:lin ang="5400000" scaled="1"/>
          </a:gradFill>
          <a:ln w="25400">
            <a:gradFill>
              <a:gsLst>
                <a:gs pos="16000">
                  <a:srgbClr val="C00000">
                    <a:alpha val="0"/>
                  </a:srgbClr>
                </a:gs>
                <a:gs pos="74000">
                  <a:srgbClr val="C00000">
                    <a:alpha val="71767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ym typeface="Arial" panose="020B0604020202090204" pitchFamily="34" charset="0"/>
            </a:endParaRPr>
          </a:p>
        </p:txBody>
      </p:sp>
      <p:sp>
        <p:nvSpPr>
          <p:cNvPr id="539" name="矩形 811"/>
          <p:cNvSpPr/>
          <p:nvPr/>
        </p:nvSpPr>
        <p:spPr>
          <a:xfrm>
            <a:off x="7906940" y="2441238"/>
            <a:ext cx="1811655" cy="1389380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 dirty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540" name="圆角矩形 67"/>
          <p:cNvSpPr/>
          <p:nvPr/>
        </p:nvSpPr>
        <p:spPr>
          <a:xfrm>
            <a:off x="5174889" y="5065506"/>
            <a:ext cx="5951735" cy="1426142"/>
          </a:xfrm>
          <a:prstGeom prst="roundRect">
            <a:avLst>
              <a:gd name="adj" fmla="val 4133"/>
            </a:avLst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sp>
        <p:nvSpPr>
          <p:cNvPr id="541" name="矩形 811"/>
          <p:cNvSpPr/>
          <p:nvPr/>
        </p:nvSpPr>
        <p:spPr>
          <a:xfrm>
            <a:off x="9909080" y="2419604"/>
            <a:ext cx="1201420" cy="1401559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cxnSp>
        <p:nvCxnSpPr>
          <p:cNvPr id="547" name="直接连接符 276"/>
          <p:cNvCxnSpPr/>
          <p:nvPr/>
        </p:nvCxnSpPr>
        <p:spPr>
          <a:xfrm>
            <a:off x="9613737" y="2946768"/>
            <a:ext cx="275590" cy="201295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548" name="直接连接符 293"/>
          <p:cNvCxnSpPr/>
          <p:nvPr/>
        </p:nvCxnSpPr>
        <p:spPr>
          <a:xfrm flipH="1">
            <a:off x="9618817" y="3148063"/>
            <a:ext cx="270510" cy="210185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556" name="直接连接符 294"/>
          <p:cNvCxnSpPr/>
          <p:nvPr/>
        </p:nvCxnSpPr>
        <p:spPr>
          <a:xfrm>
            <a:off x="9515312" y="3087103"/>
            <a:ext cx="5080" cy="13081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sp>
        <p:nvSpPr>
          <p:cNvPr id="558" name="文本框 557"/>
          <p:cNvSpPr txBox="1"/>
          <p:nvPr/>
        </p:nvSpPr>
        <p:spPr>
          <a:xfrm>
            <a:off x="9209560" y="3487788"/>
            <a:ext cx="58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S-Leaf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（武清）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559" name="图片 5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720" y="3075586"/>
            <a:ext cx="259715" cy="198755"/>
          </a:xfrm>
          <a:prstGeom prst="rect">
            <a:avLst/>
          </a:prstGeom>
        </p:spPr>
      </p:pic>
      <p:cxnSp>
        <p:nvCxnSpPr>
          <p:cNvPr id="562" name="直接连接符 297"/>
          <p:cNvCxnSpPr>
            <a:stCxn id="636" idx="3"/>
            <a:endCxn id="559" idx="1"/>
          </p:cNvCxnSpPr>
          <p:nvPr/>
        </p:nvCxnSpPr>
        <p:spPr>
          <a:xfrm>
            <a:off x="7440215" y="3174646"/>
            <a:ext cx="103505" cy="635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sp>
        <p:nvSpPr>
          <p:cNvPr id="563" name="文本框 562"/>
          <p:cNvSpPr txBox="1"/>
          <p:nvPr/>
        </p:nvSpPr>
        <p:spPr>
          <a:xfrm>
            <a:off x="7442120" y="3249576"/>
            <a:ext cx="39243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CPE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70" name="文本框 569"/>
          <p:cNvSpPr txBox="1"/>
          <p:nvPr/>
        </p:nvSpPr>
        <p:spPr>
          <a:xfrm>
            <a:off x="9233690" y="2451468"/>
            <a:ext cx="58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S-Leaf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（武清）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71" name="文本框 570"/>
          <p:cNvSpPr txBox="1"/>
          <p:nvPr/>
        </p:nvSpPr>
        <p:spPr bwMode="auto">
          <a:xfrm>
            <a:off x="9661616" y="3843422"/>
            <a:ext cx="1696349" cy="24638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26" tIns="46762" rIns="89926" bIns="46762" rtlCol="0" anchor="t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武清智算中心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408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机房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572" name="Picture 2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2" t="4703" r="36575"/>
          <a:stretch>
            <a:fillRect/>
          </a:stretch>
        </p:blipFill>
        <p:spPr bwMode="auto">
          <a:xfrm>
            <a:off x="6935390" y="2911756"/>
            <a:ext cx="238760" cy="421005"/>
          </a:xfrm>
          <a:prstGeom prst="rect">
            <a:avLst/>
          </a:prstGeom>
          <a:noFill/>
        </p:spPr>
      </p:pic>
      <p:sp>
        <p:nvSpPr>
          <p:cNvPr id="573" name="流程图: 多文档 308"/>
          <p:cNvSpPr/>
          <p:nvPr/>
        </p:nvSpPr>
        <p:spPr>
          <a:xfrm>
            <a:off x="6219745" y="2536471"/>
            <a:ext cx="226060" cy="295275"/>
          </a:xfrm>
          <a:prstGeom prst="flowChartMultidocumen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1D1D1A"/>
            </a:solidFill>
            <a:prstDash val="solid"/>
            <a:miter lim="800000"/>
            <a:headEnd type="none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数据</a:t>
            </a:r>
            <a:endParaRPr kumimoji="0" lang="zh-CN" altLang="en-US" sz="5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574" name="Freeform 118"/>
          <p:cNvSpPr>
            <a:spLocks noEditPoints="1"/>
          </p:cNvSpPr>
          <p:nvPr/>
        </p:nvSpPr>
        <p:spPr bwMode="auto">
          <a:xfrm>
            <a:off x="5791755" y="3180996"/>
            <a:ext cx="231140" cy="258445"/>
          </a:xfrm>
          <a:custGeom>
            <a:avLst/>
            <a:gdLst/>
            <a:ahLst/>
            <a:cxnLst>
              <a:cxn ang="0">
                <a:pos x="2600" y="1750"/>
              </a:cxn>
              <a:cxn ang="0">
                <a:pos x="4050" y="1600"/>
              </a:cxn>
              <a:cxn ang="0">
                <a:pos x="6000" y="850"/>
              </a:cxn>
              <a:cxn ang="0">
                <a:pos x="8000" y="150"/>
              </a:cxn>
              <a:cxn ang="0">
                <a:pos x="9500" y="50"/>
              </a:cxn>
              <a:cxn ang="0">
                <a:pos x="11050" y="700"/>
              </a:cxn>
              <a:cxn ang="0">
                <a:pos x="11500" y="4650"/>
              </a:cxn>
              <a:cxn ang="0">
                <a:pos x="11200" y="6850"/>
              </a:cxn>
              <a:cxn ang="0">
                <a:pos x="10401" y="9200"/>
              </a:cxn>
              <a:cxn ang="0">
                <a:pos x="9400" y="10550"/>
              </a:cxn>
              <a:cxn ang="0">
                <a:pos x="8150" y="10800"/>
              </a:cxn>
              <a:cxn ang="0">
                <a:pos x="5350" y="10700"/>
              </a:cxn>
              <a:cxn ang="0">
                <a:pos x="4550" y="9950"/>
              </a:cxn>
              <a:cxn ang="0">
                <a:pos x="3350" y="7600"/>
              </a:cxn>
              <a:cxn ang="0">
                <a:pos x="2900" y="5550"/>
              </a:cxn>
              <a:cxn ang="0">
                <a:pos x="7500" y="6000"/>
              </a:cxn>
              <a:cxn ang="0">
                <a:pos x="9350" y="6000"/>
              </a:cxn>
              <a:cxn ang="0">
                <a:pos x="6900" y="5550"/>
              </a:cxn>
              <a:cxn ang="0">
                <a:pos x="4600" y="5800"/>
              </a:cxn>
              <a:cxn ang="0">
                <a:pos x="4950" y="7300"/>
              </a:cxn>
              <a:cxn ang="0">
                <a:pos x="7000" y="7150"/>
              </a:cxn>
              <a:cxn ang="0">
                <a:pos x="7449" y="7300"/>
              </a:cxn>
              <a:cxn ang="0">
                <a:pos x="9700" y="7300"/>
              </a:cxn>
              <a:cxn ang="0">
                <a:pos x="9800" y="5550"/>
              </a:cxn>
              <a:cxn ang="0">
                <a:pos x="6900" y="6000"/>
              </a:cxn>
              <a:cxn ang="0">
                <a:pos x="6650" y="6850"/>
              </a:cxn>
              <a:cxn ang="0">
                <a:pos x="5500" y="11500"/>
              </a:cxn>
              <a:cxn ang="0">
                <a:pos x="0" y="15900"/>
              </a:cxn>
              <a:cxn ang="0">
                <a:pos x="250" y="14050"/>
              </a:cxn>
              <a:cxn ang="0">
                <a:pos x="1100" y="12450"/>
              </a:cxn>
              <a:cxn ang="0">
                <a:pos x="11550" y="13000"/>
              </a:cxn>
              <a:cxn ang="0">
                <a:pos x="12400" y="14750"/>
              </a:cxn>
              <a:cxn ang="0">
                <a:pos x="10650" y="15600"/>
              </a:cxn>
              <a:cxn ang="0">
                <a:pos x="9800" y="13850"/>
              </a:cxn>
              <a:cxn ang="0">
                <a:pos x="9200" y="11500"/>
              </a:cxn>
              <a:cxn ang="0">
                <a:pos x="14750" y="15900"/>
              </a:cxn>
              <a:cxn ang="0">
                <a:pos x="14500" y="14050"/>
              </a:cxn>
              <a:cxn ang="0">
                <a:pos x="13700" y="12450"/>
              </a:cxn>
              <a:cxn ang="0">
                <a:pos x="5700" y="4600"/>
              </a:cxn>
              <a:cxn ang="0">
                <a:pos x="3800" y="4150"/>
              </a:cxn>
              <a:cxn ang="0">
                <a:pos x="4150" y="6550"/>
              </a:cxn>
              <a:cxn ang="0">
                <a:pos x="4950" y="8600"/>
              </a:cxn>
              <a:cxn ang="0">
                <a:pos x="6450" y="9750"/>
              </a:cxn>
              <a:cxn ang="0">
                <a:pos x="8750" y="9700"/>
              </a:cxn>
              <a:cxn ang="0">
                <a:pos x="9800" y="7950"/>
              </a:cxn>
              <a:cxn ang="0">
                <a:pos x="10300" y="6000"/>
              </a:cxn>
              <a:cxn ang="0">
                <a:pos x="9250" y="5050"/>
              </a:cxn>
              <a:cxn ang="0">
                <a:pos x="7449" y="5000"/>
              </a:cxn>
            </a:cxnLst>
            <a:rect l="0" t="0" r="r" b="b"/>
            <a:pathLst>
              <a:path w="14750" h="16550">
                <a:moveTo>
                  <a:pt x="2800" y="4800"/>
                </a:moveTo>
                <a:lnTo>
                  <a:pt x="2100" y="1701"/>
                </a:lnTo>
                <a:lnTo>
                  <a:pt x="2600" y="1750"/>
                </a:lnTo>
                <a:lnTo>
                  <a:pt x="3100" y="1750"/>
                </a:lnTo>
                <a:lnTo>
                  <a:pt x="3950" y="2900"/>
                </a:lnTo>
                <a:lnTo>
                  <a:pt x="4050" y="1600"/>
                </a:lnTo>
                <a:lnTo>
                  <a:pt x="4550" y="1450"/>
                </a:lnTo>
                <a:lnTo>
                  <a:pt x="5050" y="1250"/>
                </a:lnTo>
                <a:lnTo>
                  <a:pt x="6000" y="850"/>
                </a:lnTo>
                <a:lnTo>
                  <a:pt x="7000" y="450"/>
                </a:lnTo>
                <a:lnTo>
                  <a:pt x="7500" y="250"/>
                </a:lnTo>
                <a:lnTo>
                  <a:pt x="8000" y="150"/>
                </a:lnTo>
                <a:lnTo>
                  <a:pt x="8500" y="50"/>
                </a:lnTo>
                <a:lnTo>
                  <a:pt x="9000" y="0"/>
                </a:lnTo>
                <a:lnTo>
                  <a:pt x="9500" y="50"/>
                </a:lnTo>
                <a:lnTo>
                  <a:pt x="10000" y="200"/>
                </a:lnTo>
                <a:lnTo>
                  <a:pt x="10500" y="400"/>
                </a:lnTo>
                <a:lnTo>
                  <a:pt x="11050" y="700"/>
                </a:lnTo>
                <a:lnTo>
                  <a:pt x="11550" y="1150"/>
                </a:lnTo>
                <a:lnTo>
                  <a:pt x="12050" y="1701"/>
                </a:lnTo>
                <a:lnTo>
                  <a:pt x="11500" y="4650"/>
                </a:lnTo>
                <a:lnTo>
                  <a:pt x="11400" y="5400"/>
                </a:lnTo>
                <a:lnTo>
                  <a:pt x="11350" y="6150"/>
                </a:lnTo>
                <a:lnTo>
                  <a:pt x="11200" y="6850"/>
                </a:lnTo>
                <a:lnTo>
                  <a:pt x="11050" y="7500"/>
                </a:lnTo>
                <a:lnTo>
                  <a:pt x="10750" y="8400"/>
                </a:lnTo>
                <a:lnTo>
                  <a:pt x="10401" y="9200"/>
                </a:lnTo>
                <a:lnTo>
                  <a:pt x="9950" y="9900"/>
                </a:lnTo>
                <a:lnTo>
                  <a:pt x="9700" y="10250"/>
                </a:lnTo>
                <a:lnTo>
                  <a:pt x="9400" y="10550"/>
                </a:lnTo>
                <a:lnTo>
                  <a:pt x="9300" y="10700"/>
                </a:lnTo>
                <a:lnTo>
                  <a:pt x="9100" y="10700"/>
                </a:lnTo>
                <a:lnTo>
                  <a:pt x="8150" y="10800"/>
                </a:lnTo>
                <a:lnTo>
                  <a:pt x="7250" y="10850"/>
                </a:lnTo>
                <a:lnTo>
                  <a:pt x="6300" y="10800"/>
                </a:lnTo>
                <a:lnTo>
                  <a:pt x="5350" y="10700"/>
                </a:lnTo>
                <a:lnTo>
                  <a:pt x="5200" y="10700"/>
                </a:lnTo>
                <a:lnTo>
                  <a:pt x="5050" y="10550"/>
                </a:lnTo>
                <a:lnTo>
                  <a:pt x="4550" y="9950"/>
                </a:lnTo>
                <a:lnTo>
                  <a:pt x="4100" y="9250"/>
                </a:lnTo>
                <a:lnTo>
                  <a:pt x="3700" y="8450"/>
                </a:lnTo>
                <a:lnTo>
                  <a:pt x="3350" y="7600"/>
                </a:lnTo>
                <a:lnTo>
                  <a:pt x="3200" y="6950"/>
                </a:lnTo>
                <a:lnTo>
                  <a:pt x="3000" y="6250"/>
                </a:lnTo>
                <a:lnTo>
                  <a:pt x="2900" y="5550"/>
                </a:lnTo>
                <a:lnTo>
                  <a:pt x="2800" y="4800"/>
                </a:lnTo>
                <a:close/>
                <a:moveTo>
                  <a:pt x="9350" y="6000"/>
                </a:moveTo>
                <a:lnTo>
                  <a:pt x="7500" y="6000"/>
                </a:lnTo>
                <a:lnTo>
                  <a:pt x="7800" y="6850"/>
                </a:lnTo>
                <a:lnTo>
                  <a:pt x="9300" y="6850"/>
                </a:lnTo>
                <a:lnTo>
                  <a:pt x="9350" y="6000"/>
                </a:lnTo>
                <a:close/>
                <a:moveTo>
                  <a:pt x="7500" y="5550"/>
                </a:moveTo>
                <a:lnTo>
                  <a:pt x="7200" y="5550"/>
                </a:lnTo>
                <a:lnTo>
                  <a:pt x="6900" y="5550"/>
                </a:lnTo>
                <a:lnTo>
                  <a:pt x="4850" y="5550"/>
                </a:lnTo>
                <a:lnTo>
                  <a:pt x="4600" y="5550"/>
                </a:lnTo>
                <a:lnTo>
                  <a:pt x="4600" y="5800"/>
                </a:lnTo>
                <a:lnTo>
                  <a:pt x="4700" y="7100"/>
                </a:lnTo>
                <a:lnTo>
                  <a:pt x="4750" y="7300"/>
                </a:lnTo>
                <a:lnTo>
                  <a:pt x="4950" y="7300"/>
                </a:lnTo>
                <a:lnTo>
                  <a:pt x="6800" y="7300"/>
                </a:lnTo>
                <a:lnTo>
                  <a:pt x="6950" y="7300"/>
                </a:lnTo>
                <a:lnTo>
                  <a:pt x="7000" y="7150"/>
                </a:lnTo>
                <a:lnTo>
                  <a:pt x="7200" y="6500"/>
                </a:lnTo>
                <a:lnTo>
                  <a:pt x="7400" y="7150"/>
                </a:lnTo>
                <a:lnTo>
                  <a:pt x="7449" y="7300"/>
                </a:lnTo>
                <a:lnTo>
                  <a:pt x="7600" y="7300"/>
                </a:lnTo>
                <a:lnTo>
                  <a:pt x="9500" y="7300"/>
                </a:lnTo>
                <a:lnTo>
                  <a:pt x="9700" y="7300"/>
                </a:lnTo>
                <a:lnTo>
                  <a:pt x="9700" y="7100"/>
                </a:lnTo>
                <a:lnTo>
                  <a:pt x="9800" y="5800"/>
                </a:lnTo>
                <a:lnTo>
                  <a:pt x="9800" y="5550"/>
                </a:lnTo>
                <a:lnTo>
                  <a:pt x="9600" y="5550"/>
                </a:lnTo>
                <a:lnTo>
                  <a:pt x="7500" y="5550"/>
                </a:lnTo>
                <a:close/>
                <a:moveTo>
                  <a:pt x="6900" y="6000"/>
                </a:moveTo>
                <a:lnTo>
                  <a:pt x="5050" y="6000"/>
                </a:lnTo>
                <a:lnTo>
                  <a:pt x="5150" y="6850"/>
                </a:lnTo>
                <a:lnTo>
                  <a:pt x="6650" y="6850"/>
                </a:lnTo>
                <a:lnTo>
                  <a:pt x="6900" y="6000"/>
                </a:lnTo>
                <a:close/>
                <a:moveTo>
                  <a:pt x="1500" y="11950"/>
                </a:moveTo>
                <a:lnTo>
                  <a:pt x="5500" y="11500"/>
                </a:lnTo>
                <a:lnTo>
                  <a:pt x="7100" y="16550"/>
                </a:lnTo>
                <a:lnTo>
                  <a:pt x="50" y="16550"/>
                </a:lnTo>
                <a:lnTo>
                  <a:pt x="0" y="15900"/>
                </a:lnTo>
                <a:lnTo>
                  <a:pt x="50" y="15300"/>
                </a:lnTo>
                <a:lnTo>
                  <a:pt x="150" y="14650"/>
                </a:lnTo>
                <a:lnTo>
                  <a:pt x="250" y="14050"/>
                </a:lnTo>
                <a:lnTo>
                  <a:pt x="500" y="13500"/>
                </a:lnTo>
                <a:lnTo>
                  <a:pt x="750" y="12950"/>
                </a:lnTo>
                <a:lnTo>
                  <a:pt x="1100" y="12450"/>
                </a:lnTo>
                <a:lnTo>
                  <a:pt x="1500" y="11950"/>
                </a:lnTo>
                <a:close/>
                <a:moveTo>
                  <a:pt x="10650" y="13000"/>
                </a:moveTo>
                <a:lnTo>
                  <a:pt x="11550" y="13000"/>
                </a:lnTo>
                <a:lnTo>
                  <a:pt x="11550" y="13850"/>
                </a:lnTo>
                <a:lnTo>
                  <a:pt x="12400" y="13850"/>
                </a:lnTo>
                <a:lnTo>
                  <a:pt x="12400" y="14750"/>
                </a:lnTo>
                <a:lnTo>
                  <a:pt x="11550" y="14750"/>
                </a:lnTo>
                <a:lnTo>
                  <a:pt x="11550" y="15600"/>
                </a:lnTo>
                <a:lnTo>
                  <a:pt x="10650" y="15600"/>
                </a:lnTo>
                <a:lnTo>
                  <a:pt x="10650" y="14750"/>
                </a:lnTo>
                <a:lnTo>
                  <a:pt x="9800" y="14750"/>
                </a:lnTo>
                <a:lnTo>
                  <a:pt x="9800" y="13850"/>
                </a:lnTo>
                <a:lnTo>
                  <a:pt x="10650" y="13850"/>
                </a:lnTo>
                <a:lnTo>
                  <a:pt x="10650" y="13000"/>
                </a:lnTo>
                <a:close/>
                <a:moveTo>
                  <a:pt x="9200" y="11500"/>
                </a:moveTo>
                <a:lnTo>
                  <a:pt x="7650" y="16550"/>
                </a:lnTo>
                <a:lnTo>
                  <a:pt x="14750" y="16550"/>
                </a:lnTo>
                <a:lnTo>
                  <a:pt x="14750" y="15900"/>
                </a:lnTo>
                <a:lnTo>
                  <a:pt x="14700" y="15300"/>
                </a:lnTo>
                <a:lnTo>
                  <a:pt x="14650" y="14650"/>
                </a:lnTo>
                <a:lnTo>
                  <a:pt x="14500" y="14050"/>
                </a:lnTo>
                <a:lnTo>
                  <a:pt x="14300" y="13500"/>
                </a:lnTo>
                <a:lnTo>
                  <a:pt x="14000" y="12950"/>
                </a:lnTo>
                <a:lnTo>
                  <a:pt x="13700" y="12450"/>
                </a:lnTo>
                <a:lnTo>
                  <a:pt x="13250" y="11950"/>
                </a:lnTo>
                <a:lnTo>
                  <a:pt x="9200" y="11500"/>
                </a:lnTo>
                <a:close/>
                <a:moveTo>
                  <a:pt x="5700" y="4600"/>
                </a:moveTo>
                <a:lnTo>
                  <a:pt x="4750" y="4300"/>
                </a:lnTo>
                <a:lnTo>
                  <a:pt x="4250" y="4200"/>
                </a:lnTo>
                <a:lnTo>
                  <a:pt x="3800" y="4150"/>
                </a:lnTo>
                <a:lnTo>
                  <a:pt x="3850" y="5000"/>
                </a:lnTo>
                <a:lnTo>
                  <a:pt x="4000" y="5800"/>
                </a:lnTo>
                <a:lnTo>
                  <a:pt x="4150" y="6550"/>
                </a:lnTo>
                <a:lnTo>
                  <a:pt x="4349" y="7300"/>
                </a:lnTo>
                <a:lnTo>
                  <a:pt x="4600" y="8000"/>
                </a:lnTo>
                <a:lnTo>
                  <a:pt x="4950" y="8600"/>
                </a:lnTo>
                <a:lnTo>
                  <a:pt x="5300" y="9200"/>
                </a:lnTo>
                <a:lnTo>
                  <a:pt x="5700" y="9700"/>
                </a:lnTo>
                <a:lnTo>
                  <a:pt x="6450" y="9750"/>
                </a:lnTo>
                <a:lnTo>
                  <a:pt x="7250" y="9800"/>
                </a:lnTo>
                <a:lnTo>
                  <a:pt x="8000" y="9750"/>
                </a:lnTo>
                <a:lnTo>
                  <a:pt x="8750" y="9700"/>
                </a:lnTo>
                <a:lnTo>
                  <a:pt x="9150" y="9150"/>
                </a:lnTo>
                <a:lnTo>
                  <a:pt x="9500" y="8600"/>
                </a:lnTo>
                <a:lnTo>
                  <a:pt x="9800" y="7950"/>
                </a:lnTo>
                <a:lnTo>
                  <a:pt x="10050" y="7250"/>
                </a:lnTo>
                <a:lnTo>
                  <a:pt x="10200" y="6600"/>
                </a:lnTo>
                <a:lnTo>
                  <a:pt x="10300" y="6000"/>
                </a:lnTo>
                <a:lnTo>
                  <a:pt x="10450" y="4600"/>
                </a:lnTo>
                <a:lnTo>
                  <a:pt x="9850" y="4850"/>
                </a:lnTo>
                <a:lnTo>
                  <a:pt x="9250" y="5050"/>
                </a:lnTo>
                <a:lnTo>
                  <a:pt x="8650" y="5101"/>
                </a:lnTo>
                <a:lnTo>
                  <a:pt x="8050" y="5101"/>
                </a:lnTo>
                <a:lnTo>
                  <a:pt x="7449" y="5000"/>
                </a:lnTo>
                <a:lnTo>
                  <a:pt x="6900" y="4900"/>
                </a:lnTo>
                <a:lnTo>
                  <a:pt x="5700" y="4600"/>
                </a:lnTo>
                <a:close/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9525">
            <a:noFill/>
            <a:round/>
          </a:ln>
        </p:spPr>
        <p:txBody>
          <a:bodyPr vert="horz" wrap="square" lIns="91368" tIns="45684" rIns="91368" bIns="45684" numCol="1" anchor="t" anchorCtr="0" compatLnSpc="1"/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27" name="任意多边形 62"/>
          <p:cNvSpPr/>
          <p:nvPr/>
        </p:nvSpPr>
        <p:spPr>
          <a:xfrm>
            <a:off x="6410245" y="2772691"/>
            <a:ext cx="512445" cy="345440"/>
          </a:xfrm>
          <a:custGeom>
            <a:avLst/>
            <a:gdLst>
              <a:gd name="connsiteX0" fmla="*/ 0 w 633742"/>
              <a:gd name="connsiteY0" fmla="*/ 0 h 425513"/>
              <a:gd name="connsiteX1" fmla="*/ 208230 w 633742"/>
              <a:gd name="connsiteY1" fmla="*/ 289711 h 425513"/>
              <a:gd name="connsiteX2" fmla="*/ 633742 w 633742"/>
              <a:gd name="connsiteY2" fmla="*/ 425513 h 42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3742" h="425513">
                <a:moveTo>
                  <a:pt x="0" y="0"/>
                </a:moveTo>
                <a:cubicBezTo>
                  <a:pt x="51303" y="109396"/>
                  <a:pt x="102606" y="218792"/>
                  <a:pt x="208230" y="289711"/>
                </a:cubicBezTo>
                <a:cubicBezTo>
                  <a:pt x="313854" y="360630"/>
                  <a:pt x="473798" y="393071"/>
                  <a:pt x="633742" y="425513"/>
                </a:cubicBezTo>
              </a:path>
            </a:pathLst>
          </a:custGeom>
          <a:noFill/>
          <a:ln w="12700" cap="flat" cmpd="sng" algn="ctr">
            <a:solidFill>
              <a:srgbClr val="0070C0"/>
            </a:solidFill>
            <a:prstDash val="dash"/>
            <a:miter lim="800000"/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28" name="任意多边形 63"/>
          <p:cNvSpPr/>
          <p:nvPr/>
        </p:nvSpPr>
        <p:spPr>
          <a:xfrm>
            <a:off x="6014640" y="3214016"/>
            <a:ext cx="915670" cy="191135"/>
          </a:xfrm>
          <a:custGeom>
            <a:avLst/>
            <a:gdLst>
              <a:gd name="connsiteX0" fmla="*/ 0 w 1131683"/>
              <a:gd name="connsiteY0" fmla="*/ 235247 h 235247"/>
              <a:gd name="connsiteX1" fmla="*/ 425513 w 1131683"/>
              <a:gd name="connsiteY1" fmla="*/ 27017 h 235247"/>
              <a:gd name="connsiteX2" fmla="*/ 1131683 w 1131683"/>
              <a:gd name="connsiteY2" fmla="*/ 8910 h 23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1683" h="235247">
                <a:moveTo>
                  <a:pt x="0" y="235247"/>
                </a:moveTo>
                <a:cubicBezTo>
                  <a:pt x="118449" y="149993"/>
                  <a:pt x="236899" y="64740"/>
                  <a:pt x="425513" y="27017"/>
                </a:cubicBezTo>
                <a:cubicBezTo>
                  <a:pt x="614127" y="-10706"/>
                  <a:pt x="872905" y="-898"/>
                  <a:pt x="1131683" y="8910"/>
                </a:cubicBezTo>
              </a:path>
            </a:pathLst>
          </a:custGeom>
          <a:noFill/>
          <a:ln w="12700" cap="flat" cmpd="sng" algn="ctr">
            <a:solidFill>
              <a:srgbClr val="00B050"/>
            </a:solidFill>
            <a:prstDash val="dash"/>
            <a:miter lim="800000"/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29" name="文本框 628"/>
          <p:cNvSpPr txBox="1"/>
          <p:nvPr/>
        </p:nvSpPr>
        <p:spPr>
          <a:xfrm>
            <a:off x="5562527" y="3858675"/>
            <a:ext cx="1604546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武清智算中心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404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机房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5551725" y="3464841"/>
            <a:ext cx="65405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企业用户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5612050" y="2634896"/>
            <a:ext cx="6743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行业数据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634" name="文本框 633"/>
          <p:cNvSpPr txBox="1"/>
          <p:nvPr/>
        </p:nvSpPr>
        <p:spPr>
          <a:xfrm>
            <a:off x="6109890" y="3266721"/>
            <a:ext cx="42354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推理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pic>
        <p:nvPicPr>
          <p:cNvPr id="636" name="图片 6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3370" y="3087651"/>
            <a:ext cx="156845" cy="173355"/>
          </a:xfrm>
          <a:prstGeom prst="rect">
            <a:avLst/>
          </a:prstGeom>
        </p:spPr>
      </p:pic>
      <p:cxnSp>
        <p:nvCxnSpPr>
          <p:cNvPr id="637" name="直接连接符 318"/>
          <p:cNvCxnSpPr>
            <a:stCxn id="572" idx="3"/>
            <a:endCxn id="636" idx="1"/>
          </p:cNvCxnSpPr>
          <p:nvPr/>
        </p:nvCxnSpPr>
        <p:spPr>
          <a:xfrm>
            <a:off x="7174150" y="3121941"/>
            <a:ext cx="109220" cy="52705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199" name="直接连接符 326"/>
          <p:cNvCxnSpPr/>
          <p:nvPr/>
        </p:nvCxnSpPr>
        <p:spPr>
          <a:xfrm flipH="1">
            <a:off x="7769697" y="3093023"/>
            <a:ext cx="139270" cy="43611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200" name="直接连接符 327"/>
          <p:cNvCxnSpPr/>
          <p:nvPr/>
        </p:nvCxnSpPr>
        <p:spPr>
          <a:xfrm flipV="1">
            <a:off x="9101292" y="2946768"/>
            <a:ext cx="314960" cy="22225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203" name="直接连接符 328"/>
          <p:cNvCxnSpPr/>
          <p:nvPr/>
        </p:nvCxnSpPr>
        <p:spPr>
          <a:xfrm>
            <a:off x="9101292" y="3169018"/>
            <a:ext cx="320040" cy="18923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sp>
        <p:nvSpPr>
          <p:cNvPr id="204" name="任意多边形: 形状 15"/>
          <p:cNvSpPr/>
          <p:nvPr/>
        </p:nvSpPr>
        <p:spPr>
          <a:xfrm>
            <a:off x="6796960" y="3066696"/>
            <a:ext cx="3257550" cy="186055"/>
          </a:xfrm>
          <a:custGeom>
            <a:avLst/>
            <a:gdLst>
              <a:gd name="connsiteX0" fmla="*/ 0 w 6373091"/>
              <a:gd name="connsiteY0" fmla="*/ 766618 h 1295264"/>
              <a:gd name="connsiteX1" fmla="*/ 1588655 w 6373091"/>
              <a:gd name="connsiteY1" fmla="*/ 766618 h 1295264"/>
              <a:gd name="connsiteX2" fmla="*/ 2558473 w 6373091"/>
              <a:gd name="connsiteY2" fmla="*/ 1191491 h 1295264"/>
              <a:gd name="connsiteX3" fmla="*/ 3352800 w 6373091"/>
              <a:gd name="connsiteY3" fmla="*/ 1219200 h 1295264"/>
              <a:gd name="connsiteX4" fmla="*/ 4387273 w 6373091"/>
              <a:gd name="connsiteY4" fmla="*/ 304800 h 1295264"/>
              <a:gd name="connsiteX5" fmla="*/ 5301673 w 6373091"/>
              <a:gd name="connsiteY5" fmla="*/ 323272 h 1295264"/>
              <a:gd name="connsiteX6" fmla="*/ 6373091 w 6373091"/>
              <a:gd name="connsiteY6" fmla="*/ 0 h 1295264"/>
              <a:gd name="connsiteX7" fmla="*/ 6373091 w 6373091"/>
              <a:gd name="connsiteY7" fmla="*/ 0 h 129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73091" h="1295264">
                <a:moveTo>
                  <a:pt x="0" y="766618"/>
                </a:moveTo>
                <a:cubicBezTo>
                  <a:pt x="581121" y="731212"/>
                  <a:pt x="1162243" y="695806"/>
                  <a:pt x="1588655" y="766618"/>
                </a:cubicBezTo>
                <a:cubicBezTo>
                  <a:pt x="2015067" y="837430"/>
                  <a:pt x="2264449" y="1116061"/>
                  <a:pt x="2558473" y="1191491"/>
                </a:cubicBezTo>
                <a:cubicBezTo>
                  <a:pt x="2852497" y="1266921"/>
                  <a:pt x="3048000" y="1366982"/>
                  <a:pt x="3352800" y="1219200"/>
                </a:cubicBezTo>
                <a:cubicBezTo>
                  <a:pt x="3657600" y="1071418"/>
                  <a:pt x="4062461" y="454121"/>
                  <a:pt x="4387273" y="304800"/>
                </a:cubicBezTo>
                <a:cubicBezTo>
                  <a:pt x="4712085" y="155479"/>
                  <a:pt x="4970703" y="374072"/>
                  <a:pt x="5301673" y="323272"/>
                </a:cubicBezTo>
                <a:cubicBezTo>
                  <a:pt x="5632643" y="272472"/>
                  <a:pt x="6373091" y="0"/>
                  <a:pt x="6373091" y="0"/>
                </a:cubicBezTo>
                <a:lnTo>
                  <a:pt x="6373091" y="0"/>
                </a:ln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dash"/>
            <a:miter lim="800000"/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8090322" y="2711129"/>
            <a:ext cx="833120" cy="229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环回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240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公里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10143822" y="2893428"/>
            <a:ext cx="706120" cy="379730"/>
            <a:chOff x="15185" y="3739"/>
            <a:chExt cx="1512" cy="974"/>
          </a:xfrm>
        </p:grpSpPr>
        <p:pic>
          <p:nvPicPr>
            <p:cNvPr id="208" name="Picture 10" descr="F:\02-绿叶公司-胶片素材\PNG元素\图片97-2.png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prstClr val="black"/>
                <a:srgbClr val="4874CB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85" y="3739"/>
              <a:ext cx="1513" cy="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" name="图片 134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3" t="3923" r="4488" b="3185"/>
            <a:stretch>
              <a:fillRect/>
            </a:stretch>
          </p:blipFill>
          <p:spPr>
            <a:xfrm>
              <a:off x="15358" y="4108"/>
              <a:ext cx="535" cy="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图片 134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3" t="3923" r="4488" b="3185"/>
            <a:stretch>
              <a:fillRect/>
            </a:stretch>
          </p:blipFill>
          <p:spPr>
            <a:xfrm>
              <a:off x="16051" y="4114"/>
              <a:ext cx="535" cy="4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矩形 811"/>
          <p:cNvSpPr/>
          <p:nvPr/>
        </p:nvSpPr>
        <p:spPr>
          <a:xfrm>
            <a:off x="5194220" y="2464341"/>
            <a:ext cx="2398391" cy="1389380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4400"/>
            <a:endParaRPr lang="zh-CN" altLang="en-US" sz="1050" b="1" kern="0">
              <a:latin typeface="Arial" panose="020B0604020202090204"/>
              <a:ea typeface="微软雅黑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745" y="2893341"/>
            <a:ext cx="533400" cy="381000"/>
          </a:xfrm>
          <a:prstGeom prst="rect">
            <a:avLst/>
          </a:prstGeom>
        </p:spPr>
      </p:pic>
      <p:sp>
        <p:nvSpPr>
          <p:cNvPr id="218" name="文本框 217"/>
          <p:cNvSpPr txBox="1"/>
          <p:nvPr/>
        </p:nvSpPr>
        <p:spPr>
          <a:xfrm>
            <a:off x="5558377" y="4693137"/>
            <a:ext cx="5184757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测试模型：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Qwen2.5-32B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，拉远距离：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240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rPr>
              <a:t>公里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graphicFrame>
        <p:nvGraphicFramePr>
          <p:cNvPr id="219" name="表格 218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5492646" y="5175962"/>
          <a:ext cx="5316220" cy="1205230"/>
        </p:xfrm>
        <a:graphic>
          <a:graphicData uri="http://schemas.openxmlformats.org/drawingml/2006/table">
            <a:tbl>
              <a:tblPr>
                <a:tableStyleId>{C083E6E3-FA7D-4D7B-A595-EF9225AFEA82}</a:tableStyleId>
              </a:tblPr>
              <a:tblGrid>
                <a:gridCol w="1235570"/>
                <a:gridCol w="1229223"/>
                <a:gridCol w="1224659"/>
                <a:gridCol w="824209"/>
                <a:gridCol w="802559"/>
              </a:tblGrid>
              <a:tr h="294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分布式推理</a:t>
                      </a:r>
                      <a:endParaRPr lang="zh-CN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劣化程度</a:t>
                      </a:r>
                      <a:endParaRPr lang="zh-CN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距离</a:t>
                      </a:r>
                      <a:r>
                        <a:rPr lang="en-US" altLang="zh-CN" sz="1100" b="1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(km)</a:t>
                      </a:r>
                      <a:endParaRPr lang="zh-CN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实测带宽</a:t>
                      </a:r>
                      <a:endParaRPr lang="zh-CN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收敛比</a:t>
                      </a:r>
                      <a:endParaRPr lang="zh-CN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303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8+8</a:t>
                      </a:r>
                      <a:r>
                        <a:rPr lang="zh-CN" alt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卡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0.2%</a:t>
                      </a:r>
                      <a:endParaRPr lang="en-US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240</a:t>
                      </a:r>
                      <a:endParaRPr lang="en-US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10G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160:1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303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8+8</a:t>
                      </a:r>
                      <a:r>
                        <a:rPr lang="zh-CN" alt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卡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1.0%</a:t>
                      </a:r>
                      <a:endParaRPr lang="en-US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240</a:t>
                      </a:r>
                      <a:endParaRPr lang="en-US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8G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200</a:t>
                      </a:r>
                      <a:r>
                        <a:rPr lang="zh-CN" alt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：</a:t>
                      </a:r>
                      <a:r>
                        <a:rPr lang="en-US" altLang="zh-CN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  <a:tr h="303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8+8</a:t>
                      </a:r>
                      <a:r>
                        <a:rPr lang="zh-CN" alt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卡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3.4%</a:t>
                      </a:r>
                      <a:endParaRPr lang="en-US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240</a:t>
                      </a:r>
                      <a:endParaRPr lang="en-US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+mn-cs"/>
                        <a:sym typeface="Arial" panose="020B060402020209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5G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90204"/>
                          <a:ea typeface="微软雅黑" panose="020B0502040204020203" charset="-122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320</a:t>
                      </a:r>
                      <a:r>
                        <a:rPr lang="zh-CN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：</a:t>
                      </a: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sym typeface="Arial" panose="020B0604020202090204" pitchFamily="34" charset="0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微软雅黑" panose="020B0502040204020203" charset="-122"/>
                        <a:cs typeface="微软雅黑" panose="020B0502040204020203" charset="-122"/>
                        <a:sym typeface="Arial" panose="020B0604020202090204" pitchFamily="34" charset="0"/>
                      </a:endParaRPr>
                    </a:p>
                  </a:txBody>
                  <a:tcPr marL="9521" marR="9521" marT="9521" marB="0" anchor="ctr"/>
                </a:tc>
              </a:tr>
            </a:tbl>
          </a:graphicData>
        </a:graphic>
      </p:graphicFrame>
      <p:grpSp>
        <p:nvGrpSpPr>
          <p:cNvPr id="224" name="组合 223"/>
          <p:cNvGrpSpPr/>
          <p:nvPr/>
        </p:nvGrpSpPr>
        <p:grpSpPr>
          <a:xfrm>
            <a:off x="7724689" y="2844101"/>
            <a:ext cx="1470793" cy="1099259"/>
            <a:chOff x="3591886" y="3629757"/>
            <a:chExt cx="2046708" cy="1182447"/>
          </a:xfrm>
        </p:grpSpPr>
        <p:pic>
          <p:nvPicPr>
            <p:cNvPr id="225" name="图片 22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591886" y="3629757"/>
              <a:ext cx="2046708" cy="1182447"/>
            </a:xfrm>
            <a:custGeom>
              <a:avLst/>
              <a:gdLst>
                <a:gd name="connsiteX0" fmla="*/ 225 w 3143250"/>
                <a:gd name="connsiteY0" fmla="*/ 1967 h 1257300"/>
                <a:gd name="connsiteX1" fmla="*/ 3143475 w 3143250"/>
                <a:gd name="connsiteY1" fmla="*/ 1967 h 1257300"/>
                <a:gd name="connsiteX2" fmla="*/ 3143475 w 3143250"/>
                <a:gd name="connsiteY2" fmla="*/ 1259267 h 1257300"/>
                <a:gd name="connsiteX3" fmla="*/ 225 w 3143250"/>
                <a:gd name="connsiteY3" fmla="*/ 1259267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3250" h="1257300">
                  <a:moveTo>
                    <a:pt x="225" y="1967"/>
                  </a:moveTo>
                  <a:lnTo>
                    <a:pt x="3143475" y="1967"/>
                  </a:lnTo>
                  <a:lnTo>
                    <a:pt x="3143475" y="1259267"/>
                  </a:lnTo>
                  <a:lnTo>
                    <a:pt x="225" y="1259267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226" name="图片 16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59679" y="3734064"/>
              <a:ext cx="166857" cy="180206"/>
            </a:xfrm>
            <a:prstGeom prst="rect">
              <a:avLst/>
            </a:prstGeom>
          </p:spPr>
        </p:pic>
        <p:pic>
          <p:nvPicPr>
            <p:cNvPr id="227" name="图片 16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71584" y="4095250"/>
              <a:ext cx="166857" cy="180206"/>
            </a:xfrm>
            <a:prstGeom prst="rect">
              <a:avLst/>
            </a:prstGeom>
          </p:spPr>
        </p:pic>
        <p:pic>
          <p:nvPicPr>
            <p:cNvPr id="231" name="图片 16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87941" y="3731441"/>
              <a:ext cx="166857" cy="180206"/>
            </a:xfrm>
            <a:prstGeom prst="rect">
              <a:avLst/>
            </a:prstGeom>
          </p:spPr>
        </p:pic>
        <p:pic>
          <p:nvPicPr>
            <p:cNvPr id="232" name="图片 16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99008" y="4087294"/>
              <a:ext cx="166857" cy="180206"/>
            </a:xfrm>
            <a:prstGeom prst="rect">
              <a:avLst/>
            </a:prstGeom>
          </p:spPr>
        </p:pic>
      </p:grpSp>
      <p:grpSp>
        <p:nvGrpSpPr>
          <p:cNvPr id="233" name="组合 232"/>
          <p:cNvGrpSpPr/>
          <p:nvPr/>
        </p:nvGrpSpPr>
        <p:grpSpPr>
          <a:xfrm>
            <a:off x="8015921" y="2991237"/>
            <a:ext cx="965200" cy="363855"/>
            <a:chOff x="4028899" y="3391072"/>
            <a:chExt cx="1272906" cy="363855"/>
          </a:xfrm>
        </p:grpSpPr>
        <p:cxnSp>
          <p:nvCxnSpPr>
            <p:cNvPr id="234" name="直接连接符 100"/>
            <p:cNvCxnSpPr/>
            <p:nvPr/>
          </p:nvCxnSpPr>
          <p:spPr>
            <a:xfrm flipH="1">
              <a:off x="4028899" y="3391072"/>
              <a:ext cx="1261110" cy="2540"/>
            </a:xfrm>
            <a:prstGeom prst="line">
              <a:avLst/>
            </a:prstGeom>
            <a:solidFill>
              <a:srgbClr val="4F81BD">
                <a:lumMod val="20000"/>
                <a:lumOff val="80000"/>
              </a:srgbClr>
            </a:solidFill>
            <a:ln w="9525" cap="flat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  <a:sp3d/>
          </p:spPr>
        </p:cxnSp>
        <p:cxnSp>
          <p:nvCxnSpPr>
            <p:cNvPr id="235" name="直接连接符 101"/>
            <p:cNvCxnSpPr/>
            <p:nvPr/>
          </p:nvCxnSpPr>
          <p:spPr>
            <a:xfrm flipH="1" flipV="1">
              <a:off x="4029265" y="3393261"/>
              <a:ext cx="1272540" cy="353695"/>
            </a:xfrm>
            <a:prstGeom prst="line">
              <a:avLst/>
            </a:prstGeom>
            <a:solidFill>
              <a:srgbClr val="4F81BD">
                <a:lumMod val="20000"/>
                <a:lumOff val="80000"/>
              </a:srgbClr>
            </a:solidFill>
            <a:ln w="9525" cap="flat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  <a:sp3d/>
          </p:spPr>
        </p:cxnSp>
        <p:cxnSp>
          <p:nvCxnSpPr>
            <p:cNvPr id="236" name="直接连接符 102"/>
            <p:cNvCxnSpPr/>
            <p:nvPr/>
          </p:nvCxnSpPr>
          <p:spPr>
            <a:xfrm flipH="1">
              <a:off x="4040964" y="3391072"/>
              <a:ext cx="1249045" cy="363855"/>
            </a:xfrm>
            <a:prstGeom prst="line">
              <a:avLst/>
            </a:prstGeom>
            <a:solidFill>
              <a:srgbClr val="4F81BD">
                <a:lumMod val="20000"/>
                <a:lumOff val="80000"/>
              </a:srgbClr>
            </a:solidFill>
            <a:ln w="9525" cap="flat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  <a:sp3d/>
          </p:spPr>
        </p:cxnSp>
      </p:grpSp>
      <p:cxnSp>
        <p:nvCxnSpPr>
          <p:cNvPr id="237" name="直接连接符 12"/>
          <p:cNvCxnSpPr/>
          <p:nvPr/>
        </p:nvCxnSpPr>
        <p:spPr>
          <a:xfrm>
            <a:off x="8057358" y="3364199"/>
            <a:ext cx="8482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8" name="图片 16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442075" y="2856756"/>
            <a:ext cx="171662" cy="239839"/>
          </a:xfrm>
          <a:prstGeom prst="rect">
            <a:avLst/>
          </a:prstGeom>
        </p:spPr>
      </p:pic>
      <p:pic>
        <p:nvPicPr>
          <p:cNvPr id="653" name="图片 16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448085" y="3254254"/>
            <a:ext cx="171662" cy="239839"/>
          </a:xfrm>
          <a:prstGeom prst="rect">
            <a:avLst/>
          </a:prstGeom>
        </p:spPr>
      </p:pic>
      <p:cxnSp>
        <p:nvCxnSpPr>
          <p:cNvPr id="654" name="直接连接符 78"/>
          <p:cNvCxnSpPr>
            <a:stCxn id="227" idx="0"/>
          </p:cNvCxnSpPr>
          <p:nvPr/>
        </p:nvCxnSpPr>
        <p:spPr>
          <a:xfrm flipH="1" flipV="1">
            <a:off x="7807759" y="3148064"/>
            <a:ext cx="177878" cy="128782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>
            <p:custDataLst>
              <p:tags r:id="rId1"/>
            </p:custDataLst>
          </p:nvPr>
        </p:nvGrpSpPr>
        <p:grpSpPr>
          <a:xfrm>
            <a:off x="417195" y="27158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417195" y="34626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17195" y="42094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9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94280" y="27381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zh-CN" altLang="en-US" dirty="0" err="1">
                <a:solidFill>
                  <a:schemeClr val="bg1"/>
                </a:solidFill>
              </a:rPr>
              <a:t>智能体业务背景与网络需求</a:t>
            </a:r>
            <a:endParaRPr kumimoji="1" lang="zh-CN" altLang="en-US" dirty="0" err="1">
              <a:solidFill>
                <a:schemeClr val="bg1"/>
              </a:solidFill>
            </a:endParaRPr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94280" y="42379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solidFill>
                  <a:schemeClr val="accent4"/>
                </a:solidFill>
                <a:sym typeface="+mn-ea"/>
              </a:rPr>
              <a:t>智能体互联网络实践</a:t>
            </a:r>
            <a:endParaRPr kumimoji="1" lang="en-US" dirty="0" err="1">
              <a:solidFill>
                <a:schemeClr val="accent4"/>
              </a:solidFill>
              <a:sym typeface="+mn-ea"/>
            </a:endParaRPr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4280" y="34880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>
                <a:solidFill>
                  <a:schemeClr val="bg1"/>
                </a:solidFill>
                <a:sym typeface="+mn-ea"/>
              </a:rPr>
              <a:t>云边协同推理网络实践</a:t>
            </a:r>
            <a:endParaRPr kumimoji="1" lang="en-US" dirty="0" err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kumimoji="1"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Alibaba PuHuiTi" pitchFamily="18" charset="-122"/>
                <a:sym typeface="+mn-ea"/>
              </a:rPr>
              <a:t>3.1 </a:t>
            </a:r>
            <a:r>
              <a:rPr kumimoji="1" dirty="0">
                <a:solidFill>
                  <a:schemeClr val="accent1">
                    <a:lumMod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Alibaba PuHuiTi" pitchFamily="18" charset="-122"/>
                <a:sym typeface="+mn-ea"/>
              </a:rPr>
              <a:t>智能体互联业务</a:t>
            </a:r>
            <a:r>
              <a:rPr kumimoji="1" dirty="0">
                <a:solidFill>
                  <a:schemeClr val="accent1">
                    <a:lumMod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Alibaba PuHuiTi" pitchFamily="18" charset="-122"/>
                <a:sym typeface="+mn-ea"/>
              </a:rPr>
              <a:t>需求</a:t>
            </a:r>
            <a:endParaRPr kumimoji="1" dirty="0">
              <a:solidFill>
                <a:schemeClr val="accent1">
                  <a:lumMod val="75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Alibaba PuHuiTi" pitchFamily="18" charset="-122"/>
              <a:sym typeface="+mn-ea"/>
            </a:endParaRPr>
          </a:p>
        </p:txBody>
      </p:sp>
      <p:sp>
        <p:nvSpPr>
          <p:cNvPr id="54" name="小李PPT1"/>
          <p:cNvSpPr txBox="1"/>
          <p:nvPr/>
        </p:nvSpPr>
        <p:spPr>
          <a:xfrm>
            <a:off x="875665" y="7498080"/>
            <a:ext cx="10239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kumimoji="1" lang="en-US" altLang="zh-CN" sz="2400" b="1" dirty="0">
                <a:solidFill>
                  <a:srgbClr val="842423"/>
                </a:solidFill>
                <a:latin typeface="微软雅黑" panose="020B0502040204020203" charset="-122"/>
                <a:ea typeface="微软雅黑" panose="020B0502040204020203" charset="-122"/>
                <a:cs typeface="Alibaba PuHuiTi" pitchFamily="18" charset="-122"/>
                <a:sym typeface="+mn-ea"/>
              </a:rPr>
              <a:t> </a:t>
            </a:r>
            <a:endParaRPr kumimoji="1" lang="zh-CN" altLang="en-US" sz="2400" b="1" dirty="0">
              <a:solidFill>
                <a:srgbClr val="842423"/>
              </a:solidFill>
              <a:latin typeface="微软雅黑" panose="020B0502040204020203" charset="-122"/>
              <a:ea typeface="微软雅黑" panose="020B0502040204020203" charset="-122"/>
              <a:cs typeface="Alibaba PuHuiTi" pitchFamily="18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4660" y="803910"/>
            <a:ext cx="112820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多智能体交互面临寻址异构、任务编排复杂、会话难管控等痛点，需智能体网关与平台实现统一接入与协同管理</a:t>
            </a:r>
            <a:r>
              <a:rPr lang="zh-CN" altLang="en-US" sz="2000" b="1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</a:t>
            </a:r>
            <a:r>
              <a:rPr lang="zh-CN" altLang="en-US" sz="2000" b="1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实现智能体业务的高质量承载</a:t>
            </a:r>
            <a:r>
              <a:rPr lang="zh-CN" altLang="en-US" sz="2000" b="1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lang="zh-CN" altLang="en-US" sz="2000" b="1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8592185" y="4511040"/>
            <a:ext cx="2967355" cy="146812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8506460" y="4686300"/>
            <a:ext cx="31388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115" algn="ctr" rtl="0" eaLnBrk="0">
              <a:lnSpc>
                <a:spcPct val="89000"/>
              </a:lnSpc>
              <a:spcBef>
                <a:spcPts val="0"/>
              </a:spcBef>
            </a:pPr>
            <a:r>
              <a:rPr lang="zh-CN" altLang="en-US" b="1" kern="0" spc="-20" dirty="0">
                <a:solidFill>
                  <a:srgbClr val="C00000">
                    <a:alpha val="100000"/>
                  </a:srgb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</a:t>
            </a:r>
            <a:r>
              <a:rPr lang="zh-CN" altLang="en-US" b="1" kern="0" spc="-20" dirty="0">
                <a:solidFill>
                  <a:srgbClr val="C00000">
                    <a:alpha val="100000"/>
                  </a:srgb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互联管控平台</a:t>
            </a:r>
            <a:endParaRPr lang="zh-CN" altLang="en-US" b="1" kern="0" spc="-20" dirty="0">
              <a:solidFill>
                <a:srgbClr val="C00000">
                  <a:alpha val="100000"/>
                </a:srgbClr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8592185" y="5014595"/>
            <a:ext cx="29673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实现用户和智能体资源的对接交易，支撑算网资源一体化</a:t>
            </a: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调度</a:t>
            </a:r>
            <a:endParaRPr lang="zh-CN" altLang="en-US" sz="14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8592185" y="2461895"/>
            <a:ext cx="2967355" cy="146812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/>
          <p:cNvSpPr txBox="1"/>
          <p:nvPr/>
        </p:nvSpPr>
        <p:spPr>
          <a:xfrm>
            <a:off x="8506460" y="2553335"/>
            <a:ext cx="31388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115" algn="ctr" rtl="0" eaLnBrk="0">
              <a:lnSpc>
                <a:spcPct val="89000"/>
              </a:lnSpc>
              <a:spcBef>
                <a:spcPts val="0"/>
              </a:spcBef>
            </a:pPr>
            <a:r>
              <a:rPr lang="zh-CN" altLang="en-US" b="1" kern="0" spc="-20" dirty="0">
                <a:solidFill>
                  <a:srgbClr val="C00000">
                    <a:alpha val="100000"/>
                  </a:srgb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</a:t>
            </a:r>
            <a:r>
              <a:rPr lang="zh-CN" altLang="en-US" b="1" kern="0" spc="-20" dirty="0">
                <a:solidFill>
                  <a:srgbClr val="C00000">
                    <a:alpha val="100000"/>
                  </a:srgb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网关</a:t>
            </a:r>
            <a:endParaRPr lang="zh-CN" altLang="en-US" b="1" kern="0" spc="-20" dirty="0">
              <a:solidFill>
                <a:srgbClr val="C00000">
                  <a:alpha val="100000"/>
                </a:srgbClr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8592185" y="2861310"/>
            <a:ext cx="296735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支撑海量智能体终端入算</a:t>
            </a:r>
            <a:r>
              <a:rPr lang="en-US" altLang="zh-CN" sz="1400">
                <a:latin typeface="微软雅黑" panose="020B0502040204020203" charset="-122"/>
                <a:ea typeface="微软雅黑" panose="020B0502040204020203" charset="-122"/>
              </a:rPr>
              <a:t>，</a:t>
            </a: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实现不同智能体通信协议的转译与通信网络</a:t>
            </a: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构建</a:t>
            </a:r>
            <a:endParaRPr lang="zh-CN" altLang="en-US" sz="14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61" name="梯形 160"/>
          <p:cNvSpPr/>
          <p:nvPr/>
        </p:nvSpPr>
        <p:spPr>
          <a:xfrm>
            <a:off x="1457325" y="2553335"/>
            <a:ext cx="5892165" cy="722630"/>
          </a:xfrm>
          <a:prstGeom prst="trapezoid">
            <a:avLst>
              <a:gd name="adj" fmla="val 312768"/>
            </a:avLst>
          </a:prstGeom>
          <a:gradFill>
            <a:gsLst>
              <a:gs pos="5700">
                <a:srgbClr val="0070C0">
                  <a:alpha val="27488"/>
                </a:srgbClr>
              </a:gs>
              <a:gs pos="0">
                <a:srgbClr val="FFFFFF"/>
              </a:gs>
              <a:gs pos="100000">
                <a:srgbClr val="0070C0">
                  <a:alpha val="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矩形: 圆角 33"/>
          <p:cNvSpPr/>
          <p:nvPr/>
        </p:nvSpPr>
        <p:spPr>
          <a:xfrm>
            <a:off x="7007860" y="2431415"/>
            <a:ext cx="1304925" cy="3636010"/>
          </a:xfrm>
          <a:prstGeom prst="roundRect">
            <a:avLst>
              <a:gd name="adj" fmla="val 13039"/>
            </a:avLst>
          </a:prstGeom>
          <a:solidFill>
            <a:schemeClr val="accent3">
              <a:lumMod val="20000"/>
              <a:lumOff val="80000"/>
              <a:alpha val="5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D1D1A">
                  <a:lumMod val="10000"/>
                  <a:lumOff val="90000"/>
                </a:srgbClr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63" name="椭圆 162"/>
          <p:cNvSpPr/>
          <p:nvPr/>
        </p:nvSpPr>
        <p:spPr>
          <a:xfrm>
            <a:off x="2729230" y="3789045"/>
            <a:ext cx="1724660" cy="1061720"/>
          </a:xfrm>
          <a:prstGeom prst="ellipse">
            <a:avLst/>
          </a:prstGeom>
          <a:noFill/>
          <a:ln w="12700" cap="flat" cmpd="sng" algn="ctr">
            <a:solidFill>
              <a:srgbClr val="DDDDDD">
                <a:lumMod val="9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5" tIns="45683" rIns="91365" bIns="45683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4472305" y="3883660"/>
            <a:ext cx="1452245" cy="779780"/>
          </a:xfrm>
          <a:prstGeom prst="ellipse">
            <a:avLst/>
          </a:prstGeom>
          <a:noFill/>
          <a:ln w="12700" cap="flat" cmpd="sng" algn="ctr">
            <a:solidFill>
              <a:srgbClr val="DDDDDD">
                <a:lumMod val="9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5" tIns="45683" rIns="91365" bIns="45683" numCol="1" spcCol="0" rtlCol="0" fromWordArt="0" anchor="ctr" anchorCtr="0" forceAA="0" compatLnSpc="1">
            <a:no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165" name="组合 164"/>
          <p:cNvGrpSpPr>
            <a:grpSpLocks noChangeAspect="1"/>
          </p:cNvGrpSpPr>
          <p:nvPr/>
        </p:nvGrpSpPr>
        <p:grpSpPr>
          <a:xfrm rot="0">
            <a:off x="4333240" y="3888740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166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67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68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69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70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grpSp>
        <p:nvGrpSpPr>
          <p:cNvPr id="171" name="组合 170"/>
          <p:cNvGrpSpPr>
            <a:grpSpLocks noChangeAspect="1"/>
          </p:cNvGrpSpPr>
          <p:nvPr/>
        </p:nvGrpSpPr>
        <p:grpSpPr>
          <a:xfrm rot="0">
            <a:off x="6294755" y="3899535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172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73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74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75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76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cxnSp>
        <p:nvCxnSpPr>
          <p:cNvPr id="177" name="直接连接符 46"/>
          <p:cNvCxnSpPr/>
          <p:nvPr/>
        </p:nvCxnSpPr>
        <p:spPr>
          <a:xfrm>
            <a:off x="6503035" y="3348355"/>
            <a:ext cx="694690" cy="92075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grpSp>
        <p:nvGrpSpPr>
          <p:cNvPr id="178" name="组合 177"/>
          <p:cNvGrpSpPr>
            <a:grpSpLocks noChangeAspect="1"/>
          </p:cNvGrpSpPr>
          <p:nvPr/>
        </p:nvGrpSpPr>
        <p:grpSpPr>
          <a:xfrm rot="0">
            <a:off x="4333240" y="4358640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179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0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1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2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3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grpSp>
        <p:nvGrpSpPr>
          <p:cNvPr id="184" name="组合 183"/>
          <p:cNvGrpSpPr>
            <a:grpSpLocks noChangeAspect="1"/>
          </p:cNvGrpSpPr>
          <p:nvPr/>
        </p:nvGrpSpPr>
        <p:grpSpPr>
          <a:xfrm rot="0">
            <a:off x="6294755" y="4376420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185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6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7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8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9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cxnSp>
        <p:nvCxnSpPr>
          <p:cNvPr id="190" name="直接连接符 50"/>
          <p:cNvCxnSpPr>
            <a:stCxn id="388" idx="1"/>
            <a:endCxn id="208" idx="11"/>
          </p:cNvCxnSpPr>
          <p:nvPr/>
        </p:nvCxnSpPr>
        <p:spPr>
          <a:xfrm>
            <a:off x="2842895" y="3689985"/>
            <a:ext cx="52070" cy="104775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ysDot"/>
            <a:miter lim="800000"/>
          </a:ln>
          <a:effectLst/>
        </p:spPr>
      </p:cxnSp>
      <p:grpSp>
        <p:nvGrpSpPr>
          <p:cNvPr id="191" name="组合 190"/>
          <p:cNvGrpSpPr>
            <a:grpSpLocks noChangeAspect="1"/>
          </p:cNvGrpSpPr>
          <p:nvPr/>
        </p:nvGrpSpPr>
        <p:grpSpPr>
          <a:xfrm rot="0">
            <a:off x="3057525" y="4678680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192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96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97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98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02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sp>
        <p:nvSpPr>
          <p:cNvPr id="204" name="Freeform 69"/>
          <p:cNvSpPr/>
          <p:nvPr/>
        </p:nvSpPr>
        <p:spPr bwMode="auto">
          <a:xfrm>
            <a:off x="2860675" y="3896995"/>
            <a:ext cx="68580" cy="53340"/>
          </a:xfrm>
          <a:custGeom>
            <a:avLst/>
            <a:gdLst>
              <a:gd name="T0" fmla="*/ 308 w 351"/>
              <a:gd name="T1" fmla="*/ 73 h 202"/>
              <a:gd name="T2" fmla="*/ 308 w 351"/>
              <a:gd name="T3" fmla="*/ 73 h 202"/>
              <a:gd name="T4" fmla="*/ 202 w 351"/>
              <a:gd name="T5" fmla="*/ 131 h 202"/>
              <a:gd name="T6" fmla="*/ 202 w 351"/>
              <a:gd name="T7" fmla="*/ 53 h 202"/>
              <a:gd name="T8" fmla="*/ 258 w 351"/>
              <a:gd name="T9" fmla="*/ 53 h 202"/>
              <a:gd name="T10" fmla="*/ 258 w 351"/>
              <a:gd name="T11" fmla="*/ 0 h 202"/>
              <a:gd name="T12" fmla="*/ 176 w 351"/>
              <a:gd name="T13" fmla="*/ 0 h 202"/>
              <a:gd name="T14" fmla="*/ 149 w 351"/>
              <a:gd name="T15" fmla="*/ 26 h 202"/>
              <a:gd name="T16" fmla="*/ 149 w 351"/>
              <a:gd name="T17" fmla="*/ 131 h 202"/>
              <a:gd name="T18" fmla="*/ 44 w 351"/>
              <a:gd name="T19" fmla="*/ 73 h 202"/>
              <a:gd name="T20" fmla="*/ 7 w 351"/>
              <a:gd name="T21" fmla="*/ 84 h 202"/>
              <a:gd name="T22" fmla="*/ 18 w 351"/>
              <a:gd name="T23" fmla="*/ 120 h 202"/>
              <a:gd name="T24" fmla="*/ 163 w 351"/>
              <a:gd name="T25" fmla="*/ 199 h 202"/>
              <a:gd name="T26" fmla="*/ 164 w 351"/>
              <a:gd name="T27" fmla="*/ 199 h 202"/>
              <a:gd name="T28" fmla="*/ 168 w 351"/>
              <a:gd name="T29" fmla="*/ 201 h 202"/>
              <a:gd name="T30" fmla="*/ 169 w 351"/>
              <a:gd name="T31" fmla="*/ 201 h 202"/>
              <a:gd name="T32" fmla="*/ 170 w 351"/>
              <a:gd name="T33" fmla="*/ 201 h 202"/>
              <a:gd name="T34" fmla="*/ 176 w 351"/>
              <a:gd name="T35" fmla="*/ 202 h 202"/>
              <a:gd name="T36" fmla="*/ 176 w 351"/>
              <a:gd name="T37" fmla="*/ 202 h 202"/>
              <a:gd name="T38" fmla="*/ 176 w 351"/>
              <a:gd name="T39" fmla="*/ 202 h 202"/>
              <a:gd name="T40" fmla="*/ 176 w 351"/>
              <a:gd name="T41" fmla="*/ 202 h 202"/>
              <a:gd name="T42" fmla="*/ 182 w 351"/>
              <a:gd name="T43" fmla="*/ 201 h 202"/>
              <a:gd name="T44" fmla="*/ 182 w 351"/>
              <a:gd name="T45" fmla="*/ 201 h 202"/>
              <a:gd name="T46" fmla="*/ 184 w 351"/>
              <a:gd name="T47" fmla="*/ 201 h 202"/>
              <a:gd name="T48" fmla="*/ 188 w 351"/>
              <a:gd name="T49" fmla="*/ 199 h 202"/>
              <a:gd name="T50" fmla="*/ 188 w 351"/>
              <a:gd name="T51" fmla="*/ 199 h 202"/>
              <a:gd name="T52" fmla="*/ 333 w 351"/>
              <a:gd name="T53" fmla="*/ 120 h 202"/>
              <a:gd name="T54" fmla="*/ 344 w 351"/>
              <a:gd name="T55" fmla="*/ 84 h 202"/>
              <a:gd name="T56" fmla="*/ 308 w 351"/>
              <a:gd name="T57" fmla="*/ 73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1" h="202">
                <a:moveTo>
                  <a:pt x="308" y="73"/>
                </a:moveTo>
                <a:lnTo>
                  <a:pt x="308" y="73"/>
                </a:lnTo>
                <a:lnTo>
                  <a:pt x="202" y="131"/>
                </a:lnTo>
                <a:lnTo>
                  <a:pt x="202" y="53"/>
                </a:lnTo>
                <a:lnTo>
                  <a:pt x="258" y="53"/>
                </a:lnTo>
                <a:lnTo>
                  <a:pt x="258" y="0"/>
                </a:lnTo>
                <a:lnTo>
                  <a:pt x="176" y="0"/>
                </a:lnTo>
                <a:cubicBezTo>
                  <a:pt x="161" y="0"/>
                  <a:pt x="149" y="12"/>
                  <a:pt x="149" y="26"/>
                </a:cubicBezTo>
                <a:lnTo>
                  <a:pt x="149" y="131"/>
                </a:lnTo>
                <a:lnTo>
                  <a:pt x="44" y="73"/>
                </a:lnTo>
                <a:cubicBezTo>
                  <a:pt x="31" y="66"/>
                  <a:pt x="14" y="71"/>
                  <a:pt x="7" y="84"/>
                </a:cubicBezTo>
                <a:cubicBezTo>
                  <a:pt x="0" y="97"/>
                  <a:pt x="5" y="113"/>
                  <a:pt x="18" y="120"/>
                </a:cubicBezTo>
                <a:lnTo>
                  <a:pt x="163" y="199"/>
                </a:lnTo>
                <a:cubicBezTo>
                  <a:pt x="163" y="199"/>
                  <a:pt x="164" y="199"/>
                  <a:pt x="164" y="199"/>
                </a:cubicBezTo>
                <a:cubicBezTo>
                  <a:pt x="165" y="200"/>
                  <a:pt x="166" y="200"/>
                  <a:pt x="168" y="201"/>
                </a:cubicBezTo>
                <a:cubicBezTo>
                  <a:pt x="168" y="201"/>
                  <a:pt x="168" y="201"/>
                  <a:pt x="169" y="201"/>
                </a:cubicBezTo>
                <a:cubicBezTo>
                  <a:pt x="169" y="201"/>
                  <a:pt x="169" y="201"/>
                  <a:pt x="170" y="201"/>
                </a:cubicBezTo>
                <a:cubicBezTo>
                  <a:pt x="172" y="202"/>
                  <a:pt x="174" y="202"/>
                  <a:pt x="176" y="202"/>
                </a:cubicBezTo>
                <a:cubicBezTo>
                  <a:pt x="176" y="202"/>
                  <a:pt x="176" y="202"/>
                  <a:pt x="176" y="202"/>
                </a:cubicBezTo>
                <a:lnTo>
                  <a:pt x="176" y="202"/>
                </a:lnTo>
                <a:lnTo>
                  <a:pt x="176" y="202"/>
                </a:lnTo>
                <a:cubicBezTo>
                  <a:pt x="178" y="202"/>
                  <a:pt x="180" y="202"/>
                  <a:pt x="182" y="201"/>
                </a:cubicBezTo>
                <a:cubicBezTo>
                  <a:pt x="182" y="201"/>
                  <a:pt x="182" y="201"/>
                  <a:pt x="182" y="201"/>
                </a:cubicBezTo>
                <a:cubicBezTo>
                  <a:pt x="183" y="201"/>
                  <a:pt x="183" y="201"/>
                  <a:pt x="184" y="201"/>
                </a:cubicBezTo>
                <a:cubicBezTo>
                  <a:pt x="185" y="200"/>
                  <a:pt x="186" y="200"/>
                  <a:pt x="188" y="199"/>
                </a:cubicBezTo>
                <a:cubicBezTo>
                  <a:pt x="188" y="199"/>
                  <a:pt x="188" y="199"/>
                  <a:pt x="188" y="199"/>
                </a:cubicBezTo>
                <a:lnTo>
                  <a:pt x="333" y="120"/>
                </a:lnTo>
                <a:cubicBezTo>
                  <a:pt x="346" y="113"/>
                  <a:pt x="351" y="97"/>
                  <a:pt x="344" y="84"/>
                </a:cubicBezTo>
                <a:cubicBezTo>
                  <a:pt x="337" y="71"/>
                  <a:pt x="321" y="66"/>
                  <a:pt x="308" y="73"/>
                </a:cubicBezTo>
                <a:close/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654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8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5" name="Freeform 70"/>
          <p:cNvSpPr/>
          <p:nvPr/>
        </p:nvSpPr>
        <p:spPr bwMode="auto">
          <a:xfrm>
            <a:off x="2860675" y="3823335"/>
            <a:ext cx="68580" cy="52070"/>
          </a:xfrm>
          <a:custGeom>
            <a:avLst/>
            <a:gdLst>
              <a:gd name="T0" fmla="*/ 30 w 350"/>
              <a:gd name="T1" fmla="*/ 132 h 200"/>
              <a:gd name="T2" fmla="*/ 30 w 350"/>
              <a:gd name="T3" fmla="*/ 132 h 200"/>
              <a:gd name="T4" fmla="*/ 43 w 350"/>
              <a:gd name="T5" fmla="*/ 129 h 200"/>
              <a:gd name="T6" fmla="*/ 148 w 350"/>
              <a:gd name="T7" fmla="*/ 71 h 200"/>
              <a:gd name="T8" fmla="*/ 148 w 350"/>
              <a:gd name="T9" fmla="*/ 146 h 200"/>
              <a:gd name="T10" fmla="*/ 92 w 350"/>
              <a:gd name="T11" fmla="*/ 146 h 200"/>
              <a:gd name="T12" fmla="*/ 92 w 350"/>
              <a:gd name="T13" fmla="*/ 200 h 200"/>
              <a:gd name="T14" fmla="*/ 175 w 350"/>
              <a:gd name="T15" fmla="*/ 200 h 200"/>
              <a:gd name="T16" fmla="*/ 202 w 350"/>
              <a:gd name="T17" fmla="*/ 173 h 200"/>
              <a:gd name="T18" fmla="*/ 202 w 350"/>
              <a:gd name="T19" fmla="*/ 71 h 200"/>
              <a:gd name="T20" fmla="*/ 307 w 350"/>
              <a:gd name="T21" fmla="*/ 129 h 200"/>
              <a:gd name="T22" fmla="*/ 320 w 350"/>
              <a:gd name="T23" fmla="*/ 132 h 200"/>
              <a:gd name="T24" fmla="*/ 343 w 350"/>
              <a:gd name="T25" fmla="*/ 118 h 200"/>
              <a:gd name="T26" fmla="*/ 333 w 350"/>
              <a:gd name="T27" fmla="*/ 82 h 200"/>
              <a:gd name="T28" fmla="*/ 188 w 350"/>
              <a:gd name="T29" fmla="*/ 3 h 200"/>
              <a:gd name="T30" fmla="*/ 187 w 350"/>
              <a:gd name="T31" fmla="*/ 3 h 200"/>
              <a:gd name="T32" fmla="*/ 186 w 350"/>
              <a:gd name="T33" fmla="*/ 2 h 200"/>
              <a:gd name="T34" fmla="*/ 184 w 350"/>
              <a:gd name="T35" fmla="*/ 1 h 200"/>
              <a:gd name="T36" fmla="*/ 183 w 350"/>
              <a:gd name="T37" fmla="*/ 1 h 200"/>
              <a:gd name="T38" fmla="*/ 181 w 350"/>
              <a:gd name="T39" fmla="*/ 0 h 200"/>
              <a:gd name="T40" fmla="*/ 179 w 350"/>
              <a:gd name="T41" fmla="*/ 0 h 200"/>
              <a:gd name="T42" fmla="*/ 177 w 350"/>
              <a:gd name="T43" fmla="*/ 0 h 200"/>
              <a:gd name="T44" fmla="*/ 176 w 350"/>
              <a:gd name="T45" fmla="*/ 0 h 200"/>
              <a:gd name="T46" fmla="*/ 175 w 350"/>
              <a:gd name="T47" fmla="*/ 0 h 200"/>
              <a:gd name="T48" fmla="*/ 174 w 350"/>
              <a:gd name="T49" fmla="*/ 0 h 200"/>
              <a:gd name="T50" fmla="*/ 172 w 350"/>
              <a:gd name="T51" fmla="*/ 0 h 200"/>
              <a:gd name="T52" fmla="*/ 171 w 350"/>
              <a:gd name="T53" fmla="*/ 0 h 200"/>
              <a:gd name="T54" fmla="*/ 168 w 350"/>
              <a:gd name="T55" fmla="*/ 0 h 200"/>
              <a:gd name="T56" fmla="*/ 167 w 350"/>
              <a:gd name="T57" fmla="*/ 1 h 200"/>
              <a:gd name="T58" fmla="*/ 166 w 350"/>
              <a:gd name="T59" fmla="*/ 1 h 200"/>
              <a:gd name="T60" fmla="*/ 164 w 350"/>
              <a:gd name="T61" fmla="*/ 2 h 200"/>
              <a:gd name="T62" fmla="*/ 162 w 350"/>
              <a:gd name="T63" fmla="*/ 3 h 200"/>
              <a:gd name="T64" fmla="*/ 162 w 350"/>
              <a:gd name="T65" fmla="*/ 3 h 200"/>
              <a:gd name="T66" fmla="*/ 17 w 350"/>
              <a:gd name="T67" fmla="*/ 82 h 200"/>
              <a:gd name="T68" fmla="*/ 7 w 350"/>
              <a:gd name="T69" fmla="*/ 118 h 200"/>
              <a:gd name="T70" fmla="*/ 30 w 350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0" h="200">
                <a:moveTo>
                  <a:pt x="30" y="132"/>
                </a:moveTo>
                <a:lnTo>
                  <a:pt x="30" y="132"/>
                </a:lnTo>
                <a:cubicBezTo>
                  <a:pt x="34" y="132"/>
                  <a:pt x="39" y="131"/>
                  <a:pt x="43" y="129"/>
                </a:cubicBezTo>
                <a:lnTo>
                  <a:pt x="148" y="71"/>
                </a:lnTo>
                <a:lnTo>
                  <a:pt x="148" y="146"/>
                </a:lnTo>
                <a:lnTo>
                  <a:pt x="92" y="146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1"/>
                </a:lnTo>
                <a:lnTo>
                  <a:pt x="307" y="129"/>
                </a:lnTo>
                <a:cubicBezTo>
                  <a:pt x="311" y="131"/>
                  <a:pt x="315" y="132"/>
                  <a:pt x="320" y="132"/>
                </a:cubicBezTo>
                <a:cubicBezTo>
                  <a:pt x="329" y="132"/>
                  <a:pt x="338" y="127"/>
                  <a:pt x="343" y="118"/>
                </a:cubicBezTo>
                <a:cubicBezTo>
                  <a:pt x="350" y="105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7" y="3"/>
                </a:cubicBezTo>
                <a:cubicBezTo>
                  <a:pt x="187" y="3"/>
                  <a:pt x="187" y="2"/>
                  <a:pt x="186" y="2"/>
                </a:cubicBezTo>
                <a:cubicBezTo>
                  <a:pt x="185" y="2"/>
                  <a:pt x="185" y="2"/>
                  <a:pt x="184" y="1"/>
                </a:cubicBezTo>
                <a:cubicBezTo>
                  <a:pt x="183" y="1"/>
                  <a:pt x="183" y="1"/>
                  <a:pt x="183" y="1"/>
                </a:cubicBezTo>
                <a:cubicBezTo>
                  <a:pt x="182" y="1"/>
                  <a:pt x="182" y="1"/>
                  <a:pt x="181" y="0"/>
                </a:cubicBezTo>
                <a:cubicBezTo>
                  <a:pt x="181" y="0"/>
                  <a:pt x="180" y="0"/>
                  <a:pt x="179" y="0"/>
                </a:cubicBezTo>
                <a:cubicBezTo>
                  <a:pt x="178" y="0"/>
                  <a:pt x="178" y="0"/>
                  <a:pt x="177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5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3" y="0"/>
                  <a:pt x="173" y="0"/>
                  <a:pt x="172" y="0"/>
                </a:cubicBezTo>
                <a:cubicBezTo>
                  <a:pt x="172" y="0"/>
                  <a:pt x="171" y="0"/>
                  <a:pt x="171" y="0"/>
                </a:cubicBezTo>
                <a:cubicBezTo>
                  <a:pt x="170" y="0"/>
                  <a:pt x="169" y="0"/>
                  <a:pt x="168" y="0"/>
                </a:cubicBezTo>
                <a:cubicBezTo>
                  <a:pt x="168" y="1"/>
                  <a:pt x="168" y="1"/>
                  <a:pt x="167" y="1"/>
                </a:cubicBezTo>
                <a:cubicBezTo>
                  <a:pt x="167" y="1"/>
                  <a:pt x="166" y="1"/>
                  <a:pt x="166" y="1"/>
                </a:cubicBezTo>
                <a:cubicBezTo>
                  <a:pt x="165" y="2"/>
                  <a:pt x="164" y="2"/>
                  <a:pt x="164" y="2"/>
                </a:cubicBezTo>
                <a:cubicBezTo>
                  <a:pt x="163" y="2"/>
                  <a:pt x="163" y="3"/>
                  <a:pt x="162" y="3"/>
                </a:cubicBezTo>
                <a:cubicBezTo>
                  <a:pt x="162" y="3"/>
                  <a:pt x="162" y="3"/>
                  <a:pt x="162" y="3"/>
                </a:cubicBezTo>
                <a:lnTo>
                  <a:pt x="17" y="82"/>
                </a:lnTo>
                <a:cubicBezTo>
                  <a:pt x="4" y="89"/>
                  <a:pt x="0" y="105"/>
                  <a:pt x="7" y="118"/>
                </a:cubicBezTo>
                <a:cubicBezTo>
                  <a:pt x="11" y="127"/>
                  <a:pt x="21" y="132"/>
                  <a:pt x="30" y="132"/>
                </a:cubicBezTo>
                <a:close/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654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8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6" name="Freeform 71"/>
          <p:cNvSpPr/>
          <p:nvPr/>
        </p:nvSpPr>
        <p:spPr bwMode="auto">
          <a:xfrm>
            <a:off x="2813685" y="3858260"/>
            <a:ext cx="62865" cy="55880"/>
          </a:xfrm>
          <a:custGeom>
            <a:avLst/>
            <a:gdLst>
              <a:gd name="T0" fmla="*/ 183 w 324"/>
              <a:gd name="T1" fmla="*/ 167 h 217"/>
              <a:gd name="T2" fmla="*/ 183 w 324"/>
              <a:gd name="T3" fmla="*/ 167 h 217"/>
              <a:gd name="T4" fmla="*/ 129 w 324"/>
              <a:gd name="T5" fmla="*/ 137 h 217"/>
              <a:gd name="T6" fmla="*/ 270 w 324"/>
              <a:gd name="T7" fmla="*/ 137 h 217"/>
              <a:gd name="T8" fmla="*/ 270 w 324"/>
              <a:gd name="T9" fmla="*/ 176 h 217"/>
              <a:gd name="T10" fmla="*/ 324 w 324"/>
              <a:gd name="T11" fmla="*/ 176 h 217"/>
              <a:gd name="T12" fmla="*/ 324 w 324"/>
              <a:gd name="T13" fmla="*/ 110 h 217"/>
              <a:gd name="T14" fmla="*/ 297 w 324"/>
              <a:gd name="T15" fmla="*/ 84 h 217"/>
              <a:gd name="T16" fmla="*/ 129 w 324"/>
              <a:gd name="T17" fmla="*/ 84 h 217"/>
              <a:gd name="T18" fmla="*/ 183 w 324"/>
              <a:gd name="T19" fmla="*/ 54 h 217"/>
              <a:gd name="T20" fmla="*/ 193 w 324"/>
              <a:gd name="T21" fmla="*/ 18 h 217"/>
              <a:gd name="T22" fmla="*/ 157 w 324"/>
              <a:gd name="T23" fmla="*/ 7 h 217"/>
              <a:gd name="T24" fmla="*/ 13 w 324"/>
              <a:gd name="T25" fmla="*/ 87 h 217"/>
              <a:gd name="T26" fmla="*/ 13 w 324"/>
              <a:gd name="T27" fmla="*/ 88 h 217"/>
              <a:gd name="T28" fmla="*/ 11 w 324"/>
              <a:gd name="T29" fmla="*/ 89 h 217"/>
              <a:gd name="T30" fmla="*/ 9 w 324"/>
              <a:gd name="T31" fmla="*/ 90 h 217"/>
              <a:gd name="T32" fmla="*/ 8 w 324"/>
              <a:gd name="T33" fmla="*/ 91 h 217"/>
              <a:gd name="T34" fmla="*/ 7 w 324"/>
              <a:gd name="T35" fmla="*/ 92 h 217"/>
              <a:gd name="T36" fmla="*/ 6 w 324"/>
              <a:gd name="T37" fmla="*/ 93 h 217"/>
              <a:gd name="T38" fmla="*/ 5 w 324"/>
              <a:gd name="T39" fmla="*/ 95 h 217"/>
              <a:gd name="T40" fmla="*/ 4 w 324"/>
              <a:gd name="T41" fmla="*/ 96 h 217"/>
              <a:gd name="T42" fmla="*/ 3 w 324"/>
              <a:gd name="T43" fmla="*/ 97 h 217"/>
              <a:gd name="T44" fmla="*/ 3 w 324"/>
              <a:gd name="T45" fmla="*/ 98 h 217"/>
              <a:gd name="T46" fmla="*/ 2 w 324"/>
              <a:gd name="T47" fmla="*/ 99 h 217"/>
              <a:gd name="T48" fmla="*/ 1 w 324"/>
              <a:gd name="T49" fmla="*/ 101 h 217"/>
              <a:gd name="T50" fmla="*/ 1 w 324"/>
              <a:gd name="T51" fmla="*/ 103 h 217"/>
              <a:gd name="T52" fmla="*/ 1 w 324"/>
              <a:gd name="T53" fmla="*/ 104 h 217"/>
              <a:gd name="T54" fmla="*/ 0 w 324"/>
              <a:gd name="T55" fmla="*/ 106 h 217"/>
              <a:gd name="T56" fmla="*/ 0 w 324"/>
              <a:gd name="T57" fmla="*/ 108 h 217"/>
              <a:gd name="T58" fmla="*/ 0 w 324"/>
              <a:gd name="T59" fmla="*/ 109 h 217"/>
              <a:gd name="T60" fmla="*/ 0 w 324"/>
              <a:gd name="T61" fmla="*/ 110 h 217"/>
              <a:gd name="T62" fmla="*/ 0 w 324"/>
              <a:gd name="T63" fmla="*/ 111 h 217"/>
              <a:gd name="T64" fmla="*/ 0 w 324"/>
              <a:gd name="T65" fmla="*/ 113 h 217"/>
              <a:gd name="T66" fmla="*/ 0 w 324"/>
              <a:gd name="T67" fmla="*/ 115 h 217"/>
              <a:gd name="T68" fmla="*/ 1 w 324"/>
              <a:gd name="T69" fmla="*/ 117 h 217"/>
              <a:gd name="T70" fmla="*/ 1 w 324"/>
              <a:gd name="T71" fmla="*/ 118 h 217"/>
              <a:gd name="T72" fmla="*/ 1 w 324"/>
              <a:gd name="T73" fmla="*/ 119 h 217"/>
              <a:gd name="T74" fmla="*/ 2 w 324"/>
              <a:gd name="T75" fmla="*/ 122 h 217"/>
              <a:gd name="T76" fmla="*/ 3 w 324"/>
              <a:gd name="T77" fmla="*/ 123 h 217"/>
              <a:gd name="T78" fmla="*/ 3 w 324"/>
              <a:gd name="T79" fmla="*/ 123 h 217"/>
              <a:gd name="T80" fmla="*/ 4 w 324"/>
              <a:gd name="T81" fmla="*/ 124 h 217"/>
              <a:gd name="T82" fmla="*/ 5 w 324"/>
              <a:gd name="T83" fmla="*/ 126 h 217"/>
              <a:gd name="T84" fmla="*/ 7 w 324"/>
              <a:gd name="T85" fmla="*/ 128 h 217"/>
              <a:gd name="T86" fmla="*/ 7 w 324"/>
              <a:gd name="T87" fmla="*/ 129 h 217"/>
              <a:gd name="T88" fmla="*/ 8 w 324"/>
              <a:gd name="T89" fmla="*/ 129 h 217"/>
              <a:gd name="T90" fmla="*/ 8 w 324"/>
              <a:gd name="T91" fmla="*/ 130 h 217"/>
              <a:gd name="T92" fmla="*/ 10 w 324"/>
              <a:gd name="T93" fmla="*/ 131 h 217"/>
              <a:gd name="T94" fmla="*/ 12 w 324"/>
              <a:gd name="T95" fmla="*/ 133 h 217"/>
              <a:gd name="T96" fmla="*/ 13 w 324"/>
              <a:gd name="T97" fmla="*/ 134 h 217"/>
              <a:gd name="T98" fmla="*/ 13 w 324"/>
              <a:gd name="T99" fmla="*/ 134 h 217"/>
              <a:gd name="T100" fmla="*/ 157 w 324"/>
              <a:gd name="T101" fmla="*/ 213 h 217"/>
              <a:gd name="T102" fmla="*/ 170 w 324"/>
              <a:gd name="T103" fmla="*/ 217 h 217"/>
              <a:gd name="T104" fmla="*/ 193 w 324"/>
              <a:gd name="T105" fmla="*/ 203 h 217"/>
              <a:gd name="T106" fmla="*/ 183 w 324"/>
              <a:gd name="T107" fmla="*/ 167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7">
                <a:moveTo>
                  <a:pt x="183" y="167"/>
                </a:moveTo>
                <a:lnTo>
                  <a:pt x="183" y="167"/>
                </a:lnTo>
                <a:lnTo>
                  <a:pt x="129" y="137"/>
                </a:lnTo>
                <a:lnTo>
                  <a:pt x="270" y="137"/>
                </a:lnTo>
                <a:lnTo>
                  <a:pt x="270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6"/>
                  <a:pt x="312" y="84"/>
                  <a:pt x="297" y="84"/>
                </a:cubicBezTo>
                <a:lnTo>
                  <a:pt x="129" y="84"/>
                </a:lnTo>
                <a:lnTo>
                  <a:pt x="183" y="54"/>
                </a:lnTo>
                <a:cubicBezTo>
                  <a:pt x="196" y="47"/>
                  <a:pt x="200" y="30"/>
                  <a:pt x="193" y="18"/>
                </a:cubicBezTo>
                <a:cubicBezTo>
                  <a:pt x="186" y="5"/>
                  <a:pt x="170" y="0"/>
                  <a:pt x="157" y="7"/>
                </a:cubicBezTo>
                <a:lnTo>
                  <a:pt x="13" y="87"/>
                </a:lnTo>
                <a:cubicBezTo>
                  <a:pt x="13" y="87"/>
                  <a:pt x="13" y="87"/>
                  <a:pt x="13" y="88"/>
                </a:cubicBezTo>
                <a:cubicBezTo>
                  <a:pt x="12" y="88"/>
                  <a:pt x="11" y="88"/>
                  <a:pt x="11" y="89"/>
                </a:cubicBezTo>
                <a:cubicBezTo>
                  <a:pt x="10" y="89"/>
                  <a:pt x="10" y="89"/>
                  <a:pt x="9" y="90"/>
                </a:cubicBezTo>
                <a:cubicBezTo>
                  <a:pt x="9" y="90"/>
                  <a:pt x="9" y="91"/>
                  <a:pt x="8" y="91"/>
                </a:cubicBezTo>
                <a:cubicBezTo>
                  <a:pt x="8" y="91"/>
                  <a:pt x="7" y="92"/>
                  <a:pt x="7" y="92"/>
                </a:cubicBezTo>
                <a:cubicBezTo>
                  <a:pt x="7" y="93"/>
                  <a:pt x="6" y="93"/>
                  <a:pt x="6" y="93"/>
                </a:cubicBezTo>
                <a:cubicBezTo>
                  <a:pt x="5" y="94"/>
                  <a:pt x="5" y="94"/>
                  <a:pt x="5" y="95"/>
                </a:cubicBezTo>
                <a:cubicBezTo>
                  <a:pt x="4" y="95"/>
                  <a:pt x="4" y="96"/>
                  <a:pt x="4" y="96"/>
                </a:cubicBezTo>
                <a:cubicBezTo>
                  <a:pt x="4" y="97"/>
                  <a:pt x="3" y="97"/>
                  <a:pt x="3" y="97"/>
                </a:cubicBezTo>
                <a:cubicBezTo>
                  <a:pt x="3" y="98"/>
                  <a:pt x="3" y="98"/>
                  <a:pt x="3" y="98"/>
                </a:cubicBezTo>
                <a:cubicBezTo>
                  <a:pt x="3" y="98"/>
                  <a:pt x="2" y="99"/>
                  <a:pt x="2" y="99"/>
                </a:cubicBezTo>
                <a:cubicBezTo>
                  <a:pt x="2" y="100"/>
                  <a:pt x="2" y="101"/>
                  <a:pt x="1" y="101"/>
                </a:cubicBezTo>
                <a:cubicBezTo>
                  <a:pt x="1" y="102"/>
                  <a:pt x="1" y="102"/>
                  <a:pt x="1" y="103"/>
                </a:cubicBezTo>
                <a:cubicBezTo>
                  <a:pt x="1" y="103"/>
                  <a:pt x="1" y="104"/>
                  <a:pt x="1" y="104"/>
                </a:cubicBezTo>
                <a:cubicBezTo>
                  <a:pt x="0" y="105"/>
                  <a:pt x="0" y="105"/>
                  <a:pt x="0" y="106"/>
                </a:cubicBezTo>
                <a:cubicBezTo>
                  <a:pt x="0" y="107"/>
                  <a:pt x="0" y="107"/>
                  <a:pt x="0" y="108"/>
                </a:cubicBezTo>
                <a:cubicBezTo>
                  <a:pt x="0" y="108"/>
                  <a:pt x="0" y="109"/>
                  <a:pt x="0" y="109"/>
                </a:cubicBezTo>
                <a:cubicBezTo>
                  <a:pt x="0" y="110"/>
                  <a:pt x="0" y="110"/>
                  <a:pt x="0" y="110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2"/>
                  <a:pt x="0" y="112"/>
                  <a:pt x="0" y="113"/>
                </a:cubicBezTo>
                <a:cubicBezTo>
                  <a:pt x="0" y="113"/>
                  <a:pt x="0" y="114"/>
                  <a:pt x="0" y="115"/>
                </a:cubicBezTo>
                <a:cubicBezTo>
                  <a:pt x="0" y="115"/>
                  <a:pt x="0" y="116"/>
                  <a:pt x="1" y="117"/>
                </a:cubicBezTo>
                <a:cubicBezTo>
                  <a:pt x="1" y="117"/>
                  <a:pt x="1" y="118"/>
                  <a:pt x="1" y="118"/>
                </a:cubicBezTo>
                <a:cubicBezTo>
                  <a:pt x="1" y="119"/>
                  <a:pt x="1" y="119"/>
                  <a:pt x="1" y="119"/>
                </a:cubicBezTo>
                <a:cubicBezTo>
                  <a:pt x="2" y="120"/>
                  <a:pt x="2" y="121"/>
                  <a:pt x="2" y="122"/>
                </a:cubicBezTo>
                <a:cubicBezTo>
                  <a:pt x="2" y="122"/>
                  <a:pt x="3" y="122"/>
                  <a:pt x="3" y="123"/>
                </a:cubicBezTo>
                <a:cubicBezTo>
                  <a:pt x="3" y="123"/>
                  <a:pt x="3" y="123"/>
                  <a:pt x="3" y="123"/>
                </a:cubicBezTo>
                <a:cubicBezTo>
                  <a:pt x="3" y="124"/>
                  <a:pt x="3" y="124"/>
                  <a:pt x="4" y="124"/>
                </a:cubicBezTo>
                <a:cubicBezTo>
                  <a:pt x="4" y="125"/>
                  <a:pt x="4" y="125"/>
                  <a:pt x="5" y="126"/>
                </a:cubicBezTo>
                <a:cubicBezTo>
                  <a:pt x="5" y="127"/>
                  <a:pt x="6" y="127"/>
                  <a:pt x="7" y="128"/>
                </a:cubicBezTo>
                <a:cubicBezTo>
                  <a:pt x="7" y="128"/>
                  <a:pt x="7" y="129"/>
                  <a:pt x="7" y="129"/>
                </a:cubicBezTo>
                <a:cubicBezTo>
                  <a:pt x="7" y="129"/>
                  <a:pt x="7" y="129"/>
                  <a:pt x="8" y="129"/>
                </a:cubicBezTo>
                <a:cubicBezTo>
                  <a:pt x="8" y="129"/>
                  <a:pt x="8" y="130"/>
                  <a:pt x="8" y="130"/>
                </a:cubicBezTo>
                <a:cubicBezTo>
                  <a:pt x="9" y="130"/>
                  <a:pt x="10" y="131"/>
                  <a:pt x="10" y="131"/>
                </a:cubicBezTo>
                <a:cubicBezTo>
                  <a:pt x="11" y="132"/>
                  <a:pt x="12" y="133"/>
                  <a:pt x="12" y="133"/>
                </a:cubicBezTo>
                <a:cubicBezTo>
                  <a:pt x="13" y="133"/>
                  <a:pt x="13" y="133"/>
                  <a:pt x="13" y="134"/>
                </a:cubicBezTo>
                <a:cubicBezTo>
                  <a:pt x="13" y="134"/>
                  <a:pt x="13" y="134"/>
                  <a:pt x="13" y="134"/>
                </a:cubicBezTo>
                <a:lnTo>
                  <a:pt x="157" y="213"/>
                </a:lnTo>
                <a:cubicBezTo>
                  <a:pt x="161" y="216"/>
                  <a:pt x="165" y="217"/>
                  <a:pt x="170" y="217"/>
                </a:cubicBezTo>
                <a:cubicBezTo>
                  <a:pt x="179" y="217"/>
                  <a:pt x="188" y="212"/>
                  <a:pt x="193" y="203"/>
                </a:cubicBezTo>
                <a:cubicBezTo>
                  <a:pt x="200" y="190"/>
                  <a:pt x="196" y="174"/>
                  <a:pt x="183" y="167"/>
                </a:cubicBezTo>
                <a:close/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654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8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7" name="Freeform 72"/>
          <p:cNvSpPr/>
          <p:nvPr/>
        </p:nvSpPr>
        <p:spPr bwMode="auto">
          <a:xfrm>
            <a:off x="2913380" y="3856990"/>
            <a:ext cx="62865" cy="57150"/>
          </a:xfrm>
          <a:custGeom>
            <a:avLst/>
            <a:gdLst>
              <a:gd name="T0" fmla="*/ 324 w 324"/>
              <a:gd name="T1" fmla="*/ 109 h 217"/>
              <a:gd name="T2" fmla="*/ 324 w 324"/>
              <a:gd name="T3" fmla="*/ 109 h 217"/>
              <a:gd name="T4" fmla="*/ 324 w 324"/>
              <a:gd name="T5" fmla="*/ 108 h 217"/>
              <a:gd name="T6" fmla="*/ 324 w 324"/>
              <a:gd name="T7" fmla="*/ 106 h 217"/>
              <a:gd name="T8" fmla="*/ 323 w 324"/>
              <a:gd name="T9" fmla="*/ 104 h 217"/>
              <a:gd name="T10" fmla="*/ 323 w 324"/>
              <a:gd name="T11" fmla="*/ 103 h 217"/>
              <a:gd name="T12" fmla="*/ 322 w 324"/>
              <a:gd name="T13" fmla="*/ 101 h 217"/>
              <a:gd name="T14" fmla="*/ 321 w 324"/>
              <a:gd name="T15" fmla="*/ 99 h 217"/>
              <a:gd name="T16" fmla="*/ 321 w 324"/>
              <a:gd name="T17" fmla="*/ 98 h 217"/>
              <a:gd name="T18" fmla="*/ 321 w 324"/>
              <a:gd name="T19" fmla="*/ 97 h 217"/>
              <a:gd name="T20" fmla="*/ 320 w 324"/>
              <a:gd name="T21" fmla="*/ 97 h 217"/>
              <a:gd name="T22" fmla="*/ 319 w 324"/>
              <a:gd name="T23" fmla="*/ 95 h 217"/>
              <a:gd name="T24" fmla="*/ 318 w 324"/>
              <a:gd name="T25" fmla="*/ 94 h 217"/>
              <a:gd name="T26" fmla="*/ 317 w 324"/>
              <a:gd name="T27" fmla="*/ 92 h 217"/>
              <a:gd name="T28" fmla="*/ 315 w 324"/>
              <a:gd name="T29" fmla="*/ 91 h 217"/>
              <a:gd name="T30" fmla="*/ 314 w 324"/>
              <a:gd name="T31" fmla="*/ 90 h 217"/>
              <a:gd name="T32" fmla="*/ 313 w 324"/>
              <a:gd name="T33" fmla="*/ 89 h 217"/>
              <a:gd name="T34" fmla="*/ 311 w 324"/>
              <a:gd name="T35" fmla="*/ 88 h 217"/>
              <a:gd name="T36" fmla="*/ 310 w 324"/>
              <a:gd name="T37" fmla="*/ 87 h 217"/>
              <a:gd name="T38" fmla="*/ 167 w 324"/>
              <a:gd name="T39" fmla="*/ 7 h 217"/>
              <a:gd name="T40" fmla="*/ 130 w 324"/>
              <a:gd name="T41" fmla="*/ 18 h 217"/>
              <a:gd name="T42" fmla="*/ 141 w 324"/>
              <a:gd name="T43" fmla="*/ 54 h 217"/>
              <a:gd name="T44" fmla="*/ 194 w 324"/>
              <a:gd name="T45" fmla="*/ 84 h 217"/>
              <a:gd name="T46" fmla="*/ 53 w 324"/>
              <a:gd name="T47" fmla="*/ 84 h 217"/>
              <a:gd name="T48" fmla="*/ 53 w 324"/>
              <a:gd name="T49" fmla="*/ 43 h 217"/>
              <a:gd name="T50" fmla="*/ 0 w 324"/>
              <a:gd name="T51" fmla="*/ 43 h 217"/>
              <a:gd name="T52" fmla="*/ 0 w 324"/>
              <a:gd name="T53" fmla="*/ 110 h 217"/>
              <a:gd name="T54" fmla="*/ 27 w 324"/>
              <a:gd name="T55" fmla="*/ 137 h 217"/>
              <a:gd name="T56" fmla="*/ 194 w 324"/>
              <a:gd name="T57" fmla="*/ 137 h 217"/>
              <a:gd name="T58" fmla="*/ 141 w 324"/>
              <a:gd name="T59" fmla="*/ 167 h 217"/>
              <a:gd name="T60" fmla="*/ 130 w 324"/>
              <a:gd name="T61" fmla="*/ 203 h 217"/>
              <a:gd name="T62" fmla="*/ 154 w 324"/>
              <a:gd name="T63" fmla="*/ 217 h 217"/>
              <a:gd name="T64" fmla="*/ 167 w 324"/>
              <a:gd name="T65" fmla="*/ 214 h 217"/>
              <a:gd name="T66" fmla="*/ 310 w 324"/>
              <a:gd name="T67" fmla="*/ 134 h 217"/>
              <a:gd name="T68" fmla="*/ 310 w 324"/>
              <a:gd name="T69" fmla="*/ 134 h 217"/>
              <a:gd name="T70" fmla="*/ 311 w 324"/>
              <a:gd name="T71" fmla="*/ 133 h 217"/>
              <a:gd name="T72" fmla="*/ 313 w 324"/>
              <a:gd name="T73" fmla="*/ 132 h 217"/>
              <a:gd name="T74" fmla="*/ 315 w 324"/>
              <a:gd name="T75" fmla="*/ 130 h 217"/>
              <a:gd name="T76" fmla="*/ 316 w 324"/>
              <a:gd name="T77" fmla="*/ 129 h 217"/>
              <a:gd name="T78" fmla="*/ 316 w 324"/>
              <a:gd name="T79" fmla="*/ 129 h 217"/>
              <a:gd name="T80" fmla="*/ 317 w 324"/>
              <a:gd name="T81" fmla="*/ 128 h 217"/>
              <a:gd name="T82" fmla="*/ 319 w 324"/>
              <a:gd name="T83" fmla="*/ 126 h 217"/>
              <a:gd name="T84" fmla="*/ 320 w 324"/>
              <a:gd name="T85" fmla="*/ 124 h 217"/>
              <a:gd name="T86" fmla="*/ 321 w 324"/>
              <a:gd name="T87" fmla="*/ 123 h 217"/>
              <a:gd name="T88" fmla="*/ 321 w 324"/>
              <a:gd name="T89" fmla="*/ 123 h 217"/>
              <a:gd name="T90" fmla="*/ 321 w 324"/>
              <a:gd name="T91" fmla="*/ 122 h 217"/>
              <a:gd name="T92" fmla="*/ 322 w 324"/>
              <a:gd name="T93" fmla="*/ 120 h 217"/>
              <a:gd name="T94" fmla="*/ 323 w 324"/>
              <a:gd name="T95" fmla="*/ 118 h 217"/>
              <a:gd name="T96" fmla="*/ 323 w 324"/>
              <a:gd name="T97" fmla="*/ 117 h 217"/>
              <a:gd name="T98" fmla="*/ 324 w 324"/>
              <a:gd name="T99" fmla="*/ 115 h 217"/>
              <a:gd name="T100" fmla="*/ 324 w 324"/>
              <a:gd name="T101" fmla="*/ 113 h 217"/>
              <a:gd name="T102" fmla="*/ 324 w 324"/>
              <a:gd name="T103" fmla="*/ 111 h 217"/>
              <a:gd name="T104" fmla="*/ 324 w 324"/>
              <a:gd name="T105" fmla="*/ 110 h 217"/>
              <a:gd name="T106" fmla="*/ 324 w 324"/>
              <a:gd name="T107" fmla="*/ 10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7">
                <a:moveTo>
                  <a:pt x="324" y="109"/>
                </a:moveTo>
                <a:lnTo>
                  <a:pt x="324" y="109"/>
                </a:lnTo>
                <a:cubicBezTo>
                  <a:pt x="324" y="109"/>
                  <a:pt x="324" y="108"/>
                  <a:pt x="324" y="108"/>
                </a:cubicBezTo>
                <a:cubicBezTo>
                  <a:pt x="324" y="107"/>
                  <a:pt x="324" y="107"/>
                  <a:pt x="324" y="106"/>
                </a:cubicBezTo>
                <a:cubicBezTo>
                  <a:pt x="323" y="106"/>
                  <a:pt x="323" y="105"/>
                  <a:pt x="323" y="104"/>
                </a:cubicBezTo>
                <a:cubicBezTo>
                  <a:pt x="323" y="104"/>
                  <a:pt x="323" y="103"/>
                  <a:pt x="323" y="103"/>
                </a:cubicBezTo>
                <a:cubicBezTo>
                  <a:pt x="323" y="102"/>
                  <a:pt x="322" y="102"/>
                  <a:pt x="322" y="101"/>
                </a:cubicBezTo>
                <a:cubicBezTo>
                  <a:pt x="322" y="101"/>
                  <a:pt x="322" y="100"/>
                  <a:pt x="321" y="99"/>
                </a:cubicBezTo>
                <a:cubicBezTo>
                  <a:pt x="321" y="99"/>
                  <a:pt x="321" y="98"/>
                  <a:pt x="321" y="98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0" y="97"/>
                  <a:pt x="320" y="97"/>
                  <a:pt x="320" y="97"/>
                </a:cubicBezTo>
                <a:cubicBezTo>
                  <a:pt x="320" y="96"/>
                  <a:pt x="319" y="95"/>
                  <a:pt x="319" y="95"/>
                </a:cubicBezTo>
                <a:cubicBezTo>
                  <a:pt x="319" y="94"/>
                  <a:pt x="318" y="94"/>
                  <a:pt x="318" y="94"/>
                </a:cubicBezTo>
                <a:cubicBezTo>
                  <a:pt x="317" y="93"/>
                  <a:pt x="317" y="93"/>
                  <a:pt x="317" y="92"/>
                </a:cubicBezTo>
                <a:cubicBezTo>
                  <a:pt x="316" y="92"/>
                  <a:pt x="316" y="91"/>
                  <a:pt x="315" y="91"/>
                </a:cubicBezTo>
                <a:cubicBezTo>
                  <a:pt x="315" y="91"/>
                  <a:pt x="315" y="90"/>
                  <a:pt x="314" y="90"/>
                </a:cubicBezTo>
                <a:cubicBezTo>
                  <a:pt x="314" y="90"/>
                  <a:pt x="313" y="89"/>
                  <a:pt x="313" y="89"/>
                </a:cubicBezTo>
                <a:cubicBezTo>
                  <a:pt x="312" y="89"/>
                  <a:pt x="312" y="88"/>
                  <a:pt x="311" y="88"/>
                </a:cubicBezTo>
                <a:cubicBezTo>
                  <a:pt x="311" y="88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5"/>
                  <a:pt x="130" y="18"/>
                </a:cubicBezTo>
                <a:cubicBezTo>
                  <a:pt x="123" y="31"/>
                  <a:pt x="128" y="47"/>
                  <a:pt x="141" y="54"/>
                </a:cubicBezTo>
                <a:lnTo>
                  <a:pt x="194" y="84"/>
                </a:lnTo>
                <a:lnTo>
                  <a:pt x="53" y="84"/>
                </a:lnTo>
                <a:lnTo>
                  <a:pt x="53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4" y="137"/>
                </a:lnTo>
                <a:lnTo>
                  <a:pt x="141" y="167"/>
                </a:lnTo>
                <a:cubicBezTo>
                  <a:pt x="128" y="174"/>
                  <a:pt x="123" y="190"/>
                  <a:pt x="130" y="203"/>
                </a:cubicBezTo>
                <a:cubicBezTo>
                  <a:pt x="135" y="212"/>
                  <a:pt x="144" y="217"/>
                  <a:pt x="154" y="217"/>
                </a:cubicBezTo>
                <a:cubicBezTo>
                  <a:pt x="158" y="217"/>
                  <a:pt x="163" y="216"/>
                  <a:pt x="167" y="214"/>
                </a:cubicBezTo>
                <a:lnTo>
                  <a:pt x="310" y="134"/>
                </a:lnTo>
                <a:cubicBezTo>
                  <a:pt x="310" y="134"/>
                  <a:pt x="310" y="134"/>
                  <a:pt x="310" y="134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3"/>
                  <a:pt x="313" y="132"/>
                  <a:pt x="313" y="132"/>
                </a:cubicBezTo>
                <a:cubicBezTo>
                  <a:pt x="314" y="131"/>
                  <a:pt x="315" y="130"/>
                  <a:pt x="315" y="130"/>
                </a:cubicBezTo>
                <a:cubicBezTo>
                  <a:pt x="316" y="130"/>
                  <a:pt x="316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7" y="129"/>
                  <a:pt x="317" y="128"/>
                  <a:pt x="317" y="128"/>
                </a:cubicBezTo>
                <a:cubicBezTo>
                  <a:pt x="318" y="127"/>
                  <a:pt x="318" y="127"/>
                  <a:pt x="319" y="126"/>
                </a:cubicBezTo>
                <a:cubicBezTo>
                  <a:pt x="319" y="125"/>
                  <a:pt x="320" y="125"/>
                  <a:pt x="320" y="124"/>
                </a:cubicBezTo>
                <a:cubicBezTo>
                  <a:pt x="320" y="124"/>
                  <a:pt x="320" y="124"/>
                  <a:pt x="321" y="123"/>
                </a:cubicBezTo>
                <a:cubicBezTo>
                  <a:pt x="321" y="123"/>
                  <a:pt x="321" y="123"/>
                  <a:pt x="321" y="123"/>
                </a:cubicBezTo>
                <a:cubicBezTo>
                  <a:pt x="321" y="123"/>
                  <a:pt x="321" y="122"/>
                  <a:pt x="321" y="122"/>
                </a:cubicBezTo>
                <a:cubicBezTo>
                  <a:pt x="322" y="121"/>
                  <a:pt x="322" y="120"/>
                  <a:pt x="322" y="120"/>
                </a:cubicBezTo>
                <a:cubicBezTo>
                  <a:pt x="322" y="119"/>
                  <a:pt x="323" y="119"/>
                  <a:pt x="323" y="118"/>
                </a:cubicBezTo>
                <a:cubicBezTo>
                  <a:pt x="323" y="118"/>
                  <a:pt x="323" y="117"/>
                  <a:pt x="323" y="117"/>
                </a:cubicBezTo>
                <a:cubicBezTo>
                  <a:pt x="323" y="116"/>
                  <a:pt x="323" y="115"/>
                  <a:pt x="324" y="115"/>
                </a:cubicBezTo>
                <a:cubicBezTo>
                  <a:pt x="324" y="114"/>
                  <a:pt x="324" y="114"/>
                  <a:pt x="324" y="113"/>
                </a:cubicBezTo>
                <a:cubicBezTo>
                  <a:pt x="324" y="112"/>
                  <a:pt x="324" y="112"/>
                  <a:pt x="324" y="111"/>
                </a:cubicBezTo>
                <a:cubicBezTo>
                  <a:pt x="324" y="111"/>
                  <a:pt x="324" y="111"/>
                  <a:pt x="324" y="110"/>
                </a:cubicBezTo>
                <a:cubicBezTo>
                  <a:pt x="324" y="110"/>
                  <a:pt x="324" y="110"/>
                  <a:pt x="324" y="109"/>
                </a:cubicBezTo>
                <a:close/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654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8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8" name="Freeform 73"/>
          <p:cNvSpPr>
            <a:spLocks noEditPoints="1"/>
          </p:cNvSpPr>
          <p:nvPr/>
        </p:nvSpPr>
        <p:spPr bwMode="auto">
          <a:xfrm>
            <a:off x="2774315" y="3794760"/>
            <a:ext cx="240665" cy="255905"/>
          </a:xfrm>
          <a:custGeom>
            <a:avLst/>
            <a:gdLst>
              <a:gd name="T0" fmla="*/ 620 w 1240"/>
              <a:gd name="T1" fmla="*/ 622 h 977"/>
              <a:gd name="T2" fmla="*/ 620 w 1240"/>
              <a:gd name="T3" fmla="*/ 622 h 977"/>
              <a:gd name="T4" fmla="*/ 66 w 1240"/>
              <a:gd name="T5" fmla="*/ 344 h 977"/>
              <a:gd name="T6" fmla="*/ 620 w 1240"/>
              <a:gd name="T7" fmla="*/ 65 h 977"/>
              <a:gd name="T8" fmla="*/ 1173 w 1240"/>
              <a:gd name="T9" fmla="*/ 344 h 977"/>
              <a:gd name="T10" fmla="*/ 620 w 1240"/>
              <a:gd name="T11" fmla="*/ 622 h 977"/>
              <a:gd name="T12" fmla="*/ 1240 w 1240"/>
              <a:gd name="T13" fmla="*/ 594 h 977"/>
              <a:gd name="T14" fmla="*/ 1240 w 1240"/>
              <a:gd name="T15" fmla="*/ 594 h 977"/>
              <a:gd name="T16" fmla="*/ 1240 w 1240"/>
              <a:gd name="T17" fmla="*/ 364 h 977"/>
              <a:gd name="T18" fmla="*/ 1240 w 1240"/>
              <a:gd name="T19" fmla="*/ 358 h 977"/>
              <a:gd name="T20" fmla="*/ 1240 w 1240"/>
              <a:gd name="T21" fmla="*/ 344 h 977"/>
              <a:gd name="T22" fmla="*/ 620 w 1240"/>
              <a:gd name="T23" fmla="*/ 0 h 977"/>
              <a:gd name="T24" fmla="*/ 0 w 1240"/>
              <a:gd name="T25" fmla="*/ 344 h 977"/>
              <a:gd name="T26" fmla="*/ 0 w 1240"/>
              <a:gd name="T27" fmla="*/ 358 h 977"/>
              <a:gd name="T28" fmla="*/ 0 w 1240"/>
              <a:gd name="T29" fmla="*/ 364 h 977"/>
              <a:gd name="T30" fmla="*/ 0 w 1240"/>
              <a:gd name="T31" fmla="*/ 594 h 977"/>
              <a:gd name="T32" fmla="*/ 442 w 1240"/>
              <a:gd name="T33" fmla="*/ 925 h 977"/>
              <a:gd name="T34" fmla="*/ 509 w 1240"/>
              <a:gd name="T35" fmla="*/ 977 h 977"/>
              <a:gd name="T36" fmla="*/ 579 w 1240"/>
              <a:gd name="T37" fmla="*/ 908 h 977"/>
              <a:gd name="T38" fmla="*/ 509 w 1240"/>
              <a:gd name="T39" fmla="*/ 839 h 977"/>
              <a:gd name="T40" fmla="*/ 459 w 1240"/>
              <a:gd name="T41" fmla="*/ 860 h 977"/>
              <a:gd name="T42" fmla="*/ 66 w 1240"/>
              <a:gd name="T43" fmla="*/ 594 h 977"/>
              <a:gd name="T44" fmla="*/ 66 w 1240"/>
              <a:gd name="T45" fmla="*/ 502 h 977"/>
              <a:gd name="T46" fmla="*/ 620 w 1240"/>
              <a:gd name="T47" fmla="*/ 689 h 977"/>
              <a:gd name="T48" fmla="*/ 1173 w 1240"/>
              <a:gd name="T49" fmla="*/ 502 h 977"/>
              <a:gd name="T50" fmla="*/ 1173 w 1240"/>
              <a:gd name="T51" fmla="*/ 594 h 977"/>
              <a:gd name="T52" fmla="*/ 773 w 1240"/>
              <a:gd name="T53" fmla="*/ 861 h 977"/>
              <a:gd name="T54" fmla="*/ 722 w 1240"/>
              <a:gd name="T55" fmla="*/ 839 h 977"/>
              <a:gd name="T56" fmla="*/ 653 w 1240"/>
              <a:gd name="T57" fmla="*/ 908 h 977"/>
              <a:gd name="T58" fmla="*/ 722 w 1240"/>
              <a:gd name="T59" fmla="*/ 977 h 977"/>
              <a:gd name="T60" fmla="*/ 789 w 1240"/>
              <a:gd name="T61" fmla="*/ 926 h 977"/>
              <a:gd name="T62" fmla="*/ 1240 w 1240"/>
              <a:gd name="T63" fmla="*/ 594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40" h="977">
                <a:moveTo>
                  <a:pt x="620" y="622"/>
                </a:moveTo>
                <a:lnTo>
                  <a:pt x="620" y="622"/>
                </a:ln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5"/>
                  <a:pt x="620" y="65"/>
                </a:cubicBezTo>
                <a:cubicBezTo>
                  <a:pt x="920" y="65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lose/>
                <a:moveTo>
                  <a:pt x="1240" y="594"/>
                </a:moveTo>
                <a:lnTo>
                  <a:pt x="1240" y="594"/>
                </a:lnTo>
                <a:lnTo>
                  <a:pt x="1240" y="364"/>
                </a:lnTo>
                <a:cubicBezTo>
                  <a:pt x="1240" y="362"/>
                  <a:pt x="1240" y="360"/>
                  <a:pt x="1240" y="358"/>
                </a:cubicBezTo>
                <a:cubicBezTo>
                  <a:pt x="1240" y="353"/>
                  <a:pt x="1240" y="348"/>
                  <a:pt x="1240" y="344"/>
                </a:cubicBezTo>
                <a:cubicBezTo>
                  <a:pt x="1240" y="150"/>
                  <a:pt x="968" y="0"/>
                  <a:pt x="620" y="0"/>
                </a:cubicBezTo>
                <a:cubicBezTo>
                  <a:pt x="272" y="0"/>
                  <a:pt x="0" y="150"/>
                  <a:pt x="0" y="344"/>
                </a:cubicBezTo>
                <a:cubicBezTo>
                  <a:pt x="0" y="348"/>
                  <a:pt x="0" y="353"/>
                  <a:pt x="0" y="358"/>
                </a:cubicBezTo>
                <a:cubicBezTo>
                  <a:pt x="0" y="360"/>
                  <a:pt x="0" y="362"/>
                  <a:pt x="0" y="364"/>
                </a:cubicBezTo>
                <a:lnTo>
                  <a:pt x="0" y="594"/>
                </a:lnTo>
                <a:cubicBezTo>
                  <a:pt x="0" y="749"/>
                  <a:pt x="182" y="882"/>
                  <a:pt x="442" y="925"/>
                </a:cubicBezTo>
                <a:cubicBezTo>
                  <a:pt x="450" y="955"/>
                  <a:pt x="477" y="977"/>
                  <a:pt x="509" y="977"/>
                </a:cubicBezTo>
                <a:cubicBezTo>
                  <a:pt x="548" y="977"/>
                  <a:pt x="579" y="946"/>
                  <a:pt x="579" y="908"/>
                </a:cubicBezTo>
                <a:cubicBezTo>
                  <a:pt x="579" y="870"/>
                  <a:pt x="548" y="839"/>
                  <a:pt x="509" y="839"/>
                </a:cubicBezTo>
                <a:cubicBezTo>
                  <a:pt x="490" y="839"/>
                  <a:pt x="472" y="847"/>
                  <a:pt x="459" y="860"/>
                </a:cubicBezTo>
                <a:cubicBezTo>
                  <a:pt x="231" y="824"/>
                  <a:pt x="66" y="715"/>
                  <a:pt x="66" y="594"/>
                </a:cubicBezTo>
                <a:lnTo>
                  <a:pt x="66" y="502"/>
                </a:lnTo>
                <a:cubicBezTo>
                  <a:pt x="168" y="613"/>
                  <a:pt x="375" y="689"/>
                  <a:pt x="620" y="689"/>
                </a:cubicBezTo>
                <a:cubicBezTo>
                  <a:pt x="865" y="689"/>
                  <a:pt x="1072" y="613"/>
                  <a:pt x="1173" y="502"/>
                </a:cubicBezTo>
                <a:lnTo>
                  <a:pt x="1173" y="594"/>
                </a:lnTo>
                <a:cubicBezTo>
                  <a:pt x="1173" y="717"/>
                  <a:pt x="1005" y="827"/>
                  <a:pt x="773" y="861"/>
                </a:cubicBezTo>
                <a:cubicBezTo>
                  <a:pt x="761" y="847"/>
                  <a:pt x="743" y="839"/>
                  <a:pt x="722" y="839"/>
                </a:cubicBezTo>
                <a:cubicBezTo>
                  <a:pt x="684" y="839"/>
                  <a:pt x="653" y="870"/>
                  <a:pt x="653" y="908"/>
                </a:cubicBezTo>
                <a:cubicBezTo>
                  <a:pt x="653" y="946"/>
                  <a:pt x="684" y="977"/>
                  <a:pt x="722" y="977"/>
                </a:cubicBezTo>
                <a:cubicBezTo>
                  <a:pt x="754" y="977"/>
                  <a:pt x="781" y="956"/>
                  <a:pt x="789" y="926"/>
                </a:cubicBezTo>
                <a:cubicBezTo>
                  <a:pt x="1054" y="885"/>
                  <a:pt x="1240" y="751"/>
                  <a:pt x="1240" y="594"/>
                </a:cubicBezTo>
                <a:close/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654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8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cxnSp>
        <p:nvCxnSpPr>
          <p:cNvPr id="209" name="直接连接符 53"/>
          <p:cNvCxnSpPr/>
          <p:nvPr/>
        </p:nvCxnSpPr>
        <p:spPr>
          <a:xfrm flipV="1">
            <a:off x="3285490" y="4485005"/>
            <a:ext cx="1059180" cy="324485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grpSp>
        <p:nvGrpSpPr>
          <p:cNvPr id="210" name="组合 209"/>
          <p:cNvGrpSpPr>
            <a:grpSpLocks noChangeAspect="1"/>
          </p:cNvGrpSpPr>
          <p:nvPr/>
        </p:nvGrpSpPr>
        <p:grpSpPr>
          <a:xfrm rot="0">
            <a:off x="2578100" y="4239260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211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12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13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14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15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cxnSp>
        <p:nvCxnSpPr>
          <p:cNvPr id="216" name="直接连接符 55"/>
          <p:cNvCxnSpPr/>
          <p:nvPr/>
        </p:nvCxnSpPr>
        <p:spPr>
          <a:xfrm>
            <a:off x="2819400" y="4334510"/>
            <a:ext cx="1526540" cy="155575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cxnSp>
        <p:nvCxnSpPr>
          <p:cNvPr id="217" name="直接连接符 57"/>
          <p:cNvCxnSpPr>
            <a:stCxn id="208" idx="24"/>
          </p:cNvCxnSpPr>
          <p:nvPr/>
        </p:nvCxnSpPr>
        <p:spPr>
          <a:xfrm>
            <a:off x="3002280" y="3854450"/>
            <a:ext cx="1343660" cy="635635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cxnSp>
        <p:nvCxnSpPr>
          <p:cNvPr id="218" name="直接连接符 58"/>
          <p:cNvCxnSpPr/>
          <p:nvPr/>
        </p:nvCxnSpPr>
        <p:spPr>
          <a:xfrm flipV="1">
            <a:off x="2819400" y="4043680"/>
            <a:ext cx="1526540" cy="290830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cxnSp>
        <p:nvCxnSpPr>
          <p:cNvPr id="219" name="直接连接符 59"/>
          <p:cNvCxnSpPr>
            <a:stCxn id="208" idx="25"/>
          </p:cNvCxnSpPr>
          <p:nvPr/>
        </p:nvCxnSpPr>
        <p:spPr>
          <a:xfrm>
            <a:off x="3002280" y="3872865"/>
            <a:ext cx="1249045" cy="175260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grpSp>
        <p:nvGrpSpPr>
          <p:cNvPr id="220" name="组合 219"/>
          <p:cNvGrpSpPr/>
          <p:nvPr/>
        </p:nvGrpSpPr>
        <p:grpSpPr>
          <a:xfrm rot="0">
            <a:off x="7178040" y="2882265"/>
            <a:ext cx="1002665" cy="799465"/>
            <a:chOff x="9228155" y="3396747"/>
            <a:chExt cx="1509956" cy="860749"/>
          </a:xfrm>
        </p:grpSpPr>
        <p:sp>
          <p:nvSpPr>
            <p:cNvPr id="221" name="Freeform 6"/>
            <p:cNvSpPr/>
            <p:nvPr/>
          </p:nvSpPr>
          <p:spPr bwMode="auto">
            <a:xfrm>
              <a:off x="9228155" y="3396747"/>
              <a:ext cx="1509956" cy="860749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-1" fmla="*/ 8448 w 10000"/>
                <a:gd name="connsiteY0-2" fmla="*/ 9807 h 10000"/>
                <a:gd name="connsiteX1-3" fmla="*/ 1220 w 10000"/>
                <a:gd name="connsiteY1-4" fmla="*/ 9711 h 10000"/>
                <a:gd name="connsiteX2-5" fmla="*/ 199 w 10000"/>
                <a:gd name="connsiteY2-6" fmla="*/ 6988 h 10000"/>
                <a:gd name="connsiteX3-7" fmla="*/ 1470 w 10000"/>
                <a:gd name="connsiteY3-8" fmla="*/ 4211 h 10000"/>
                <a:gd name="connsiteX4-9" fmla="*/ 3806 w 10000"/>
                <a:gd name="connsiteY4-10" fmla="*/ 627 h 10000"/>
                <a:gd name="connsiteX5-11" fmla="*/ 6684 w 10000"/>
                <a:gd name="connsiteY5-12" fmla="*/ 2940 h 10000"/>
                <a:gd name="connsiteX6-13" fmla="*/ 8621 w 10000"/>
                <a:gd name="connsiteY6-14" fmla="*/ 2867 h 10000"/>
                <a:gd name="connsiteX7-15" fmla="*/ 9353 w 10000"/>
                <a:gd name="connsiteY7-16" fmla="*/ 5815 h 10000"/>
                <a:gd name="connsiteX8-17" fmla="*/ 9841 w 10000"/>
                <a:gd name="connsiteY8-18" fmla="*/ 8096 h 10000"/>
                <a:gd name="connsiteX9-19" fmla="*/ 8448 w 10000"/>
                <a:gd name="connsiteY9-20" fmla="*/ 9807 h 10000"/>
                <a:gd name="connsiteX0-21" fmla="*/ 8448 w 10000"/>
                <a:gd name="connsiteY0-22" fmla="*/ 9807 h 10000"/>
                <a:gd name="connsiteX1-23" fmla="*/ 1220 w 10000"/>
                <a:gd name="connsiteY1-24" fmla="*/ 9711 h 10000"/>
                <a:gd name="connsiteX2-25" fmla="*/ 199 w 10000"/>
                <a:gd name="connsiteY2-26" fmla="*/ 6988 h 10000"/>
                <a:gd name="connsiteX3-27" fmla="*/ 1638 w 10000"/>
                <a:gd name="connsiteY3-28" fmla="*/ 4336 h 10000"/>
                <a:gd name="connsiteX4-29" fmla="*/ 3806 w 10000"/>
                <a:gd name="connsiteY4-30" fmla="*/ 627 h 10000"/>
                <a:gd name="connsiteX5-31" fmla="*/ 6684 w 10000"/>
                <a:gd name="connsiteY5-32" fmla="*/ 2940 h 10000"/>
                <a:gd name="connsiteX6-33" fmla="*/ 8621 w 10000"/>
                <a:gd name="connsiteY6-34" fmla="*/ 2867 h 10000"/>
                <a:gd name="connsiteX7-35" fmla="*/ 9353 w 10000"/>
                <a:gd name="connsiteY7-36" fmla="*/ 5815 h 10000"/>
                <a:gd name="connsiteX8-37" fmla="*/ 9841 w 10000"/>
                <a:gd name="connsiteY8-38" fmla="*/ 8096 h 10000"/>
                <a:gd name="connsiteX9-39" fmla="*/ 8448 w 10000"/>
                <a:gd name="connsiteY9-40" fmla="*/ 9807 h 10000"/>
                <a:gd name="connsiteX0-41" fmla="*/ 8448 w 10000"/>
                <a:gd name="connsiteY0-42" fmla="*/ 9807 h 10000"/>
                <a:gd name="connsiteX1-43" fmla="*/ 1220 w 10000"/>
                <a:gd name="connsiteY1-44" fmla="*/ 9711 h 10000"/>
                <a:gd name="connsiteX2-45" fmla="*/ 199 w 10000"/>
                <a:gd name="connsiteY2-46" fmla="*/ 6988 h 10000"/>
                <a:gd name="connsiteX3-47" fmla="*/ 1638 w 10000"/>
                <a:gd name="connsiteY3-48" fmla="*/ 4336 h 10000"/>
                <a:gd name="connsiteX4-49" fmla="*/ 3806 w 10000"/>
                <a:gd name="connsiteY4-50" fmla="*/ 627 h 10000"/>
                <a:gd name="connsiteX5-51" fmla="*/ 6684 w 10000"/>
                <a:gd name="connsiteY5-52" fmla="*/ 2940 h 10000"/>
                <a:gd name="connsiteX6-53" fmla="*/ 8621 w 10000"/>
                <a:gd name="connsiteY6-54" fmla="*/ 2867 h 10000"/>
                <a:gd name="connsiteX7-55" fmla="*/ 9054 w 10000"/>
                <a:gd name="connsiteY7-56" fmla="*/ 5692 h 10000"/>
                <a:gd name="connsiteX8-57" fmla="*/ 9841 w 10000"/>
                <a:gd name="connsiteY8-58" fmla="*/ 8096 h 10000"/>
                <a:gd name="connsiteX9-59" fmla="*/ 8448 w 10000"/>
                <a:gd name="connsiteY9-60" fmla="*/ 980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lIns="99481" tIns="49742" rIns="99481" bIns="49742" anchor="ctr"/>
            <a:lstStyle/>
            <a:p>
              <a:pPr marL="0" marR="0" lvl="0" indent="0" algn="ctr" defTabSz="1210945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pic>
          <p:nvPicPr>
            <p:cNvPr id="222" name="图片 2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4901" y="3661324"/>
              <a:ext cx="921102" cy="499733"/>
            </a:xfrm>
            <a:prstGeom prst="rect">
              <a:avLst/>
            </a:prstGeom>
            <a:noFill/>
          </p:spPr>
        </p:pic>
      </p:grpSp>
      <p:sp>
        <p:nvSpPr>
          <p:cNvPr id="223" name="文本框 222"/>
          <p:cNvSpPr txBox="1"/>
          <p:nvPr/>
        </p:nvSpPr>
        <p:spPr>
          <a:xfrm>
            <a:off x="7145655" y="3277870"/>
            <a:ext cx="110299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云内智能体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224" name="组合 223"/>
          <p:cNvGrpSpPr/>
          <p:nvPr/>
        </p:nvGrpSpPr>
        <p:grpSpPr>
          <a:xfrm rot="0">
            <a:off x="7209790" y="3279775"/>
            <a:ext cx="111125" cy="231775"/>
            <a:chOff x="6888" y="13793"/>
            <a:chExt cx="1242" cy="1265"/>
          </a:xfrm>
        </p:grpSpPr>
        <p:sp>
          <p:nvSpPr>
            <p:cNvPr id="225" name="任意多边形 44"/>
            <p:cNvSpPr/>
            <p:nvPr/>
          </p:nvSpPr>
          <p:spPr>
            <a:xfrm>
              <a:off x="6888" y="13793"/>
              <a:ext cx="1242" cy="1235"/>
            </a:xfrm>
            <a:custGeom>
              <a:avLst/>
              <a:gdLst/>
              <a:ahLst/>
              <a:cxnLst/>
              <a:rect l="0" t="0" r="0" b="0"/>
              <a:pathLst>
                <a:path w="2190" h="2178">
                  <a:moveTo>
                    <a:pt x="1938" y="1320"/>
                  </a:moveTo>
                  <a:lnTo>
                    <a:pt x="1938" y="1260"/>
                  </a:lnTo>
                  <a:cubicBezTo>
                    <a:pt x="1942" y="1039"/>
                    <a:pt x="1840" y="828"/>
                    <a:pt x="1663" y="694"/>
                  </a:cubicBezTo>
                  <a:lnTo>
                    <a:pt x="1657" y="688"/>
                  </a:lnTo>
                  <a:lnTo>
                    <a:pt x="1909" y="293"/>
                  </a:lnTo>
                  <a:lnTo>
                    <a:pt x="1915" y="295"/>
                  </a:lnTo>
                  <a:cubicBezTo>
                    <a:pt x="1982" y="311"/>
                    <a:pt x="2051" y="276"/>
                    <a:pt x="2077" y="212"/>
                  </a:cubicBezTo>
                  <a:cubicBezTo>
                    <a:pt x="2104" y="149"/>
                    <a:pt x="2080" y="75"/>
                    <a:pt x="2023" y="38"/>
                  </a:cubicBezTo>
                  <a:cubicBezTo>
                    <a:pt x="1965" y="0"/>
                    <a:pt x="1889" y="12"/>
                    <a:pt x="1843" y="63"/>
                  </a:cubicBezTo>
                  <a:cubicBezTo>
                    <a:pt x="1796" y="114"/>
                    <a:pt x="1794" y="190"/>
                    <a:pt x="1835" y="245"/>
                  </a:cubicBezTo>
                  <a:lnTo>
                    <a:pt x="1839" y="250"/>
                  </a:lnTo>
                  <a:lnTo>
                    <a:pt x="1589" y="643"/>
                  </a:lnTo>
                  <a:lnTo>
                    <a:pt x="1582" y="638"/>
                  </a:lnTo>
                  <a:cubicBezTo>
                    <a:pt x="1433" y="555"/>
                    <a:pt x="1265" y="514"/>
                    <a:pt x="1094" y="517"/>
                  </a:cubicBezTo>
                  <a:cubicBezTo>
                    <a:pt x="923" y="514"/>
                    <a:pt x="756" y="556"/>
                    <a:pt x="607" y="638"/>
                  </a:cubicBezTo>
                  <a:lnTo>
                    <a:pt x="600" y="643"/>
                  </a:lnTo>
                  <a:lnTo>
                    <a:pt x="350" y="250"/>
                  </a:lnTo>
                  <a:lnTo>
                    <a:pt x="353" y="245"/>
                  </a:lnTo>
                  <a:cubicBezTo>
                    <a:pt x="396" y="190"/>
                    <a:pt x="392" y="114"/>
                    <a:pt x="346" y="63"/>
                  </a:cubicBezTo>
                  <a:cubicBezTo>
                    <a:pt x="299" y="12"/>
                    <a:pt x="222" y="0"/>
                    <a:pt x="165" y="38"/>
                  </a:cubicBezTo>
                  <a:cubicBezTo>
                    <a:pt x="107" y="75"/>
                    <a:pt x="84" y="148"/>
                    <a:pt x="111" y="212"/>
                  </a:cubicBezTo>
                  <a:cubicBezTo>
                    <a:pt x="137" y="275"/>
                    <a:pt x="206" y="311"/>
                    <a:pt x="273" y="295"/>
                  </a:cubicBezTo>
                  <a:lnTo>
                    <a:pt x="280" y="293"/>
                  </a:lnTo>
                  <a:lnTo>
                    <a:pt x="532" y="688"/>
                  </a:lnTo>
                  <a:lnTo>
                    <a:pt x="525" y="694"/>
                  </a:lnTo>
                  <a:cubicBezTo>
                    <a:pt x="350" y="828"/>
                    <a:pt x="246" y="1039"/>
                    <a:pt x="251" y="1260"/>
                  </a:cubicBezTo>
                  <a:lnTo>
                    <a:pt x="251" y="1320"/>
                  </a:lnTo>
                  <a:lnTo>
                    <a:pt x="0" y="1320"/>
                  </a:lnTo>
                  <a:lnTo>
                    <a:pt x="0" y="1903"/>
                  </a:lnTo>
                  <a:lnTo>
                    <a:pt x="251" y="1903"/>
                  </a:lnTo>
                  <a:lnTo>
                    <a:pt x="251" y="2177"/>
                  </a:lnTo>
                  <a:lnTo>
                    <a:pt x="943" y="2177"/>
                  </a:lnTo>
                  <a:lnTo>
                    <a:pt x="943" y="2095"/>
                  </a:lnTo>
                  <a:lnTo>
                    <a:pt x="333" y="2095"/>
                  </a:lnTo>
                  <a:lnTo>
                    <a:pt x="333" y="1260"/>
                  </a:lnTo>
                  <a:cubicBezTo>
                    <a:pt x="333" y="804"/>
                    <a:pt x="715" y="599"/>
                    <a:pt x="1094" y="599"/>
                  </a:cubicBezTo>
                  <a:cubicBezTo>
                    <a:pt x="1474" y="599"/>
                    <a:pt x="1856" y="804"/>
                    <a:pt x="1856" y="1260"/>
                  </a:cubicBezTo>
                  <a:lnTo>
                    <a:pt x="1856" y="2095"/>
                  </a:lnTo>
                  <a:lnTo>
                    <a:pt x="1284" y="2095"/>
                  </a:lnTo>
                  <a:lnTo>
                    <a:pt x="1284" y="2177"/>
                  </a:lnTo>
                  <a:lnTo>
                    <a:pt x="1938" y="2177"/>
                  </a:lnTo>
                  <a:lnTo>
                    <a:pt x="1938" y="1903"/>
                  </a:lnTo>
                  <a:lnTo>
                    <a:pt x="2189" y="1903"/>
                  </a:lnTo>
                  <a:lnTo>
                    <a:pt x="2189" y="1320"/>
                  </a:lnTo>
                  <a:lnTo>
                    <a:pt x="1938" y="1320"/>
                  </a:lnTo>
                  <a:close/>
                  <a:moveTo>
                    <a:pt x="251" y="1822"/>
                  </a:moveTo>
                  <a:lnTo>
                    <a:pt x="82" y="1822"/>
                  </a:lnTo>
                  <a:lnTo>
                    <a:pt x="82" y="1403"/>
                  </a:lnTo>
                  <a:lnTo>
                    <a:pt x="251" y="1403"/>
                  </a:lnTo>
                  <a:lnTo>
                    <a:pt x="251" y="1822"/>
                  </a:lnTo>
                  <a:close/>
                  <a:moveTo>
                    <a:pt x="2106" y="1822"/>
                  </a:moveTo>
                  <a:lnTo>
                    <a:pt x="1937" y="1822"/>
                  </a:lnTo>
                  <a:lnTo>
                    <a:pt x="1937" y="1403"/>
                  </a:lnTo>
                  <a:lnTo>
                    <a:pt x="2106" y="1403"/>
                  </a:lnTo>
                  <a:lnTo>
                    <a:pt x="2106" y="1822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26" name="任意多边形 45"/>
            <p:cNvSpPr/>
            <p:nvPr/>
          </p:nvSpPr>
          <p:spPr>
            <a:xfrm>
              <a:off x="7310" y="14533"/>
              <a:ext cx="115" cy="117"/>
            </a:xfrm>
            <a:custGeom>
              <a:avLst/>
              <a:gdLst/>
              <a:ahLst/>
              <a:cxnLst/>
              <a:rect l="0" t="0" r="0" b="0"/>
              <a:pathLst>
                <a:path w="202" h="209">
                  <a:moveTo>
                    <a:pt x="0" y="104"/>
                  </a:moveTo>
                  <a:cubicBezTo>
                    <a:pt x="0" y="140"/>
                    <a:pt x="19" y="173"/>
                    <a:pt x="50" y="190"/>
                  </a:cubicBezTo>
                  <a:cubicBezTo>
                    <a:pt x="81" y="208"/>
                    <a:pt x="119" y="208"/>
                    <a:pt x="150" y="190"/>
                  </a:cubicBezTo>
                  <a:cubicBezTo>
                    <a:pt x="181" y="173"/>
                    <a:pt x="201" y="139"/>
                    <a:pt x="201" y="104"/>
                  </a:cubicBezTo>
                  <a:cubicBezTo>
                    <a:pt x="201" y="68"/>
                    <a:pt x="181" y="35"/>
                    <a:pt x="150" y="17"/>
                  </a:cubicBezTo>
                  <a:cubicBezTo>
                    <a:pt x="120" y="0"/>
                    <a:pt x="81" y="0"/>
                    <a:pt x="50" y="17"/>
                  </a:cubicBezTo>
                  <a:cubicBezTo>
                    <a:pt x="18" y="35"/>
                    <a:pt x="0" y="69"/>
                    <a:pt x="0" y="104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27" name="任意多边形 46"/>
            <p:cNvSpPr/>
            <p:nvPr/>
          </p:nvSpPr>
          <p:spPr>
            <a:xfrm>
              <a:off x="7593" y="14533"/>
              <a:ext cx="115" cy="117"/>
            </a:xfrm>
            <a:custGeom>
              <a:avLst/>
              <a:gdLst/>
              <a:ahLst/>
              <a:cxnLst/>
              <a:rect l="0" t="0" r="0" b="0"/>
              <a:pathLst>
                <a:path w="202" h="209">
                  <a:moveTo>
                    <a:pt x="0" y="104"/>
                  </a:moveTo>
                  <a:cubicBezTo>
                    <a:pt x="0" y="140"/>
                    <a:pt x="20" y="173"/>
                    <a:pt x="50" y="190"/>
                  </a:cubicBezTo>
                  <a:cubicBezTo>
                    <a:pt x="81" y="208"/>
                    <a:pt x="119" y="208"/>
                    <a:pt x="151" y="190"/>
                  </a:cubicBezTo>
                  <a:cubicBezTo>
                    <a:pt x="181" y="173"/>
                    <a:pt x="201" y="139"/>
                    <a:pt x="201" y="104"/>
                  </a:cubicBezTo>
                  <a:cubicBezTo>
                    <a:pt x="201" y="68"/>
                    <a:pt x="181" y="35"/>
                    <a:pt x="151" y="17"/>
                  </a:cubicBezTo>
                  <a:cubicBezTo>
                    <a:pt x="120" y="0"/>
                    <a:pt x="82" y="0"/>
                    <a:pt x="50" y="17"/>
                  </a:cubicBezTo>
                  <a:cubicBezTo>
                    <a:pt x="19" y="35"/>
                    <a:pt x="0" y="69"/>
                    <a:pt x="0" y="104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28" name="任意多边形 47"/>
            <p:cNvSpPr/>
            <p:nvPr/>
          </p:nvSpPr>
          <p:spPr>
            <a:xfrm>
              <a:off x="7145" y="14430"/>
              <a:ext cx="725" cy="328"/>
            </a:xfrm>
            <a:custGeom>
              <a:avLst/>
              <a:gdLst/>
              <a:ahLst/>
              <a:cxnLst/>
              <a:rect l="0" t="0" r="0" b="0"/>
              <a:pathLst>
                <a:path w="1278" h="576">
                  <a:moveTo>
                    <a:pt x="990" y="0"/>
                  </a:moveTo>
                  <a:lnTo>
                    <a:pt x="288" y="0"/>
                  </a:ln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29" y="575"/>
                    <a:pt x="288" y="575"/>
                  </a:cubicBezTo>
                  <a:lnTo>
                    <a:pt x="990" y="575"/>
                  </a:lnTo>
                  <a:cubicBezTo>
                    <a:pt x="1148" y="575"/>
                    <a:pt x="1277" y="447"/>
                    <a:pt x="1277" y="288"/>
                  </a:cubicBezTo>
                  <a:cubicBezTo>
                    <a:pt x="1277" y="129"/>
                    <a:pt x="1148" y="0"/>
                    <a:pt x="990" y="0"/>
                  </a:cubicBezTo>
                  <a:close/>
                  <a:moveTo>
                    <a:pt x="990" y="502"/>
                  </a:moveTo>
                  <a:lnTo>
                    <a:pt x="288" y="502"/>
                  </a:lnTo>
                  <a:cubicBezTo>
                    <a:pt x="170" y="502"/>
                    <a:pt x="73" y="406"/>
                    <a:pt x="73" y="287"/>
                  </a:cubicBezTo>
                  <a:cubicBezTo>
                    <a:pt x="73" y="169"/>
                    <a:pt x="169" y="72"/>
                    <a:pt x="288" y="72"/>
                  </a:cubicBezTo>
                  <a:lnTo>
                    <a:pt x="990" y="72"/>
                  </a:lnTo>
                  <a:cubicBezTo>
                    <a:pt x="1108" y="72"/>
                    <a:pt x="1205" y="168"/>
                    <a:pt x="1205" y="287"/>
                  </a:cubicBezTo>
                  <a:cubicBezTo>
                    <a:pt x="1204" y="405"/>
                    <a:pt x="1108" y="502"/>
                    <a:pt x="990" y="502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29" name="任意多边形 48"/>
            <p:cNvSpPr/>
            <p:nvPr/>
          </p:nvSpPr>
          <p:spPr>
            <a:xfrm>
              <a:off x="7343" y="14950"/>
              <a:ext cx="107" cy="108"/>
            </a:xfrm>
            <a:custGeom>
              <a:avLst/>
              <a:gdLst/>
              <a:ahLst/>
              <a:cxnLst/>
              <a:rect l="0" t="0" r="0" b="0"/>
              <a:pathLst>
                <a:path w="191" h="191">
                  <a:moveTo>
                    <a:pt x="190" y="95"/>
                  </a:moveTo>
                  <a:cubicBezTo>
                    <a:pt x="190" y="113"/>
                    <a:pt x="185" y="128"/>
                    <a:pt x="177" y="143"/>
                  </a:cubicBezTo>
                  <a:cubicBezTo>
                    <a:pt x="168" y="159"/>
                    <a:pt x="158" y="168"/>
                    <a:pt x="143" y="177"/>
                  </a:cubicBezTo>
                  <a:cubicBezTo>
                    <a:pt x="127" y="186"/>
                    <a:pt x="112" y="190"/>
                    <a:pt x="95" y="190"/>
                  </a:cubicBezTo>
                  <a:cubicBezTo>
                    <a:pt x="77" y="190"/>
                    <a:pt x="63" y="186"/>
                    <a:pt x="48" y="177"/>
                  </a:cubicBezTo>
                  <a:cubicBezTo>
                    <a:pt x="33" y="168"/>
                    <a:pt x="22" y="159"/>
                    <a:pt x="13" y="143"/>
                  </a:cubicBezTo>
                  <a:cubicBezTo>
                    <a:pt x="4" y="128"/>
                    <a:pt x="0" y="113"/>
                    <a:pt x="0" y="95"/>
                  </a:cubicBezTo>
                  <a:cubicBezTo>
                    <a:pt x="0" y="78"/>
                    <a:pt x="4" y="63"/>
                    <a:pt x="13" y="48"/>
                  </a:cubicBezTo>
                  <a:cubicBezTo>
                    <a:pt x="22" y="33"/>
                    <a:pt x="33" y="22"/>
                    <a:pt x="48" y="13"/>
                  </a:cubicBezTo>
                  <a:cubicBezTo>
                    <a:pt x="63" y="4"/>
                    <a:pt x="78" y="0"/>
                    <a:pt x="95" y="0"/>
                  </a:cubicBezTo>
                  <a:cubicBezTo>
                    <a:pt x="113" y="0"/>
                    <a:pt x="127" y="4"/>
                    <a:pt x="143" y="13"/>
                  </a:cubicBezTo>
                  <a:cubicBezTo>
                    <a:pt x="158" y="22"/>
                    <a:pt x="168" y="33"/>
                    <a:pt x="177" y="48"/>
                  </a:cubicBezTo>
                  <a:cubicBezTo>
                    <a:pt x="185" y="63"/>
                    <a:pt x="190" y="78"/>
                    <a:pt x="190" y="95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30" name="任意多边形 49"/>
            <p:cNvSpPr/>
            <p:nvPr/>
          </p:nvSpPr>
          <p:spPr>
            <a:xfrm>
              <a:off x="7565" y="14950"/>
              <a:ext cx="108" cy="108"/>
            </a:xfrm>
            <a:custGeom>
              <a:avLst/>
              <a:gdLst/>
              <a:ahLst/>
              <a:cxnLst/>
              <a:rect l="0" t="0" r="0" b="0"/>
              <a:pathLst>
                <a:path w="190" h="191">
                  <a:moveTo>
                    <a:pt x="189" y="95"/>
                  </a:moveTo>
                  <a:cubicBezTo>
                    <a:pt x="189" y="113"/>
                    <a:pt x="185" y="128"/>
                    <a:pt x="177" y="143"/>
                  </a:cubicBezTo>
                  <a:cubicBezTo>
                    <a:pt x="168" y="159"/>
                    <a:pt x="157" y="168"/>
                    <a:pt x="142" y="177"/>
                  </a:cubicBezTo>
                  <a:cubicBezTo>
                    <a:pt x="127" y="186"/>
                    <a:pt x="112" y="190"/>
                    <a:pt x="95" y="190"/>
                  </a:cubicBezTo>
                  <a:cubicBezTo>
                    <a:pt x="77" y="190"/>
                    <a:pt x="62" y="186"/>
                    <a:pt x="47" y="177"/>
                  </a:cubicBezTo>
                  <a:cubicBezTo>
                    <a:pt x="32" y="168"/>
                    <a:pt x="20" y="159"/>
                    <a:pt x="12" y="143"/>
                  </a:cubicBezTo>
                  <a:cubicBezTo>
                    <a:pt x="3" y="128"/>
                    <a:pt x="0" y="113"/>
                    <a:pt x="0" y="95"/>
                  </a:cubicBezTo>
                  <a:cubicBezTo>
                    <a:pt x="0" y="78"/>
                    <a:pt x="3" y="63"/>
                    <a:pt x="12" y="48"/>
                  </a:cubicBezTo>
                  <a:cubicBezTo>
                    <a:pt x="20" y="33"/>
                    <a:pt x="32" y="22"/>
                    <a:pt x="47" y="13"/>
                  </a:cubicBezTo>
                  <a:cubicBezTo>
                    <a:pt x="62" y="4"/>
                    <a:pt x="77" y="0"/>
                    <a:pt x="95" y="0"/>
                  </a:cubicBezTo>
                  <a:cubicBezTo>
                    <a:pt x="112" y="0"/>
                    <a:pt x="127" y="4"/>
                    <a:pt x="142" y="13"/>
                  </a:cubicBezTo>
                  <a:cubicBezTo>
                    <a:pt x="157" y="22"/>
                    <a:pt x="168" y="33"/>
                    <a:pt x="177" y="48"/>
                  </a:cubicBezTo>
                  <a:cubicBezTo>
                    <a:pt x="185" y="63"/>
                    <a:pt x="189" y="78"/>
                    <a:pt x="189" y="95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grpSp>
        <p:nvGrpSpPr>
          <p:cNvPr id="231" name="组合 230"/>
          <p:cNvGrpSpPr/>
          <p:nvPr/>
        </p:nvGrpSpPr>
        <p:grpSpPr>
          <a:xfrm rot="0">
            <a:off x="7162800" y="3860165"/>
            <a:ext cx="1002665" cy="713740"/>
            <a:chOff x="9228155" y="3396747"/>
            <a:chExt cx="1509956" cy="860749"/>
          </a:xfrm>
        </p:grpSpPr>
        <p:sp>
          <p:nvSpPr>
            <p:cNvPr id="232" name="Freeform 6"/>
            <p:cNvSpPr/>
            <p:nvPr/>
          </p:nvSpPr>
          <p:spPr bwMode="auto">
            <a:xfrm>
              <a:off x="9228155" y="3396747"/>
              <a:ext cx="1509956" cy="860749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-1" fmla="*/ 8448 w 10000"/>
                <a:gd name="connsiteY0-2" fmla="*/ 9807 h 10000"/>
                <a:gd name="connsiteX1-3" fmla="*/ 1220 w 10000"/>
                <a:gd name="connsiteY1-4" fmla="*/ 9711 h 10000"/>
                <a:gd name="connsiteX2-5" fmla="*/ 199 w 10000"/>
                <a:gd name="connsiteY2-6" fmla="*/ 6988 h 10000"/>
                <a:gd name="connsiteX3-7" fmla="*/ 1470 w 10000"/>
                <a:gd name="connsiteY3-8" fmla="*/ 4211 h 10000"/>
                <a:gd name="connsiteX4-9" fmla="*/ 3806 w 10000"/>
                <a:gd name="connsiteY4-10" fmla="*/ 627 h 10000"/>
                <a:gd name="connsiteX5-11" fmla="*/ 6684 w 10000"/>
                <a:gd name="connsiteY5-12" fmla="*/ 2940 h 10000"/>
                <a:gd name="connsiteX6-13" fmla="*/ 8621 w 10000"/>
                <a:gd name="connsiteY6-14" fmla="*/ 2867 h 10000"/>
                <a:gd name="connsiteX7-15" fmla="*/ 9353 w 10000"/>
                <a:gd name="connsiteY7-16" fmla="*/ 5815 h 10000"/>
                <a:gd name="connsiteX8-17" fmla="*/ 9841 w 10000"/>
                <a:gd name="connsiteY8-18" fmla="*/ 8096 h 10000"/>
                <a:gd name="connsiteX9-19" fmla="*/ 8448 w 10000"/>
                <a:gd name="connsiteY9-20" fmla="*/ 9807 h 10000"/>
                <a:gd name="connsiteX0-21" fmla="*/ 8448 w 10000"/>
                <a:gd name="connsiteY0-22" fmla="*/ 9807 h 10000"/>
                <a:gd name="connsiteX1-23" fmla="*/ 1220 w 10000"/>
                <a:gd name="connsiteY1-24" fmla="*/ 9711 h 10000"/>
                <a:gd name="connsiteX2-25" fmla="*/ 199 w 10000"/>
                <a:gd name="connsiteY2-26" fmla="*/ 6988 h 10000"/>
                <a:gd name="connsiteX3-27" fmla="*/ 1638 w 10000"/>
                <a:gd name="connsiteY3-28" fmla="*/ 4336 h 10000"/>
                <a:gd name="connsiteX4-29" fmla="*/ 3806 w 10000"/>
                <a:gd name="connsiteY4-30" fmla="*/ 627 h 10000"/>
                <a:gd name="connsiteX5-31" fmla="*/ 6684 w 10000"/>
                <a:gd name="connsiteY5-32" fmla="*/ 2940 h 10000"/>
                <a:gd name="connsiteX6-33" fmla="*/ 8621 w 10000"/>
                <a:gd name="connsiteY6-34" fmla="*/ 2867 h 10000"/>
                <a:gd name="connsiteX7-35" fmla="*/ 9353 w 10000"/>
                <a:gd name="connsiteY7-36" fmla="*/ 5815 h 10000"/>
                <a:gd name="connsiteX8-37" fmla="*/ 9841 w 10000"/>
                <a:gd name="connsiteY8-38" fmla="*/ 8096 h 10000"/>
                <a:gd name="connsiteX9-39" fmla="*/ 8448 w 10000"/>
                <a:gd name="connsiteY9-40" fmla="*/ 9807 h 10000"/>
                <a:gd name="connsiteX0-41" fmla="*/ 8448 w 10000"/>
                <a:gd name="connsiteY0-42" fmla="*/ 9807 h 10000"/>
                <a:gd name="connsiteX1-43" fmla="*/ 1220 w 10000"/>
                <a:gd name="connsiteY1-44" fmla="*/ 9711 h 10000"/>
                <a:gd name="connsiteX2-45" fmla="*/ 199 w 10000"/>
                <a:gd name="connsiteY2-46" fmla="*/ 6988 h 10000"/>
                <a:gd name="connsiteX3-47" fmla="*/ 1638 w 10000"/>
                <a:gd name="connsiteY3-48" fmla="*/ 4336 h 10000"/>
                <a:gd name="connsiteX4-49" fmla="*/ 3806 w 10000"/>
                <a:gd name="connsiteY4-50" fmla="*/ 627 h 10000"/>
                <a:gd name="connsiteX5-51" fmla="*/ 6684 w 10000"/>
                <a:gd name="connsiteY5-52" fmla="*/ 2940 h 10000"/>
                <a:gd name="connsiteX6-53" fmla="*/ 8621 w 10000"/>
                <a:gd name="connsiteY6-54" fmla="*/ 2867 h 10000"/>
                <a:gd name="connsiteX7-55" fmla="*/ 9054 w 10000"/>
                <a:gd name="connsiteY7-56" fmla="*/ 5692 h 10000"/>
                <a:gd name="connsiteX8-57" fmla="*/ 9841 w 10000"/>
                <a:gd name="connsiteY8-58" fmla="*/ 8096 h 10000"/>
                <a:gd name="connsiteX9-59" fmla="*/ 8448 w 10000"/>
                <a:gd name="connsiteY9-60" fmla="*/ 980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lIns="99481" tIns="49742" rIns="99481" bIns="49742" anchor="ctr"/>
            <a:lstStyle/>
            <a:p>
              <a:pPr marL="0" marR="0" lvl="0" indent="0" algn="ctr" defTabSz="1210945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pic>
          <p:nvPicPr>
            <p:cNvPr id="233" name="图片 2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4901" y="3661324"/>
              <a:ext cx="921102" cy="499733"/>
            </a:xfrm>
            <a:prstGeom prst="rect">
              <a:avLst/>
            </a:prstGeom>
            <a:noFill/>
          </p:spPr>
        </p:pic>
      </p:grpSp>
      <p:grpSp>
        <p:nvGrpSpPr>
          <p:cNvPr id="234" name="组合 233"/>
          <p:cNvGrpSpPr/>
          <p:nvPr/>
        </p:nvGrpSpPr>
        <p:grpSpPr>
          <a:xfrm rot="0">
            <a:off x="7202170" y="4852670"/>
            <a:ext cx="1002665" cy="711835"/>
            <a:chOff x="9228155" y="3396747"/>
            <a:chExt cx="1509956" cy="860749"/>
          </a:xfrm>
        </p:grpSpPr>
        <p:sp>
          <p:nvSpPr>
            <p:cNvPr id="235" name="Freeform 6"/>
            <p:cNvSpPr/>
            <p:nvPr/>
          </p:nvSpPr>
          <p:spPr bwMode="auto">
            <a:xfrm>
              <a:off x="9228155" y="3396747"/>
              <a:ext cx="1509956" cy="860749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-1" fmla="*/ 8448 w 10000"/>
                <a:gd name="connsiteY0-2" fmla="*/ 9807 h 10000"/>
                <a:gd name="connsiteX1-3" fmla="*/ 1220 w 10000"/>
                <a:gd name="connsiteY1-4" fmla="*/ 9711 h 10000"/>
                <a:gd name="connsiteX2-5" fmla="*/ 199 w 10000"/>
                <a:gd name="connsiteY2-6" fmla="*/ 6988 h 10000"/>
                <a:gd name="connsiteX3-7" fmla="*/ 1470 w 10000"/>
                <a:gd name="connsiteY3-8" fmla="*/ 4211 h 10000"/>
                <a:gd name="connsiteX4-9" fmla="*/ 3806 w 10000"/>
                <a:gd name="connsiteY4-10" fmla="*/ 627 h 10000"/>
                <a:gd name="connsiteX5-11" fmla="*/ 6684 w 10000"/>
                <a:gd name="connsiteY5-12" fmla="*/ 2940 h 10000"/>
                <a:gd name="connsiteX6-13" fmla="*/ 8621 w 10000"/>
                <a:gd name="connsiteY6-14" fmla="*/ 2867 h 10000"/>
                <a:gd name="connsiteX7-15" fmla="*/ 9353 w 10000"/>
                <a:gd name="connsiteY7-16" fmla="*/ 5815 h 10000"/>
                <a:gd name="connsiteX8-17" fmla="*/ 9841 w 10000"/>
                <a:gd name="connsiteY8-18" fmla="*/ 8096 h 10000"/>
                <a:gd name="connsiteX9-19" fmla="*/ 8448 w 10000"/>
                <a:gd name="connsiteY9-20" fmla="*/ 9807 h 10000"/>
                <a:gd name="connsiteX0-21" fmla="*/ 8448 w 10000"/>
                <a:gd name="connsiteY0-22" fmla="*/ 9807 h 10000"/>
                <a:gd name="connsiteX1-23" fmla="*/ 1220 w 10000"/>
                <a:gd name="connsiteY1-24" fmla="*/ 9711 h 10000"/>
                <a:gd name="connsiteX2-25" fmla="*/ 199 w 10000"/>
                <a:gd name="connsiteY2-26" fmla="*/ 6988 h 10000"/>
                <a:gd name="connsiteX3-27" fmla="*/ 1638 w 10000"/>
                <a:gd name="connsiteY3-28" fmla="*/ 4336 h 10000"/>
                <a:gd name="connsiteX4-29" fmla="*/ 3806 w 10000"/>
                <a:gd name="connsiteY4-30" fmla="*/ 627 h 10000"/>
                <a:gd name="connsiteX5-31" fmla="*/ 6684 w 10000"/>
                <a:gd name="connsiteY5-32" fmla="*/ 2940 h 10000"/>
                <a:gd name="connsiteX6-33" fmla="*/ 8621 w 10000"/>
                <a:gd name="connsiteY6-34" fmla="*/ 2867 h 10000"/>
                <a:gd name="connsiteX7-35" fmla="*/ 9353 w 10000"/>
                <a:gd name="connsiteY7-36" fmla="*/ 5815 h 10000"/>
                <a:gd name="connsiteX8-37" fmla="*/ 9841 w 10000"/>
                <a:gd name="connsiteY8-38" fmla="*/ 8096 h 10000"/>
                <a:gd name="connsiteX9-39" fmla="*/ 8448 w 10000"/>
                <a:gd name="connsiteY9-40" fmla="*/ 9807 h 10000"/>
                <a:gd name="connsiteX0-41" fmla="*/ 8448 w 10000"/>
                <a:gd name="connsiteY0-42" fmla="*/ 9807 h 10000"/>
                <a:gd name="connsiteX1-43" fmla="*/ 1220 w 10000"/>
                <a:gd name="connsiteY1-44" fmla="*/ 9711 h 10000"/>
                <a:gd name="connsiteX2-45" fmla="*/ 199 w 10000"/>
                <a:gd name="connsiteY2-46" fmla="*/ 6988 h 10000"/>
                <a:gd name="connsiteX3-47" fmla="*/ 1638 w 10000"/>
                <a:gd name="connsiteY3-48" fmla="*/ 4336 h 10000"/>
                <a:gd name="connsiteX4-49" fmla="*/ 3806 w 10000"/>
                <a:gd name="connsiteY4-50" fmla="*/ 627 h 10000"/>
                <a:gd name="connsiteX5-51" fmla="*/ 6684 w 10000"/>
                <a:gd name="connsiteY5-52" fmla="*/ 2940 h 10000"/>
                <a:gd name="connsiteX6-53" fmla="*/ 8621 w 10000"/>
                <a:gd name="connsiteY6-54" fmla="*/ 2867 h 10000"/>
                <a:gd name="connsiteX7-55" fmla="*/ 9054 w 10000"/>
                <a:gd name="connsiteY7-56" fmla="*/ 5692 h 10000"/>
                <a:gd name="connsiteX8-57" fmla="*/ 9841 w 10000"/>
                <a:gd name="connsiteY8-58" fmla="*/ 8096 h 10000"/>
                <a:gd name="connsiteX9-59" fmla="*/ 8448 w 10000"/>
                <a:gd name="connsiteY9-60" fmla="*/ 980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lIns="99481" tIns="49742" rIns="99481" bIns="49742" anchor="ctr"/>
            <a:lstStyle/>
            <a:p>
              <a:pPr marL="0" marR="0" lvl="0" indent="0" algn="ctr" defTabSz="1210945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pic>
          <p:nvPicPr>
            <p:cNvPr id="236" name="图片 2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4901" y="3661324"/>
              <a:ext cx="921102" cy="499733"/>
            </a:xfrm>
            <a:prstGeom prst="rect">
              <a:avLst/>
            </a:prstGeom>
            <a:noFill/>
          </p:spPr>
        </p:pic>
      </p:grpSp>
      <p:cxnSp>
        <p:nvCxnSpPr>
          <p:cNvPr id="237" name="直接连接符 71"/>
          <p:cNvCxnSpPr/>
          <p:nvPr/>
        </p:nvCxnSpPr>
        <p:spPr>
          <a:xfrm>
            <a:off x="6522720" y="4030980"/>
            <a:ext cx="787400" cy="129540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cxnSp>
        <p:nvCxnSpPr>
          <p:cNvPr id="238" name="直接连接符 73"/>
          <p:cNvCxnSpPr/>
          <p:nvPr/>
        </p:nvCxnSpPr>
        <p:spPr>
          <a:xfrm>
            <a:off x="6415405" y="4538980"/>
            <a:ext cx="934085" cy="613410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sp>
        <p:nvSpPr>
          <p:cNvPr id="239" name="任意多边形: 形状 77"/>
          <p:cNvSpPr/>
          <p:nvPr/>
        </p:nvSpPr>
        <p:spPr>
          <a:xfrm>
            <a:off x="741045" y="3724275"/>
            <a:ext cx="3700145" cy="496570"/>
          </a:xfrm>
          <a:custGeom>
            <a:avLst/>
            <a:gdLst>
              <a:gd name="connsiteX0" fmla="*/ 0 w 4749553"/>
              <a:gd name="connsiteY0" fmla="*/ 0 h 464564"/>
              <a:gd name="connsiteX1" fmla="*/ 2734322 w 4749553"/>
              <a:gd name="connsiteY1" fmla="*/ 266330 h 464564"/>
              <a:gd name="connsiteX2" fmla="*/ 4749553 w 4749553"/>
              <a:gd name="connsiteY2" fmla="*/ 452761 h 46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49553" h="464564">
                <a:moveTo>
                  <a:pt x="0" y="0"/>
                </a:moveTo>
                <a:lnTo>
                  <a:pt x="2734322" y="266330"/>
                </a:lnTo>
                <a:cubicBezTo>
                  <a:pt x="3525914" y="341790"/>
                  <a:pt x="4465468" y="510466"/>
                  <a:pt x="4749553" y="452761"/>
                </a:cubicBezTo>
              </a:path>
            </a:pathLst>
          </a:custGeom>
          <a:noFill/>
        </p:spPr>
        <p:txBody>
          <a:bodyPr vert="horz" wrap="square" lIns="91416" tIns="45708" rIns="91416" bIns="45708" numCol="1" rtlCol="0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cs"/>
              <a:sym typeface="Arial" panose="020B0604020202090204" pitchFamily="34" charset="0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6230620" y="3662045"/>
            <a:ext cx="569595" cy="245110"/>
          </a:xfrm>
          <a:prstGeom prst="rect">
            <a:avLst/>
          </a:prstGeom>
          <a:noFill/>
          <a:ln w="3175" cap="flat" cmpd="sng" algn="ctr">
            <a:noFill/>
            <a:prstDash val="sysDot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网关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241" name="组合 240"/>
          <p:cNvGrpSpPr/>
          <p:nvPr/>
        </p:nvGrpSpPr>
        <p:grpSpPr>
          <a:xfrm rot="0">
            <a:off x="3322320" y="2302510"/>
            <a:ext cx="2489835" cy="605790"/>
            <a:chOff x="4301924" y="947911"/>
            <a:chExt cx="2897533" cy="576398"/>
          </a:xfrm>
        </p:grpSpPr>
        <p:sp>
          <p:nvSpPr>
            <p:cNvPr id="242" name="Freeform 6"/>
            <p:cNvSpPr/>
            <p:nvPr/>
          </p:nvSpPr>
          <p:spPr bwMode="auto">
            <a:xfrm>
              <a:off x="4301924" y="947911"/>
              <a:ext cx="2897533" cy="557668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-1" fmla="*/ 8448 w 10000"/>
                <a:gd name="connsiteY0-2" fmla="*/ 9807 h 10000"/>
                <a:gd name="connsiteX1-3" fmla="*/ 1220 w 10000"/>
                <a:gd name="connsiteY1-4" fmla="*/ 9711 h 10000"/>
                <a:gd name="connsiteX2-5" fmla="*/ 199 w 10000"/>
                <a:gd name="connsiteY2-6" fmla="*/ 6988 h 10000"/>
                <a:gd name="connsiteX3-7" fmla="*/ 1470 w 10000"/>
                <a:gd name="connsiteY3-8" fmla="*/ 4211 h 10000"/>
                <a:gd name="connsiteX4-9" fmla="*/ 3806 w 10000"/>
                <a:gd name="connsiteY4-10" fmla="*/ 627 h 10000"/>
                <a:gd name="connsiteX5-11" fmla="*/ 6684 w 10000"/>
                <a:gd name="connsiteY5-12" fmla="*/ 2940 h 10000"/>
                <a:gd name="connsiteX6-13" fmla="*/ 8621 w 10000"/>
                <a:gd name="connsiteY6-14" fmla="*/ 2867 h 10000"/>
                <a:gd name="connsiteX7-15" fmla="*/ 9353 w 10000"/>
                <a:gd name="connsiteY7-16" fmla="*/ 5815 h 10000"/>
                <a:gd name="connsiteX8-17" fmla="*/ 9841 w 10000"/>
                <a:gd name="connsiteY8-18" fmla="*/ 8096 h 10000"/>
                <a:gd name="connsiteX9-19" fmla="*/ 8448 w 10000"/>
                <a:gd name="connsiteY9-20" fmla="*/ 9807 h 10000"/>
                <a:gd name="connsiteX0-21" fmla="*/ 8448 w 10000"/>
                <a:gd name="connsiteY0-22" fmla="*/ 9807 h 10000"/>
                <a:gd name="connsiteX1-23" fmla="*/ 1220 w 10000"/>
                <a:gd name="connsiteY1-24" fmla="*/ 9711 h 10000"/>
                <a:gd name="connsiteX2-25" fmla="*/ 199 w 10000"/>
                <a:gd name="connsiteY2-26" fmla="*/ 6988 h 10000"/>
                <a:gd name="connsiteX3-27" fmla="*/ 1638 w 10000"/>
                <a:gd name="connsiteY3-28" fmla="*/ 4336 h 10000"/>
                <a:gd name="connsiteX4-29" fmla="*/ 3806 w 10000"/>
                <a:gd name="connsiteY4-30" fmla="*/ 627 h 10000"/>
                <a:gd name="connsiteX5-31" fmla="*/ 6684 w 10000"/>
                <a:gd name="connsiteY5-32" fmla="*/ 2940 h 10000"/>
                <a:gd name="connsiteX6-33" fmla="*/ 8621 w 10000"/>
                <a:gd name="connsiteY6-34" fmla="*/ 2867 h 10000"/>
                <a:gd name="connsiteX7-35" fmla="*/ 9353 w 10000"/>
                <a:gd name="connsiteY7-36" fmla="*/ 5815 h 10000"/>
                <a:gd name="connsiteX8-37" fmla="*/ 9841 w 10000"/>
                <a:gd name="connsiteY8-38" fmla="*/ 8096 h 10000"/>
                <a:gd name="connsiteX9-39" fmla="*/ 8448 w 10000"/>
                <a:gd name="connsiteY9-40" fmla="*/ 9807 h 10000"/>
                <a:gd name="connsiteX0-41" fmla="*/ 8448 w 10000"/>
                <a:gd name="connsiteY0-42" fmla="*/ 9807 h 10000"/>
                <a:gd name="connsiteX1-43" fmla="*/ 1220 w 10000"/>
                <a:gd name="connsiteY1-44" fmla="*/ 9711 h 10000"/>
                <a:gd name="connsiteX2-45" fmla="*/ 199 w 10000"/>
                <a:gd name="connsiteY2-46" fmla="*/ 6988 h 10000"/>
                <a:gd name="connsiteX3-47" fmla="*/ 1638 w 10000"/>
                <a:gd name="connsiteY3-48" fmla="*/ 4336 h 10000"/>
                <a:gd name="connsiteX4-49" fmla="*/ 3806 w 10000"/>
                <a:gd name="connsiteY4-50" fmla="*/ 627 h 10000"/>
                <a:gd name="connsiteX5-51" fmla="*/ 6684 w 10000"/>
                <a:gd name="connsiteY5-52" fmla="*/ 2940 h 10000"/>
                <a:gd name="connsiteX6-53" fmla="*/ 8621 w 10000"/>
                <a:gd name="connsiteY6-54" fmla="*/ 2867 h 10000"/>
                <a:gd name="connsiteX7-55" fmla="*/ 9054 w 10000"/>
                <a:gd name="connsiteY7-56" fmla="*/ 5692 h 10000"/>
                <a:gd name="connsiteX8-57" fmla="*/ 9841 w 10000"/>
                <a:gd name="connsiteY8-58" fmla="*/ 8096 h 10000"/>
                <a:gd name="connsiteX9-59" fmla="*/ 8448 w 10000"/>
                <a:gd name="connsiteY9-60" fmla="*/ 980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ysClr val="window" lastClr="FFFFFF">
                  <a:lumMod val="65000"/>
                </a:sysClr>
              </a:solidFill>
              <a:round/>
            </a:ln>
          </p:spPr>
          <p:txBody>
            <a:bodyPr lIns="99481" tIns="49742" rIns="99481" bIns="49742" anchor="ctr"/>
            <a:lstStyle/>
            <a:p>
              <a:pPr marL="0" marR="0" lvl="0" indent="0" algn="ctr" defTabSz="1210945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43" name="文本框 401"/>
            <p:cNvSpPr txBox="1"/>
            <p:nvPr/>
          </p:nvSpPr>
          <p:spPr>
            <a:xfrm>
              <a:off x="4645549" y="1074187"/>
              <a:ext cx="2355123" cy="45012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en-US"/>
              </a:defPPr>
              <a:lvl1pPr marL="0" indent="0" defTabSz="1186815" eaLnBrk="1" fontAlgn="ctr" latinLnBrk="0" hangingPunct="1">
                <a:lnSpc>
                  <a:spcPct val="110000"/>
                </a:lnSpc>
                <a:buFont typeface="Arial" panose="020B0604020202090204" pitchFamily="34" charset="0"/>
                <a:buNone/>
                <a:defRPr sz="1100" b="1" baseline="0">
                  <a:solidFill>
                    <a:srgbClr val="C00000"/>
                  </a:solidFill>
                  <a:latin typeface="+mn-lt"/>
                  <a:ea typeface="+mn-ea"/>
                  <a:cs typeface="+mn-ea"/>
                </a:defRPr>
              </a:lvl1pPr>
              <a:lvl2pPr marL="593725" indent="0" algn="ctr" defTabSz="118745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595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87450" indent="0" algn="ctr" defTabSz="118745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335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781175" indent="0" algn="ctr" defTabSz="118745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08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374900" indent="0" algn="ctr" defTabSz="118745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08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968625" indent="0" algn="ctr" defTabSz="1187450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08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3561715" indent="0" algn="ctr" defTabSz="1187450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08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4155440" indent="0" algn="ctr" defTabSz="1187450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08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4749165" indent="0" algn="ctr" defTabSz="1187450">
                <a:lnSpc>
                  <a:spcPct val="90000"/>
                </a:lnSpc>
                <a:spcBef>
                  <a:spcPts val="650"/>
                </a:spcBef>
                <a:buFont typeface="Arial" panose="020B0604020202090204" pitchFamily="34" charset="0"/>
                <a:buNone/>
                <a:defRPr sz="208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marR="0" lvl="0" indent="0" algn="ctr" defTabSz="1186180" rtl="0" eaLnBrk="1" fontAlgn="ctr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7F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智能体互联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7F0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管控平台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7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</p:grpSp>
      <p:cxnSp>
        <p:nvCxnSpPr>
          <p:cNvPr id="244" name="直接连接符 208"/>
          <p:cNvCxnSpPr/>
          <p:nvPr/>
        </p:nvCxnSpPr>
        <p:spPr>
          <a:xfrm flipH="1" flipV="1">
            <a:off x="1638300" y="4128770"/>
            <a:ext cx="952500" cy="241935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dash"/>
            <a:miter lim="800000"/>
          </a:ln>
          <a:effectLst/>
        </p:spPr>
      </p:cxnSp>
      <p:cxnSp>
        <p:nvCxnSpPr>
          <p:cNvPr id="245" name="直接连接符 211"/>
          <p:cNvCxnSpPr>
            <a:stCxn id="208" idx="2"/>
          </p:cNvCxnSpPr>
          <p:nvPr/>
        </p:nvCxnSpPr>
        <p:spPr>
          <a:xfrm flipH="1" flipV="1">
            <a:off x="1696720" y="2938780"/>
            <a:ext cx="1090295" cy="883285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dash"/>
            <a:miter lim="800000"/>
          </a:ln>
          <a:effectLst/>
        </p:spPr>
      </p:cxnSp>
      <p:cxnSp>
        <p:nvCxnSpPr>
          <p:cNvPr id="246" name="直接连接符 271"/>
          <p:cNvCxnSpPr/>
          <p:nvPr/>
        </p:nvCxnSpPr>
        <p:spPr>
          <a:xfrm flipV="1">
            <a:off x="2907030" y="4810125"/>
            <a:ext cx="163195" cy="23876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dash"/>
            <a:miter lim="800000"/>
          </a:ln>
          <a:effectLst/>
        </p:spPr>
      </p:cxnSp>
      <p:grpSp>
        <p:nvGrpSpPr>
          <p:cNvPr id="247" name="组合 246"/>
          <p:cNvGrpSpPr/>
          <p:nvPr/>
        </p:nvGrpSpPr>
        <p:grpSpPr>
          <a:xfrm rot="0">
            <a:off x="593090" y="2351405"/>
            <a:ext cx="1504950" cy="3736975"/>
            <a:chOff x="1008000" y="1344768"/>
            <a:chExt cx="1751117" cy="3648635"/>
          </a:xfrm>
        </p:grpSpPr>
        <p:sp>
          <p:nvSpPr>
            <p:cNvPr id="248" name="矩形: 圆角 32"/>
            <p:cNvSpPr/>
            <p:nvPr/>
          </p:nvSpPr>
          <p:spPr>
            <a:xfrm>
              <a:off x="1008000" y="1344768"/>
              <a:ext cx="1622219" cy="3648635"/>
            </a:xfrm>
            <a:prstGeom prst="roundRect">
              <a:avLst>
                <a:gd name="adj" fmla="val 13039"/>
              </a:avLst>
            </a:prstGeom>
            <a:solidFill>
              <a:schemeClr val="accent3">
                <a:lumMod val="20000"/>
                <a:lumOff val="80000"/>
                <a:alpha val="58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D1D1A">
                    <a:lumMod val="10000"/>
                    <a:lumOff val="90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grpSp>
          <p:nvGrpSpPr>
            <p:cNvPr id="249" name="组合 248"/>
            <p:cNvGrpSpPr/>
            <p:nvPr/>
          </p:nvGrpSpPr>
          <p:grpSpPr>
            <a:xfrm>
              <a:off x="1290131" y="1622333"/>
              <a:ext cx="1027026" cy="1062738"/>
              <a:chOff x="1119852" y="3009287"/>
              <a:chExt cx="637694" cy="767054"/>
            </a:xfrm>
          </p:grpSpPr>
          <p:grpSp>
            <p:nvGrpSpPr>
              <p:cNvPr id="250" name="组合 169"/>
              <p:cNvGrpSpPr>
                <a:grpSpLocks noChangeAspect="1"/>
              </p:cNvGrpSpPr>
              <p:nvPr/>
            </p:nvGrpSpPr>
            <p:grpSpPr bwMode="auto">
              <a:xfrm>
                <a:off x="1342738" y="3110884"/>
                <a:ext cx="257518" cy="173820"/>
                <a:chOff x="7405688" y="2257425"/>
                <a:chExt cx="884238" cy="585788"/>
              </a:xfrm>
              <a:solidFill>
                <a:srgbClr val="1D1D1A">
                  <a:lumMod val="75000"/>
                  <a:lumOff val="25000"/>
                </a:srgbClr>
              </a:solidFill>
            </p:grpSpPr>
            <p:sp>
              <p:nvSpPr>
                <p:cNvPr id="251" name="Freeform 143"/>
                <p:cNvSpPr>
                  <a:spLocks noEditPoints="1"/>
                </p:cNvSpPr>
                <p:nvPr/>
              </p:nvSpPr>
              <p:spPr bwMode="auto">
                <a:xfrm>
                  <a:off x="7405688" y="2257425"/>
                  <a:ext cx="884238" cy="585788"/>
                </a:xfrm>
                <a:custGeom>
                  <a:avLst/>
                  <a:gdLst>
                    <a:gd name="T0" fmla="*/ 2147483646 w 2108"/>
                    <a:gd name="T1" fmla="*/ 2147483646 h 1394"/>
                    <a:gd name="T2" fmla="*/ 2147483646 w 2108"/>
                    <a:gd name="T3" fmla="*/ 2147483646 h 1394"/>
                    <a:gd name="T4" fmla="*/ 2147483646 w 2108"/>
                    <a:gd name="T5" fmla="*/ 2147483646 h 1394"/>
                    <a:gd name="T6" fmla="*/ 2147483646 w 2108"/>
                    <a:gd name="T7" fmla="*/ 2147483646 h 1394"/>
                    <a:gd name="T8" fmla="*/ 2147483646 w 2108"/>
                    <a:gd name="T9" fmla="*/ 2147483646 h 1394"/>
                    <a:gd name="T10" fmla="*/ 2147483646 w 2108"/>
                    <a:gd name="T11" fmla="*/ 2147483646 h 1394"/>
                    <a:gd name="T12" fmla="*/ 2147483646 w 2108"/>
                    <a:gd name="T13" fmla="*/ 2147483646 h 1394"/>
                    <a:gd name="T14" fmla="*/ 2147483646 w 2108"/>
                    <a:gd name="T15" fmla="*/ 2147483646 h 1394"/>
                    <a:gd name="T16" fmla="*/ 2147483646 w 2108"/>
                    <a:gd name="T17" fmla="*/ 2147483646 h 1394"/>
                    <a:gd name="T18" fmla="*/ 2147483646 w 2108"/>
                    <a:gd name="T19" fmla="*/ 2147483646 h 1394"/>
                    <a:gd name="T20" fmla="*/ 2147483646 w 2108"/>
                    <a:gd name="T21" fmla="*/ 2147483646 h 1394"/>
                    <a:gd name="T22" fmla="*/ 2147483646 w 2108"/>
                    <a:gd name="T23" fmla="*/ 2147483646 h 1394"/>
                    <a:gd name="T24" fmla="*/ 2147483646 w 2108"/>
                    <a:gd name="T25" fmla="*/ 2147483646 h 1394"/>
                    <a:gd name="T26" fmla="*/ 2147483646 w 2108"/>
                    <a:gd name="T27" fmla="*/ 2147483646 h 1394"/>
                    <a:gd name="T28" fmla="*/ 2147483646 w 2108"/>
                    <a:gd name="T29" fmla="*/ 2147483646 h 1394"/>
                    <a:gd name="T30" fmla="*/ 2147483646 w 2108"/>
                    <a:gd name="T31" fmla="*/ 2147483646 h 1394"/>
                    <a:gd name="T32" fmla="*/ 2147483646 w 2108"/>
                    <a:gd name="T33" fmla="*/ 2147483646 h 1394"/>
                    <a:gd name="T34" fmla="*/ 2147483646 w 2108"/>
                    <a:gd name="T35" fmla="*/ 2147483646 h 1394"/>
                    <a:gd name="T36" fmla="*/ 2147483646 w 2108"/>
                    <a:gd name="T37" fmla="*/ 0 h 1394"/>
                    <a:gd name="T38" fmla="*/ 2147483646 w 2108"/>
                    <a:gd name="T39" fmla="*/ 2147483646 h 1394"/>
                    <a:gd name="T40" fmla="*/ 2147483646 w 2108"/>
                    <a:gd name="T41" fmla="*/ 2147483646 h 1394"/>
                    <a:gd name="T42" fmla="*/ 2147483646 w 2108"/>
                    <a:gd name="T43" fmla="*/ 0 h 1394"/>
                    <a:gd name="T44" fmla="*/ 2147483646 w 2108"/>
                    <a:gd name="T45" fmla="*/ 2147483646 h 1394"/>
                    <a:gd name="T46" fmla="*/ 2147483646 w 2108"/>
                    <a:gd name="T47" fmla="*/ 2147483646 h 1394"/>
                    <a:gd name="T48" fmla="*/ 2147483646 w 2108"/>
                    <a:gd name="T49" fmla="*/ 2147483646 h 1394"/>
                    <a:gd name="T50" fmla="*/ 2147483646 w 2108"/>
                    <a:gd name="T51" fmla="*/ 2147483646 h 1394"/>
                    <a:gd name="T52" fmla="*/ 2147483646 w 2108"/>
                    <a:gd name="T53" fmla="*/ 2147483646 h 1394"/>
                    <a:gd name="T54" fmla="*/ 2147483646 w 2108"/>
                    <a:gd name="T55" fmla="*/ 2147483646 h 1394"/>
                    <a:gd name="T56" fmla="*/ 2147483646 w 2108"/>
                    <a:gd name="T57" fmla="*/ 2147483646 h 1394"/>
                    <a:gd name="T58" fmla="*/ 2147483646 w 2108"/>
                    <a:gd name="T59" fmla="*/ 2147483646 h 1394"/>
                    <a:gd name="T60" fmla="*/ 2147483646 w 2108"/>
                    <a:gd name="T61" fmla="*/ 2147483646 h 1394"/>
                    <a:gd name="T62" fmla="*/ 2147483646 w 2108"/>
                    <a:gd name="T63" fmla="*/ 2147483646 h 1394"/>
                    <a:gd name="T64" fmla="*/ 2147483646 w 2108"/>
                    <a:gd name="T65" fmla="*/ 2147483646 h 1394"/>
                    <a:gd name="T66" fmla="*/ 2147483646 w 2108"/>
                    <a:gd name="T67" fmla="*/ 2147483646 h 1394"/>
                    <a:gd name="T68" fmla="*/ 2147483646 w 2108"/>
                    <a:gd name="T69" fmla="*/ 2147483646 h 1394"/>
                    <a:gd name="T70" fmla="*/ 2147483646 w 2108"/>
                    <a:gd name="T71" fmla="*/ 2147483646 h 1394"/>
                    <a:gd name="T72" fmla="*/ 2147483646 w 2108"/>
                    <a:gd name="T73" fmla="*/ 2147483646 h 1394"/>
                    <a:gd name="T74" fmla="*/ 2147483646 w 2108"/>
                    <a:gd name="T75" fmla="*/ 2147483646 h 1394"/>
                    <a:gd name="T76" fmla="*/ 2147483646 w 2108"/>
                    <a:gd name="T77" fmla="*/ 2147483646 h 1394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108"/>
                    <a:gd name="T118" fmla="*/ 0 h 1394"/>
                    <a:gd name="T119" fmla="*/ 2108 w 2108"/>
                    <a:gd name="T120" fmla="*/ 1394 h 1394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108" h="1394">
                      <a:moveTo>
                        <a:pt x="1865" y="611"/>
                      </a:moveTo>
                      <a:lnTo>
                        <a:pt x="1865" y="611"/>
                      </a:lnTo>
                      <a:lnTo>
                        <a:pt x="1217" y="611"/>
                      </a:lnTo>
                      <a:lnTo>
                        <a:pt x="743" y="188"/>
                      </a:lnTo>
                      <a:cubicBezTo>
                        <a:pt x="731" y="176"/>
                        <a:pt x="711" y="176"/>
                        <a:pt x="699" y="188"/>
                      </a:cubicBezTo>
                      <a:lnTo>
                        <a:pt x="225" y="611"/>
                      </a:lnTo>
                      <a:lnTo>
                        <a:pt x="124" y="611"/>
                      </a:lnTo>
                      <a:lnTo>
                        <a:pt x="734" y="66"/>
                      </a:lnTo>
                      <a:lnTo>
                        <a:pt x="1374" y="66"/>
                      </a:lnTo>
                      <a:lnTo>
                        <a:pt x="1556" y="229"/>
                      </a:lnTo>
                      <a:cubicBezTo>
                        <a:pt x="1566" y="238"/>
                        <a:pt x="1580" y="240"/>
                        <a:pt x="1592" y="235"/>
                      </a:cubicBezTo>
                      <a:cubicBezTo>
                        <a:pt x="1604" y="229"/>
                        <a:pt x="1612" y="217"/>
                        <a:pt x="1612" y="204"/>
                      </a:cubicBezTo>
                      <a:lnTo>
                        <a:pt x="1612" y="66"/>
                      </a:lnTo>
                      <a:lnTo>
                        <a:pt x="1755" y="66"/>
                      </a:lnTo>
                      <a:lnTo>
                        <a:pt x="1755" y="392"/>
                      </a:lnTo>
                      <a:cubicBezTo>
                        <a:pt x="1755" y="401"/>
                        <a:pt x="1759" y="410"/>
                        <a:pt x="1766" y="416"/>
                      </a:cubicBezTo>
                      <a:lnTo>
                        <a:pt x="1984" y="611"/>
                      </a:lnTo>
                      <a:lnTo>
                        <a:pt x="1865" y="611"/>
                      </a:lnTo>
                      <a:close/>
                      <a:moveTo>
                        <a:pt x="857" y="814"/>
                      </a:moveTo>
                      <a:lnTo>
                        <a:pt x="857" y="814"/>
                      </a:lnTo>
                      <a:lnTo>
                        <a:pt x="585" y="814"/>
                      </a:lnTo>
                      <a:cubicBezTo>
                        <a:pt x="567" y="814"/>
                        <a:pt x="552" y="829"/>
                        <a:pt x="552" y="847"/>
                      </a:cubicBezTo>
                      <a:lnTo>
                        <a:pt x="552" y="1291"/>
                      </a:lnTo>
                      <a:lnTo>
                        <a:pt x="271" y="1291"/>
                      </a:lnTo>
                      <a:lnTo>
                        <a:pt x="271" y="659"/>
                      </a:lnTo>
                      <a:lnTo>
                        <a:pt x="721" y="257"/>
                      </a:lnTo>
                      <a:lnTo>
                        <a:pt x="1171" y="659"/>
                      </a:lnTo>
                      <a:lnTo>
                        <a:pt x="1171" y="1291"/>
                      </a:lnTo>
                      <a:lnTo>
                        <a:pt x="890" y="1291"/>
                      </a:lnTo>
                      <a:lnTo>
                        <a:pt x="890" y="847"/>
                      </a:lnTo>
                      <a:cubicBezTo>
                        <a:pt x="890" y="829"/>
                        <a:pt x="875" y="814"/>
                        <a:pt x="857" y="814"/>
                      </a:cubicBezTo>
                      <a:close/>
                      <a:moveTo>
                        <a:pt x="2094" y="620"/>
                      </a:moveTo>
                      <a:lnTo>
                        <a:pt x="2094" y="620"/>
                      </a:lnTo>
                      <a:lnTo>
                        <a:pt x="1822" y="377"/>
                      </a:lnTo>
                      <a:lnTo>
                        <a:pt x="1822" y="33"/>
                      </a:lnTo>
                      <a:cubicBezTo>
                        <a:pt x="1822" y="15"/>
                        <a:pt x="1807" y="0"/>
                        <a:pt x="1788" y="0"/>
                      </a:cubicBezTo>
                      <a:lnTo>
                        <a:pt x="1578" y="0"/>
                      </a:lnTo>
                      <a:cubicBezTo>
                        <a:pt x="1560" y="0"/>
                        <a:pt x="1545" y="15"/>
                        <a:pt x="1545" y="33"/>
                      </a:cubicBezTo>
                      <a:lnTo>
                        <a:pt x="1545" y="130"/>
                      </a:lnTo>
                      <a:lnTo>
                        <a:pt x="1409" y="8"/>
                      </a:lnTo>
                      <a:cubicBezTo>
                        <a:pt x="1403" y="3"/>
                        <a:pt x="1395" y="0"/>
                        <a:pt x="1387" y="0"/>
                      </a:cubicBezTo>
                      <a:lnTo>
                        <a:pt x="721" y="0"/>
                      </a:lnTo>
                      <a:cubicBezTo>
                        <a:pt x="713" y="0"/>
                        <a:pt x="705" y="3"/>
                        <a:pt x="699" y="8"/>
                      </a:cubicBezTo>
                      <a:lnTo>
                        <a:pt x="14" y="620"/>
                      </a:lnTo>
                      <a:cubicBezTo>
                        <a:pt x="4" y="629"/>
                        <a:pt x="0" y="643"/>
                        <a:pt x="5" y="656"/>
                      </a:cubicBezTo>
                      <a:cubicBezTo>
                        <a:pt x="10" y="669"/>
                        <a:pt x="22" y="678"/>
                        <a:pt x="36" y="678"/>
                      </a:cubicBezTo>
                      <a:lnTo>
                        <a:pt x="204" y="678"/>
                      </a:lnTo>
                      <a:lnTo>
                        <a:pt x="204" y="1324"/>
                      </a:lnTo>
                      <a:cubicBezTo>
                        <a:pt x="204" y="1343"/>
                        <a:pt x="219" y="1358"/>
                        <a:pt x="238" y="1358"/>
                      </a:cubicBezTo>
                      <a:lnTo>
                        <a:pt x="585" y="1358"/>
                      </a:lnTo>
                      <a:cubicBezTo>
                        <a:pt x="603" y="1358"/>
                        <a:pt x="618" y="1343"/>
                        <a:pt x="618" y="1324"/>
                      </a:cubicBezTo>
                      <a:lnTo>
                        <a:pt x="618" y="881"/>
                      </a:lnTo>
                      <a:lnTo>
                        <a:pt x="824" y="881"/>
                      </a:lnTo>
                      <a:lnTo>
                        <a:pt x="824" y="1324"/>
                      </a:lnTo>
                      <a:cubicBezTo>
                        <a:pt x="824" y="1343"/>
                        <a:pt x="839" y="1358"/>
                        <a:pt x="857" y="1358"/>
                      </a:cubicBezTo>
                      <a:lnTo>
                        <a:pt x="1204" y="1358"/>
                      </a:lnTo>
                      <a:lnTo>
                        <a:pt x="1364" y="1358"/>
                      </a:lnTo>
                      <a:cubicBezTo>
                        <a:pt x="1376" y="1379"/>
                        <a:pt x="1398" y="1394"/>
                        <a:pt x="1425" y="1394"/>
                      </a:cubicBezTo>
                      <a:cubicBezTo>
                        <a:pt x="1463" y="1394"/>
                        <a:pt x="1494" y="1363"/>
                        <a:pt x="1494" y="1324"/>
                      </a:cubicBezTo>
                      <a:cubicBezTo>
                        <a:pt x="1494" y="1286"/>
                        <a:pt x="1463" y="1255"/>
                        <a:pt x="1425" y="1255"/>
                      </a:cubicBezTo>
                      <a:cubicBezTo>
                        <a:pt x="1398" y="1255"/>
                        <a:pt x="1376" y="1270"/>
                        <a:pt x="1364" y="1291"/>
                      </a:cubicBezTo>
                      <a:lnTo>
                        <a:pt x="1238" y="1291"/>
                      </a:lnTo>
                      <a:lnTo>
                        <a:pt x="1238" y="678"/>
                      </a:lnTo>
                      <a:lnTo>
                        <a:pt x="1831" y="678"/>
                      </a:lnTo>
                      <a:lnTo>
                        <a:pt x="1831" y="1291"/>
                      </a:lnTo>
                      <a:lnTo>
                        <a:pt x="1698" y="1291"/>
                      </a:lnTo>
                      <a:cubicBezTo>
                        <a:pt x="1686" y="1270"/>
                        <a:pt x="1664" y="1255"/>
                        <a:pt x="1638" y="1255"/>
                      </a:cubicBezTo>
                      <a:cubicBezTo>
                        <a:pt x="1599" y="1255"/>
                        <a:pt x="1568" y="1286"/>
                        <a:pt x="1568" y="1324"/>
                      </a:cubicBezTo>
                      <a:cubicBezTo>
                        <a:pt x="1568" y="1363"/>
                        <a:pt x="1599" y="1394"/>
                        <a:pt x="1638" y="1394"/>
                      </a:cubicBezTo>
                      <a:cubicBezTo>
                        <a:pt x="1664" y="1394"/>
                        <a:pt x="1686" y="1379"/>
                        <a:pt x="1698" y="1358"/>
                      </a:cubicBezTo>
                      <a:lnTo>
                        <a:pt x="1865" y="1358"/>
                      </a:lnTo>
                      <a:cubicBezTo>
                        <a:pt x="1883" y="1358"/>
                        <a:pt x="1898" y="1343"/>
                        <a:pt x="1898" y="1324"/>
                      </a:cubicBezTo>
                      <a:lnTo>
                        <a:pt x="1898" y="678"/>
                      </a:lnTo>
                      <a:lnTo>
                        <a:pt x="2071" y="678"/>
                      </a:lnTo>
                      <a:cubicBezTo>
                        <a:pt x="2085" y="678"/>
                        <a:pt x="2098" y="669"/>
                        <a:pt x="2103" y="656"/>
                      </a:cubicBezTo>
                      <a:cubicBezTo>
                        <a:pt x="2108" y="643"/>
                        <a:pt x="2104" y="629"/>
                        <a:pt x="2094" y="6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63055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95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52" name="Freeform 144"/>
                <p:cNvSpPr>
                  <a:spLocks noEditPoints="1"/>
                </p:cNvSpPr>
                <p:nvPr/>
              </p:nvSpPr>
              <p:spPr bwMode="auto">
                <a:xfrm>
                  <a:off x="7950200" y="2600325"/>
                  <a:ext cx="85725" cy="85725"/>
                </a:xfrm>
                <a:custGeom>
                  <a:avLst/>
                  <a:gdLst>
                    <a:gd name="T0" fmla="*/ 2147483646 w 204"/>
                    <a:gd name="T1" fmla="*/ 2147483646 h 204"/>
                    <a:gd name="T2" fmla="*/ 2147483646 w 204"/>
                    <a:gd name="T3" fmla="*/ 2147483646 h 204"/>
                    <a:gd name="T4" fmla="*/ 2147483646 w 204"/>
                    <a:gd name="T5" fmla="*/ 2147483646 h 204"/>
                    <a:gd name="T6" fmla="*/ 2147483646 w 204"/>
                    <a:gd name="T7" fmla="*/ 2147483646 h 204"/>
                    <a:gd name="T8" fmla="*/ 2147483646 w 204"/>
                    <a:gd name="T9" fmla="*/ 2147483646 h 204"/>
                    <a:gd name="T10" fmla="*/ 2147483646 w 204"/>
                    <a:gd name="T11" fmla="*/ 2147483646 h 204"/>
                    <a:gd name="T12" fmla="*/ 2147483646 w 204"/>
                    <a:gd name="T13" fmla="*/ 0 h 204"/>
                    <a:gd name="T14" fmla="*/ 2147483646 w 204"/>
                    <a:gd name="T15" fmla="*/ 0 h 204"/>
                    <a:gd name="T16" fmla="*/ 2147483646 w 204"/>
                    <a:gd name="T17" fmla="*/ 0 h 204"/>
                    <a:gd name="T18" fmla="*/ 0 w 204"/>
                    <a:gd name="T19" fmla="*/ 2147483646 h 204"/>
                    <a:gd name="T20" fmla="*/ 0 w 204"/>
                    <a:gd name="T21" fmla="*/ 2147483646 h 204"/>
                    <a:gd name="T22" fmla="*/ 2147483646 w 204"/>
                    <a:gd name="T23" fmla="*/ 2147483646 h 204"/>
                    <a:gd name="T24" fmla="*/ 2147483646 w 204"/>
                    <a:gd name="T25" fmla="*/ 2147483646 h 204"/>
                    <a:gd name="T26" fmla="*/ 2147483646 w 204"/>
                    <a:gd name="T27" fmla="*/ 2147483646 h 204"/>
                    <a:gd name="T28" fmla="*/ 2147483646 w 204"/>
                    <a:gd name="T29" fmla="*/ 2147483646 h 204"/>
                    <a:gd name="T30" fmla="*/ 2147483646 w 204"/>
                    <a:gd name="T31" fmla="*/ 0 h 204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04"/>
                    <a:gd name="T49" fmla="*/ 0 h 204"/>
                    <a:gd name="T50" fmla="*/ 204 w 204"/>
                    <a:gd name="T51" fmla="*/ 204 h 204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04" h="204">
                      <a:moveTo>
                        <a:pt x="137" y="137"/>
                      </a:moveTo>
                      <a:lnTo>
                        <a:pt x="137" y="137"/>
                      </a:lnTo>
                      <a:lnTo>
                        <a:pt x="67" y="137"/>
                      </a:lnTo>
                      <a:lnTo>
                        <a:pt x="67" y="67"/>
                      </a:lnTo>
                      <a:lnTo>
                        <a:pt x="137" y="67"/>
                      </a:lnTo>
                      <a:lnTo>
                        <a:pt x="137" y="137"/>
                      </a:lnTo>
                      <a:close/>
                      <a:moveTo>
                        <a:pt x="170" y="0"/>
                      </a:moveTo>
                      <a:lnTo>
                        <a:pt x="170" y="0"/>
                      </a:lnTo>
                      <a:lnTo>
                        <a:pt x="33" y="0"/>
                      </a:lnTo>
                      <a:cubicBezTo>
                        <a:pt x="15" y="0"/>
                        <a:pt x="0" y="15"/>
                        <a:pt x="0" y="34"/>
                      </a:cubicBezTo>
                      <a:lnTo>
                        <a:pt x="0" y="171"/>
                      </a:lnTo>
                      <a:cubicBezTo>
                        <a:pt x="0" y="189"/>
                        <a:pt x="15" y="204"/>
                        <a:pt x="33" y="204"/>
                      </a:cubicBezTo>
                      <a:lnTo>
                        <a:pt x="170" y="204"/>
                      </a:lnTo>
                      <a:cubicBezTo>
                        <a:pt x="189" y="204"/>
                        <a:pt x="204" y="189"/>
                        <a:pt x="204" y="171"/>
                      </a:cubicBezTo>
                      <a:lnTo>
                        <a:pt x="204" y="34"/>
                      </a:lnTo>
                      <a:cubicBezTo>
                        <a:pt x="204" y="15"/>
                        <a:pt x="189" y="0"/>
                        <a:pt x="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63055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95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53" name="Freeform 145"/>
                <p:cNvSpPr>
                  <a:spLocks noEditPoints="1"/>
                </p:cNvSpPr>
                <p:nvPr/>
              </p:nvSpPr>
              <p:spPr bwMode="auto">
                <a:xfrm>
                  <a:off x="8062913" y="2600325"/>
                  <a:ext cx="85725" cy="85725"/>
                </a:xfrm>
                <a:custGeom>
                  <a:avLst/>
                  <a:gdLst>
                    <a:gd name="T0" fmla="*/ 2147483646 w 204"/>
                    <a:gd name="T1" fmla="*/ 2147483646 h 204"/>
                    <a:gd name="T2" fmla="*/ 2147483646 w 204"/>
                    <a:gd name="T3" fmla="*/ 2147483646 h 204"/>
                    <a:gd name="T4" fmla="*/ 2147483646 w 204"/>
                    <a:gd name="T5" fmla="*/ 2147483646 h 204"/>
                    <a:gd name="T6" fmla="*/ 2147483646 w 204"/>
                    <a:gd name="T7" fmla="*/ 2147483646 h 204"/>
                    <a:gd name="T8" fmla="*/ 2147483646 w 204"/>
                    <a:gd name="T9" fmla="*/ 2147483646 h 204"/>
                    <a:gd name="T10" fmla="*/ 2147483646 w 204"/>
                    <a:gd name="T11" fmla="*/ 2147483646 h 204"/>
                    <a:gd name="T12" fmla="*/ 2147483646 w 204"/>
                    <a:gd name="T13" fmla="*/ 2147483646 h 204"/>
                    <a:gd name="T14" fmla="*/ 2147483646 w 204"/>
                    <a:gd name="T15" fmla="*/ 2147483646 h 204"/>
                    <a:gd name="T16" fmla="*/ 2147483646 w 204"/>
                    <a:gd name="T17" fmla="*/ 2147483646 h 204"/>
                    <a:gd name="T18" fmla="*/ 2147483646 w 204"/>
                    <a:gd name="T19" fmla="*/ 2147483646 h 204"/>
                    <a:gd name="T20" fmla="*/ 2147483646 w 204"/>
                    <a:gd name="T21" fmla="*/ 2147483646 h 204"/>
                    <a:gd name="T22" fmla="*/ 2147483646 w 204"/>
                    <a:gd name="T23" fmla="*/ 0 h 204"/>
                    <a:gd name="T24" fmla="*/ 2147483646 w 204"/>
                    <a:gd name="T25" fmla="*/ 0 h 204"/>
                    <a:gd name="T26" fmla="*/ 0 w 204"/>
                    <a:gd name="T27" fmla="*/ 2147483646 h 204"/>
                    <a:gd name="T28" fmla="*/ 0 w 204"/>
                    <a:gd name="T29" fmla="*/ 2147483646 h 204"/>
                    <a:gd name="T30" fmla="*/ 2147483646 w 204"/>
                    <a:gd name="T31" fmla="*/ 2147483646 h 204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04"/>
                    <a:gd name="T49" fmla="*/ 0 h 204"/>
                    <a:gd name="T50" fmla="*/ 204 w 204"/>
                    <a:gd name="T51" fmla="*/ 204 h 204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04" h="204">
                      <a:moveTo>
                        <a:pt x="67" y="67"/>
                      </a:moveTo>
                      <a:lnTo>
                        <a:pt x="67" y="67"/>
                      </a:lnTo>
                      <a:lnTo>
                        <a:pt x="137" y="67"/>
                      </a:lnTo>
                      <a:lnTo>
                        <a:pt x="137" y="137"/>
                      </a:lnTo>
                      <a:lnTo>
                        <a:pt x="67" y="137"/>
                      </a:lnTo>
                      <a:lnTo>
                        <a:pt x="67" y="67"/>
                      </a:lnTo>
                      <a:close/>
                      <a:moveTo>
                        <a:pt x="34" y="204"/>
                      </a:moveTo>
                      <a:lnTo>
                        <a:pt x="34" y="204"/>
                      </a:lnTo>
                      <a:lnTo>
                        <a:pt x="171" y="204"/>
                      </a:lnTo>
                      <a:cubicBezTo>
                        <a:pt x="189" y="204"/>
                        <a:pt x="204" y="189"/>
                        <a:pt x="204" y="171"/>
                      </a:cubicBezTo>
                      <a:lnTo>
                        <a:pt x="204" y="34"/>
                      </a:lnTo>
                      <a:cubicBezTo>
                        <a:pt x="204" y="15"/>
                        <a:pt x="189" y="0"/>
                        <a:pt x="171" y="0"/>
                      </a:cubicBezTo>
                      <a:lnTo>
                        <a:pt x="34" y="0"/>
                      </a:lnTo>
                      <a:cubicBezTo>
                        <a:pt x="15" y="0"/>
                        <a:pt x="0" y="15"/>
                        <a:pt x="0" y="34"/>
                      </a:cubicBezTo>
                      <a:lnTo>
                        <a:pt x="0" y="171"/>
                      </a:lnTo>
                      <a:cubicBezTo>
                        <a:pt x="0" y="189"/>
                        <a:pt x="15" y="204"/>
                        <a:pt x="34" y="20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63055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595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  <p:grpSp>
            <p:nvGrpSpPr>
              <p:cNvPr id="254" name="组合 253"/>
              <p:cNvGrpSpPr/>
              <p:nvPr/>
            </p:nvGrpSpPr>
            <p:grpSpPr>
              <a:xfrm>
                <a:off x="1119852" y="3009287"/>
                <a:ext cx="637694" cy="767054"/>
                <a:chOff x="1095790" y="2948433"/>
                <a:chExt cx="638192" cy="767651"/>
              </a:xfrm>
            </p:grpSpPr>
            <p:pic>
              <p:nvPicPr>
                <p:cNvPr id="255" name="Picture 2" descr="F:\02-绿叶公司-胶片素材\PNG元素\图片107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-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65750" y="2948433"/>
                  <a:ext cx="335390" cy="3682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56" name="矩形 255"/>
                <p:cNvSpPr/>
                <p:nvPr/>
              </p:nvSpPr>
              <p:spPr>
                <a:xfrm>
                  <a:off x="1095790" y="3488526"/>
                  <a:ext cx="638192" cy="22755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63119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rPr>
                    <a:t>家庭</a:t>
                  </a:r>
                  <a:r>
                    <a:rPr kumimoji="0" lang="en-US" altLang="zh-CN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rPr>
                    <a:t>/</a:t>
                  </a:r>
                  <a:r>
                    <a:rPr kumimoji="0" lang="zh-CN" altLang="en-US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Arial" panose="020B0604020202090204" pitchFamily="34" charset="0"/>
                      <a:ea typeface="微软雅黑" panose="020B0502040204020203" charset="-122"/>
                      <a:cs typeface="+mn-ea"/>
                      <a:sym typeface="Arial" panose="020B0604020202090204" pitchFamily="34" charset="0"/>
                    </a:rPr>
                    <a:t>个人接入</a:t>
                  </a:r>
                  <a:endPara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  <p:grpSp>
          <p:nvGrpSpPr>
            <p:cNvPr id="257" name="组合 256"/>
            <p:cNvGrpSpPr/>
            <p:nvPr/>
          </p:nvGrpSpPr>
          <p:grpSpPr>
            <a:xfrm>
              <a:off x="1330995" y="1480853"/>
              <a:ext cx="1097005" cy="793318"/>
              <a:chOff x="1597643" y="3899364"/>
              <a:chExt cx="1097005" cy="796644"/>
            </a:xfrm>
          </p:grpSpPr>
          <p:grpSp>
            <p:nvGrpSpPr>
              <p:cNvPr id="258" name="组合 257"/>
              <p:cNvGrpSpPr/>
              <p:nvPr/>
            </p:nvGrpSpPr>
            <p:grpSpPr>
              <a:xfrm>
                <a:off x="1875940" y="4423683"/>
                <a:ext cx="239246" cy="272325"/>
                <a:chOff x="6888" y="13793"/>
                <a:chExt cx="1242" cy="1265"/>
              </a:xfrm>
            </p:grpSpPr>
            <p:sp>
              <p:nvSpPr>
                <p:cNvPr id="259" name="任意多边形 44"/>
                <p:cNvSpPr/>
                <p:nvPr/>
              </p:nvSpPr>
              <p:spPr>
                <a:xfrm>
                  <a:off x="6888" y="13793"/>
                  <a:ext cx="1242" cy="12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90" h="2178">
                      <a:moveTo>
                        <a:pt x="1938" y="1320"/>
                      </a:moveTo>
                      <a:lnTo>
                        <a:pt x="1938" y="1260"/>
                      </a:lnTo>
                      <a:cubicBezTo>
                        <a:pt x="1942" y="1039"/>
                        <a:pt x="1840" y="828"/>
                        <a:pt x="1663" y="694"/>
                      </a:cubicBezTo>
                      <a:lnTo>
                        <a:pt x="1657" y="688"/>
                      </a:lnTo>
                      <a:lnTo>
                        <a:pt x="1909" y="293"/>
                      </a:lnTo>
                      <a:lnTo>
                        <a:pt x="1915" y="295"/>
                      </a:lnTo>
                      <a:cubicBezTo>
                        <a:pt x="1982" y="311"/>
                        <a:pt x="2051" y="276"/>
                        <a:pt x="2077" y="212"/>
                      </a:cubicBezTo>
                      <a:cubicBezTo>
                        <a:pt x="2104" y="149"/>
                        <a:pt x="2080" y="75"/>
                        <a:pt x="2023" y="38"/>
                      </a:cubicBezTo>
                      <a:cubicBezTo>
                        <a:pt x="1965" y="0"/>
                        <a:pt x="1889" y="12"/>
                        <a:pt x="1843" y="63"/>
                      </a:cubicBezTo>
                      <a:cubicBezTo>
                        <a:pt x="1796" y="114"/>
                        <a:pt x="1794" y="190"/>
                        <a:pt x="1835" y="245"/>
                      </a:cubicBezTo>
                      <a:lnTo>
                        <a:pt x="1839" y="250"/>
                      </a:lnTo>
                      <a:lnTo>
                        <a:pt x="1589" y="643"/>
                      </a:lnTo>
                      <a:lnTo>
                        <a:pt x="1582" y="638"/>
                      </a:lnTo>
                      <a:cubicBezTo>
                        <a:pt x="1433" y="555"/>
                        <a:pt x="1265" y="514"/>
                        <a:pt x="1094" y="517"/>
                      </a:cubicBezTo>
                      <a:cubicBezTo>
                        <a:pt x="923" y="514"/>
                        <a:pt x="756" y="556"/>
                        <a:pt x="607" y="638"/>
                      </a:cubicBezTo>
                      <a:lnTo>
                        <a:pt x="600" y="643"/>
                      </a:lnTo>
                      <a:lnTo>
                        <a:pt x="350" y="250"/>
                      </a:lnTo>
                      <a:lnTo>
                        <a:pt x="353" y="245"/>
                      </a:lnTo>
                      <a:cubicBezTo>
                        <a:pt x="396" y="190"/>
                        <a:pt x="392" y="114"/>
                        <a:pt x="346" y="63"/>
                      </a:cubicBezTo>
                      <a:cubicBezTo>
                        <a:pt x="299" y="12"/>
                        <a:pt x="222" y="0"/>
                        <a:pt x="165" y="38"/>
                      </a:cubicBezTo>
                      <a:cubicBezTo>
                        <a:pt x="107" y="75"/>
                        <a:pt x="84" y="148"/>
                        <a:pt x="111" y="212"/>
                      </a:cubicBezTo>
                      <a:cubicBezTo>
                        <a:pt x="137" y="275"/>
                        <a:pt x="206" y="311"/>
                        <a:pt x="273" y="295"/>
                      </a:cubicBezTo>
                      <a:lnTo>
                        <a:pt x="280" y="293"/>
                      </a:lnTo>
                      <a:lnTo>
                        <a:pt x="532" y="688"/>
                      </a:lnTo>
                      <a:lnTo>
                        <a:pt x="525" y="694"/>
                      </a:lnTo>
                      <a:cubicBezTo>
                        <a:pt x="350" y="828"/>
                        <a:pt x="246" y="1039"/>
                        <a:pt x="251" y="1260"/>
                      </a:cubicBezTo>
                      <a:lnTo>
                        <a:pt x="251" y="1320"/>
                      </a:lnTo>
                      <a:lnTo>
                        <a:pt x="0" y="1320"/>
                      </a:lnTo>
                      <a:lnTo>
                        <a:pt x="0" y="1903"/>
                      </a:lnTo>
                      <a:lnTo>
                        <a:pt x="251" y="1903"/>
                      </a:lnTo>
                      <a:lnTo>
                        <a:pt x="251" y="2177"/>
                      </a:lnTo>
                      <a:lnTo>
                        <a:pt x="943" y="2177"/>
                      </a:lnTo>
                      <a:lnTo>
                        <a:pt x="943" y="2095"/>
                      </a:lnTo>
                      <a:lnTo>
                        <a:pt x="333" y="2095"/>
                      </a:lnTo>
                      <a:lnTo>
                        <a:pt x="333" y="1260"/>
                      </a:lnTo>
                      <a:cubicBezTo>
                        <a:pt x="333" y="804"/>
                        <a:pt x="715" y="599"/>
                        <a:pt x="1094" y="599"/>
                      </a:cubicBezTo>
                      <a:cubicBezTo>
                        <a:pt x="1474" y="599"/>
                        <a:pt x="1856" y="804"/>
                        <a:pt x="1856" y="1260"/>
                      </a:cubicBezTo>
                      <a:lnTo>
                        <a:pt x="1856" y="2095"/>
                      </a:lnTo>
                      <a:lnTo>
                        <a:pt x="1284" y="2095"/>
                      </a:lnTo>
                      <a:lnTo>
                        <a:pt x="1284" y="2177"/>
                      </a:lnTo>
                      <a:lnTo>
                        <a:pt x="1938" y="2177"/>
                      </a:lnTo>
                      <a:lnTo>
                        <a:pt x="1938" y="1903"/>
                      </a:lnTo>
                      <a:lnTo>
                        <a:pt x="2189" y="1903"/>
                      </a:lnTo>
                      <a:lnTo>
                        <a:pt x="2189" y="1320"/>
                      </a:lnTo>
                      <a:lnTo>
                        <a:pt x="1938" y="1320"/>
                      </a:lnTo>
                      <a:close/>
                      <a:moveTo>
                        <a:pt x="251" y="1822"/>
                      </a:moveTo>
                      <a:lnTo>
                        <a:pt x="82" y="1822"/>
                      </a:lnTo>
                      <a:lnTo>
                        <a:pt x="82" y="1403"/>
                      </a:lnTo>
                      <a:lnTo>
                        <a:pt x="251" y="1403"/>
                      </a:lnTo>
                      <a:lnTo>
                        <a:pt x="251" y="1822"/>
                      </a:lnTo>
                      <a:close/>
                      <a:moveTo>
                        <a:pt x="2106" y="1822"/>
                      </a:moveTo>
                      <a:lnTo>
                        <a:pt x="1937" y="1822"/>
                      </a:lnTo>
                      <a:lnTo>
                        <a:pt x="1937" y="1403"/>
                      </a:lnTo>
                      <a:lnTo>
                        <a:pt x="2106" y="1403"/>
                      </a:lnTo>
                      <a:lnTo>
                        <a:pt x="2106" y="1822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 w="9525">
                  <a:noFill/>
                </a:ln>
              </p:spPr>
              <p:txBody>
                <a:bodyPr/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60" name="任意多边形 45"/>
                <p:cNvSpPr/>
                <p:nvPr/>
              </p:nvSpPr>
              <p:spPr>
                <a:xfrm>
                  <a:off x="7310" y="14533"/>
                  <a:ext cx="115" cy="1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2" h="209">
                      <a:moveTo>
                        <a:pt x="0" y="104"/>
                      </a:moveTo>
                      <a:cubicBezTo>
                        <a:pt x="0" y="140"/>
                        <a:pt x="19" y="173"/>
                        <a:pt x="50" y="190"/>
                      </a:cubicBezTo>
                      <a:cubicBezTo>
                        <a:pt x="81" y="208"/>
                        <a:pt x="119" y="208"/>
                        <a:pt x="150" y="190"/>
                      </a:cubicBezTo>
                      <a:cubicBezTo>
                        <a:pt x="181" y="173"/>
                        <a:pt x="201" y="139"/>
                        <a:pt x="201" y="104"/>
                      </a:cubicBezTo>
                      <a:cubicBezTo>
                        <a:pt x="201" y="68"/>
                        <a:pt x="181" y="35"/>
                        <a:pt x="150" y="17"/>
                      </a:cubicBezTo>
                      <a:cubicBezTo>
                        <a:pt x="120" y="0"/>
                        <a:pt x="81" y="0"/>
                        <a:pt x="50" y="17"/>
                      </a:cubicBezTo>
                      <a:cubicBezTo>
                        <a:pt x="18" y="35"/>
                        <a:pt x="0" y="69"/>
                        <a:pt x="0" y="104"/>
                      </a:cubicBezTo>
                    </a:path>
                  </a:pathLst>
                </a:custGeom>
                <a:solidFill>
                  <a:srgbClr val="595757"/>
                </a:solidFill>
                <a:ln w="9525">
                  <a:noFill/>
                </a:ln>
              </p:spPr>
              <p:txBody>
                <a:bodyPr/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61" name="任意多边形 46"/>
                <p:cNvSpPr/>
                <p:nvPr/>
              </p:nvSpPr>
              <p:spPr>
                <a:xfrm>
                  <a:off x="7593" y="14533"/>
                  <a:ext cx="115" cy="1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2" h="209">
                      <a:moveTo>
                        <a:pt x="0" y="104"/>
                      </a:moveTo>
                      <a:cubicBezTo>
                        <a:pt x="0" y="140"/>
                        <a:pt x="20" y="173"/>
                        <a:pt x="50" y="190"/>
                      </a:cubicBezTo>
                      <a:cubicBezTo>
                        <a:pt x="81" y="208"/>
                        <a:pt x="119" y="208"/>
                        <a:pt x="151" y="190"/>
                      </a:cubicBezTo>
                      <a:cubicBezTo>
                        <a:pt x="181" y="173"/>
                        <a:pt x="201" y="139"/>
                        <a:pt x="201" y="104"/>
                      </a:cubicBezTo>
                      <a:cubicBezTo>
                        <a:pt x="201" y="68"/>
                        <a:pt x="181" y="35"/>
                        <a:pt x="151" y="17"/>
                      </a:cubicBezTo>
                      <a:cubicBezTo>
                        <a:pt x="120" y="0"/>
                        <a:pt x="82" y="0"/>
                        <a:pt x="50" y="17"/>
                      </a:cubicBezTo>
                      <a:cubicBezTo>
                        <a:pt x="19" y="35"/>
                        <a:pt x="0" y="69"/>
                        <a:pt x="0" y="104"/>
                      </a:cubicBezTo>
                    </a:path>
                  </a:pathLst>
                </a:custGeom>
                <a:solidFill>
                  <a:srgbClr val="595757"/>
                </a:solidFill>
                <a:ln w="9525">
                  <a:noFill/>
                </a:ln>
              </p:spPr>
              <p:txBody>
                <a:bodyPr/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62" name="任意多边形 47"/>
                <p:cNvSpPr/>
                <p:nvPr/>
              </p:nvSpPr>
              <p:spPr>
                <a:xfrm>
                  <a:off x="7145" y="14430"/>
                  <a:ext cx="725" cy="3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78" h="576">
                      <a:moveTo>
                        <a:pt x="990" y="0"/>
                      </a:moveTo>
                      <a:lnTo>
                        <a:pt x="288" y="0"/>
                      </a:lnTo>
                      <a:cubicBezTo>
                        <a:pt x="130" y="0"/>
                        <a:pt x="0" y="129"/>
                        <a:pt x="0" y="288"/>
                      </a:cubicBezTo>
                      <a:cubicBezTo>
                        <a:pt x="0" y="447"/>
                        <a:pt x="129" y="575"/>
                        <a:pt x="288" y="575"/>
                      </a:cubicBezTo>
                      <a:lnTo>
                        <a:pt x="990" y="575"/>
                      </a:lnTo>
                      <a:cubicBezTo>
                        <a:pt x="1148" y="575"/>
                        <a:pt x="1277" y="447"/>
                        <a:pt x="1277" y="288"/>
                      </a:cubicBezTo>
                      <a:cubicBezTo>
                        <a:pt x="1277" y="129"/>
                        <a:pt x="1148" y="0"/>
                        <a:pt x="990" y="0"/>
                      </a:cubicBezTo>
                      <a:close/>
                      <a:moveTo>
                        <a:pt x="990" y="502"/>
                      </a:moveTo>
                      <a:lnTo>
                        <a:pt x="288" y="502"/>
                      </a:lnTo>
                      <a:cubicBezTo>
                        <a:pt x="170" y="502"/>
                        <a:pt x="73" y="406"/>
                        <a:pt x="73" y="287"/>
                      </a:cubicBezTo>
                      <a:cubicBezTo>
                        <a:pt x="73" y="169"/>
                        <a:pt x="169" y="72"/>
                        <a:pt x="288" y="72"/>
                      </a:cubicBezTo>
                      <a:lnTo>
                        <a:pt x="990" y="72"/>
                      </a:lnTo>
                      <a:cubicBezTo>
                        <a:pt x="1108" y="72"/>
                        <a:pt x="1205" y="168"/>
                        <a:pt x="1205" y="287"/>
                      </a:cubicBezTo>
                      <a:cubicBezTo>
                        <a:pt x="1204" y="405"/>
                        <a:pt x="1108" y="502"/>
                        <a:pt x="990" y="502"/>
                      </a:cubicBezTo>
                      <a:close/>
                    </a:path>
                  </a:pathLst>
                </a:custGeom>
                <a:solidFill>
                  <a:srgbClr val="595757"/>
                </a:solidFill>
                <a:ln w="9525">
                  <a:noFill/>
                </a:ln>
              </p:spPr>
              <p:txBody>
                <a:bodyPr/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63" name="任意多边形 48"/>
                <p:cNvSpPr/>
                <p:nvPr/>
              </p:nvSpPr>
              <p:spPr>
                <a:xfrm>
                  <a:off x="7343" y="14950"/>
                  <a:ext cx="107" cy="10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1" h="191">
                      <a:moveTo>
                        <a:pt x="190" y="95"/>
                      </a:moveTo>
                      <a:cubicBezTo>
                        <a:pt x="190" y="113"/>
                        <a:pt x="185" y="128"/>
                        <a:pt x="177" y="143"/>
                      </a:cubicBezTo>
                      <a:cubicBezTo>
                        <a:pt x="168" y="159"/>
                        <a:pt x="158" y="168"/>
                        <a:pt x="143" y="177"/>
                      </a:cubicBezTo>
                      <a:cubicBezTo>
                        <a:pt x="127" y="186"/>
                        <a:pt x="112" y="190"/>
                        <a:pt x="95" y="190"/>
                      </a:cubicBezTo>
                      <a:cubicBezTo>
                        <a:pt x="77" y="190"/>
                        <a:pt x="63" y="186"/>
                        <a:pt x="48" y="177"/>
                      </a:cubicBezTo>
                      <a:cubicBezTo>
                        <a:pt x="33" y="168"/>
                        <a:pt x="22" y="159"/>
                        <a:pt x="13" y="143"/>
                      </a:cubicBezTo>
                      <a:cubicBezTo>
                        <a:pt x="4" y="128"/>
                        <a:pt x="0" y="113"/>
                        <a:pt x="0" y="95"/>
                      </a:cubicBezTo>
                      <a:cubicBezTo>
                        <a:pt x="0" y="78"/>
                        <a:pt x="4" y="63"/>
                        <a:pt x="13" y="48"/>
                      </a:cubicBezTo>
                      <a:cubicBezTo>
                        <a:pt x="22" y="33"/>
                        <a:pt x="33" y="22"/>
                        <a:pt x="48" y="13"/>
                      </a:cubicBezTo>
                      <a:cubicBezTo>
                        <a:pt x="63" y="4"/>
                        <a:pt x="78" y="0"/>
                        <a:pt x="95" y="0"/>
                      </a:cubicBezTo>
                      <a:cubicBezTo>
                        <a:pt x="113" y="0"/>
                        <a:pt x="127" y="4"/>
                        <a:pt x="143" y="13"/>
                      </a:cubicBezTo>
                      <a:cubicBezTo>
                        <a:pt x="158" y="22"/>
                        <a:pt x="168" y="33"/>
                        <a:pt x="177" y="48"/>
                      </a:cubicBezTo>
                      <a:cubicBezTo>
                        <a:pt x="185" y="63"/>
                        <a:pt x="190" y="78"/>
                        <a:pt x="190" y="95"/>
                      </a:cubicBezTo>
                    </a:path>
                  </a:pathLst>
                </a:custGeom>
                <a:solidFill>
                  <a:srgbClr val="595757"/>
                </a:solidFill>
                <a:ln w="9525">
                  <a:noFill/>
                </a:ln>
              </p:spPr>
              <p:txBody>
                <a:bodyPr/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64" name="任意多边形 49"/>
                <p:cNvSpPr/>
                <p:nvPr/>
              </p:nvSpPr>
              <p:spPr>
                <a:xfrm>
                  <a:off x="7565" y="14950"/>
                  <a:ext cx="108" cy="10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" h="191">
                      <a:moveTo>
                        <a:pt x="189" y="95"/>
                      </a:moveTo>
                      <a:cubicBezTo>
                        <a:pt x="189" y="113"/>
                        <a:pt x="185" y="128"/>
                        <a:pt x="177" y="143"/>
                      </a:cubicBezTo>
                      <a:cubicBezTo>
                        <a:pt x="168" y="159"/>
                        <a:pt x="157" y="168"/>
                        <a:pt x="142" y="177"/>
                      </a:cubicBezTo>
                      <a:cubicBezTo>
                        <a:pt x="127" y="186"/>
                        <a:pt x="112" y="190"/>
                        <a:pt x="95" y="190"/>
                      </a:cubicBezTo>
                      <a:cubicBezTo>
                        <a:pt x="77" y="190"/>
                        <a:pt x="62" y="186"/>
                        <a:pt x="47" y="177"/>
                      </a:cubicBezTo>
                      <a:cubicBezTo>
                        <a:pt x="32" y="168"/>
                        <a:pt x="20" y="159"/>
                        <a:pt x="12" y="143"/>
                      </a:cubicBezTo>
                      <a:cubicBezTo>
                        <a:pt x="3" y="128"/>
                        <a:pt x="0" y="113"/>
                        <a:pt x="0" y="95"/>
                      </a:cubicBezTo>
                      <a:cubicBezTo>
                        <a:pt x="0" y="78"/>
                        <a:pt x="3" y="63"/>
                        <a:pt x="12" y="48"/>
                      </a:cubicBezTo>
                      <a:cubicBezTo>
                        <a:pt x="20" y="33"/>
                        <a:pt x="32" y="22"/>
                        <a:pt x="47" y="13"/>
                      </a:cubicBezTo>
                      <a:cubicBezTo>
                        <a:pt x="62" y="4"/>
                        <a:pt x="77" y="0"/>
                        <a:pt x="95" y="0"/>
                      </a:cubicBezTo>
                      <a:cubicBezTo>
                        <a:pt x="112" y="0"/>
                        <a:pt x="127" y="4"/>
                        <a:pt x="142" y="13"/>
                      </a:cubicBezTo>
                      <a:cubicBezTo>
                        <a:pt x="157" y="22"/>
                        <a:pt x="168" y="33"/>
                        <a:pt x="177" y="48"/>
                      </a:cubicBezTo>
                      <a:cubicBezTo>
                        <a:pt x="185" y="63"/>
                        <a:pt x="189" y="78"/>
                        <a:pt x="189" y="95"/>
                      </a:cubicBezTo>
                    </a:path>
                  </a:pathLst>
                </a:custGeom>
                <a:solidFill>
                  <a:srgbClr val="595757"/>
                </a:solidFill>
                <a:ln w="9525">
                  <a:noFill/>
                </a:ln>
              </p:spPr>
              <p:txBody>
                <a:bodyPr/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  <p:pic>
            <p:nvPicPr>
              <p:cNvPr id="265" name="Picture 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7643" y="3947764"/>
                <a:ext cx="265907" cy="2443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6" name="图片 26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8076" y="3899364"/>
                <a:ext cx="342920" cy="235959"/>
              </a:xfrm>
              <a:prstGeom prst="rect">
                <a:avLst/>
              </a:prstGeom>
            </p:spPr>
          </p:pic>
          <p:sp>
            <p:nvSpPr>
              <p:cNvPr id="267" name="任意多边形: 形状 113"/>
              <p:cNvSpPr/>
              <p:nvPr/>
            </p:nvSpPr>
            <p:spPr>
              <a:xfrm>
                <a:off x="1696645" y="4061672"/>
                <a:ext cx="998003" cy="486052"/>
              </a:xfrm>
              <a:custGeom>
                <a:avLst/>
                <a:gdLst>
                  <a:gd name="connsiteX0" fmla="*/ 998003 w 998003"/>
                  <a:gd name="connsiteY0" fmla="*/ 227107 h 486052"/>
                  <a:gd name="connsiteX1" fmla="*/ 561033 w 998003"/>
                  <a:gd name="connsiteY1" fmla="*/ 40990 h 486052"/>
                  <a:gd name="connsiteX2" fmla="*/ 26959 w 998003"/>
                  <a:gd name="connsiteY2" fmla="*/ 40990 h 486052"/>
                  <a:gd name="connsiteX3" fmla="*/ 75511 w 998003"/>
                  <a:gd name="connsiteY3" fmla="*/ 486052 h 486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8003" h="486052">
                    <a:moveTo>
                      <a:pt x="998003" y="227107"/>
                    </a:moveTo>
                    <a:cubicBezTo>
                      <a:pt x="860438" y="149558"/>
                      <a:pt x="722874" y="72009"/>
                      <a:pt x="561033" y="40990"/>
                    </a:cubicBezTo>
                    <a:cubicBezTo>
                      <a:pt x="399192" y="9970"/>
                      <a:pt x="107879" y="-33187"/>
                      <a:pt x="26959" y="40990"/>
                    </a:cubicBezTo>
                    <a:cubicBezTo>
                      <a:pt x="-53961" y="115167"/>
                      <a:pt x="72814" y="409178"/>
                      <a:pt x="75511" y="486052"/>
                    </a:cubicBez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cxnSp>
            <p:nvCxnSpPr>
              <p:cNvPr id="268" name="直接连接符 114"/>
              <p:cNvCxnSpPr>
                <a:endCxn id="266" idx="3"/>
              </p:cNvCxnSpPr>
              <p:nvPr/>
            </p:nvCxnSpPr>
            <p:spPr>
              <a:xfrm flipH="1" flipV="1">
                <a:off x="2370996" y="4017344"/>
                <a:ext cx="82769" cy="296807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269" name="直接连接符 115"/>
              <p:cNvCxnSpPr>
                <a:endCxn id="265" idx="2"/>
              </p:cNvCxnSpPr>
              <p:nvPr/>
            </p:nvCxnSpPr>
            <p:spPr>
              <a:xfrm flipH="1" flipV="1">
                <a:off x="1730597" y="4192127"/>
                <a:ext cx="723168" cy="122024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270" name="直接连接符 116"/>
              <p:cNvCxnSpPr/>
              <p:nvPr/>
            </p:nvCxnSpPr>
            <p:spPr>
              <a:xfrm flipH="1">
                <a:off x="2017876" y="4314150"/>
                <a:ext cx="435889" cy="317246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</p:grpSp>
        <p:grpSp>
          <p:nvGrpSpPr>
            <p:cNvPr id="271" name="组合 270"/>
            <p:cNvGrpSpPr/>
            <p:nvPr/>
          </p:nvGrpSpPr>
          <p:grpSpPr>
            <a:xfrm>
              <a:off x="1464146" y="2864706"/>
              <a:ext cx="655175" cy="892565"/>
              <a:chOff x="2178415" y="2928677"/>
              <a:chExt cx="457816" cy="904319"/>
            </a:xfrm>
          </p:grpSpPr>
          <p:sp>
            <p:nvSpPr>
              <p:cNvPr id="272" name="矩形 271"/>
              <p:cNvSpPr/>
              <p:nvPr/>
            </p:nvSpPr>
            <p:spPr>
              <a:xfrm>
                <a:off x="2178415" y="3673445"/>
                <a:ext cx="457816" cy="15955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63119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rPr>
                  <a:t>企业接入</a:t>
                </a:r>
                <a:endPara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pic>
            <p:nvPicPr>
              <p:cNvPr id="273" name="Picture 2" descr="F:\02-绿叶公司-胶片素材\PNG元素\图片1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9375" y="2928677"/>
                <a:ext cx="421895" cy="425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74" name="组合 28914"/>
              <p:cNvGrpSpPr>
                <a:grpSpLocks noChangeAspect="1"/>
              </p:cNvGrpSpPr>
              <p:nvPr/>
            </p:nvGrpSpPr>
            <p:grpSpPr bwMode="auto">
              <a:xfrm>
                <a:off x="2270051" y="3046528"/>
                <a:ext cx="244549" cy="210538"/>
                <a:chOff x="5368925" y="2644776"/>
                <a:chExt cx="631825" cy="539750"/>
              </a:xfrm>
              <a:solidFill>
                <a:srgbClr val="1D1D1A">
                  <a:lumMod val="75000"/>
                  <a:lumOff val="25000"/>
                </a:srgbClr>
              </a:solidFill>
            </p:grpSpPr>
            <p:sp>
              <p:nvSpPr>
                <p:cNvPr id="275" name="Freeform 201"/>
                <p:cNvSpPr/>
                <p:nvPr/>
              </p:nvSpPr>
              <p:spPr bwMode="auto">
                <a:xfrm>
                  <a:off x="5708650" y="2644776"/>
                  <a:ext cx="292100" cy="523875"/>
                </a:xfrm>
                <a:custGeom>
                  <a:avLst/>
                  <a:gdLst>
                    <a:gd name="T0" fmla="*/ 2147483647 w 698"/>
                    <a:gd name="T1" fmla="*/ 2147483647 h 1249"/>
                    <a:gd name="T2" fmla="*/ 2147483647 w 698"/>
                    <a:gd name="T3" fmla="*/ 2147483647 h 1249"/>
                    <a:gd name="T4" fmla="*/ 2147483647 w 698"/>
                    <a:gd name="T5" fmla="*/ 2147483647 h 1249"/>
                    <a:gd name="T6" fmla="*/ 2147483647 w 698"/>
                    <a:gd name="T7" fmla="*/ 2147483647 h 1249"/>
                    <a:gd name="T8" fmla="*/ 2147483647 w 698"/>
                    <a:gd name="T9" fmla="*/ 2147483647 h 1249"/>
                    <a:gd name="T10" fmla="*/ 2147483647 w 698"/>
                    <a:gd name="T11" fmla="*/ 2147483647 h 1249"/>
                    <a:gd name="T12" fmla="*/ 2147483647 w 698"/>
                    <a:gd name="T13" fmla="*/ 2147483647 h 1249"/>
                    <a:gd name="T14" fmla="*/ 2147483647 w 698"/>
                    <a:gd name="T15" fmla="*/ 2147483647 h 1249"/>
                    <a:gd name="T16" fmla="*/ 2147483647 w 698"/>
                    <a:gd name="T17" fmla="*/ 2147483647 h 1249"/>
                    <a:gd name="T18" fmla="*/ 2147483647 w 698"/>
                    <a:gd name="T19" fmla="*/ 2147483647 h 1249"/>
                    <a:gd name="T20" fmla="*/ 2147483647 w 698"/>
                    <a:gd name="T21" fmla="*/ 2147483647 h 1249"/>
                    <a:gd name="T22" fmla="*/ 2147483647 w 698"/>
                    <a:gd name="T23" fmla="*/ 2147483647 h 1249"/>
                    <a:gd name="T24" fmla="*/ 2147483647 w 698"/>
                    <a:gd name="T25" fmla="*/ 2147483647 h 1249"/>
                    <a:gd name="T26" fmla="*/ 0 w 698"/>
                    <a:gd name="T27" fmla="*/ 2147483647 h 1249"/>
                    <a:gd name="T28" fmla="*/ 0 w 698"/>
                    <a:gd name="T29" fmla="*/ 2147483647 h 1249"/>
                    <a:gd name="T30" fmla="*/ 2147483647 w 698"/>
                    <a:gd name="T31" fmla="*/ 0 h 1249"/>
                    <a:gd name="T32" fmla="*/ 2147483647 w 698"/>
                    <a:gd name="T33" fmla="*/ 0 h 1249"/>
                    <a:gd name="T34" fmla="*/ 2147483647 w 698"/>
                    <a:gd name="T35" fmla="*/ 2147483647 h 1249"/>
                    <a:gd name="T36" fmla="*/ 2147483647 w 698"/>
                    <a:gd name="T37" fmla="*/ 2147483647 h 1249"/>
                    <a:gd name="T38" fmla="*/ 2147483647 w 698"/>
                    <a:gd name="T39" fmla="*/ 2147483647 h 1249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698"/>
                    <a:gd name="T61" fmla="*/ 0 h 1249"/>
                    <a:gd name="T62" fmla="*/ 698 w 698"/>
                    <a:gd name="T63" fmla="*/ 1249 h 1249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698" h="1249">
                      <a:moveTo>
                        <a:pt x="665" y="1249"/>
                      </a:moveTo>
                      <a:lnTo>
                        <a:pt x="665" y="1249"/>
                      </a:lnTo>
                      <a:lnTo>
                        <a:pt x="451" y="1249"/>
                      </a:lnTo>
                      <a:cubicBezTo>
                        <a:pt x="432" y="1249"/>
                        <a:pt x="417" y="1234"/>
                        <a:pt x="417" y="1215"/>
                      </a:cubicBezTo>
                      <a:cubicBezTo>
                        <a:pt x="417" y="1197"/>
                        <a:pt x="432" y="1182"/>
                        <a:pt x="451" y="1182"/>
                      </a:cubicBezTo>
                      <a:lnTo>
                        <a:pt x="631" y="1182"/>
                      </a:lnTo>
                      <a:lnTo>
                        <a:pt x="631" y="67"/>
                      </a:lnTo>
                      <a:lnTo>
                        <a:pt x="66" y="67"/>
                      </a:lnTo>
                      <a:lnTo>
                        <a:pt x="66" y="1182"/>
                      </a:lnTo>
                      <a:lnTo>
                        <a:pt x="247" y="1182"/>
                      </a:lnTo>
                      <a:cubicBezTo>
                        <a:pt x="266" y="1182"/>
                        <a:pt x="281" y="1197"/>
                        <a:pt x="281" y="1215"/>
                      </a:cubicBezTo>
                      <a:cubicBezTo>
                        <a:pt x="281" y="1234"/>
                        <a:pt x="266" y="1249"/>
                        <a:pt x="247" y="1249"/>
                      </a:cubicBezTo>
                      <a:lnTo>
                        <a:pt x="33" y="1249"/>
                      </a:lnTo>
                      <a:cubicBezTo>
                        <a:pt x="15" y="1249"/>
                        <a:pt x="0" y="1234"/>
                        <a:pt x="0" y="1215"/>
                      </a:cubicBezTo>
                      <a:lnTo>
                        <a:pt x="0" y="34"/>
                      </a:lnTo>
                      <a:cubicBezTo>
                        <a:pt x="0" y="15"/>
                        <a:pt x="15" y="0"/>
                        <a:pt x="33" y="0"/>
                      </a:cubicBezTo>
                      <a:lnTo>
                        <a:pt x="665" y="0"/>
                      </a:lnTo>
                      <a:cubicBezTo>
                        <a:pt x="683" y="0"/>
                        <a:pt x="698" y="15"/>
                        <a:pt x="698" y="34"/>
                      </a:cubicBezTo>
                      <a:lnTo>
                        <a:pt x="698" y="1215"/>
                      </a:lnTo>
                      <a:cubicBezTo>
                        <a:pt x="698" y="1234"/>
                        <a:pt x="683" y="1249"/>
                        <a:pt x="665" y="124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76" name="Freeform 202"/>
                <p:cNvSpPr/>
                <p:nvPr/>
              </p:nvSpPr>
              <p:spPr bwMode="auto">
                <a:xfrm>
                  <a:off x="5368925" y="2686051"/>
                  <a:ext cx="366713" cy="482600"/>
                </a:xfrm>
                <a:custGeom>
                  <a:avLst/>
                  <a:gdLst>
                    <a:gd name="T0" fmla="*/ 2147483647 w 875"/>
                    <a:gd name="T1" fmla="*/ 2147483647 h 1149"/>
                    <a:gd name="T2" fmla="*/ 2147483647 w 875"/>
                    <a:gd name="T3" fmla="*/ 2147483647 h 1149"/>
                    <a:gd name="T4" fmla="*/ 2147483647 w 875"/>
                    <a:gd name="T5" fmla="*/ 2147483647 h 1149"/>
                    <a:gd name="T6" fmla="*/ 2147483647 w 875"/>
                    <a:gd name="T7" fmla="*/ 2147483647 h 1149"/>
                    <a:gd name="T8" fmla="*/ 2147483647 w 875"/>
                    <a:gd name="T9" fmla="*/ 2147483647 h 1149"/>
                    <a:gd name="T10" fmla="*/ 2147483647 w 875"/>
                    <a:gd name="T11" fmla="*/ 2147483647 h 1149"/>
                    <a:gd name="T12" fmla="*/ 2147483647 w 875"/>
                    <a:gd name="T13" fmla="*/ 2147483647 h 1149"/>
                    <a:gd name="T14" fmla="*/ 2147483647 w 875"/>
                    <a:gd name="T15" fmla="*/ 2147483647 h 1149"/>
                    <a:gd name="T16" fmla="*/ 2147483647 w 875"/>
                    <a:gd name="T17" fmla="*/ 2147483647 h 1149"/>
                    <a:gd name="T18" fmla="*/ 2147483647 w 875"/>
                    <a:gd name="T19" fmla="*/ 2147483647 h 1149"/>
                    <a:gd name="T20" fmla="*/ 2147483647 w 875"/>
                    <a:gd name="T21" fmla="*/ 2147483647 h 1149"/>
                    <a:gd name="T22" fmla="*/ 2147483647 w 875"/>
                    <a:gd name="T23" fmla="*/ 2147483647 h 1149"/>
                    <a:gd name="T24" fmla="*/ 2147483647 w 875"/>
                    <a:gd name="T25" fmla="*/ 2147483647 h 1149"/>
                    <a:gd name="T26" fmla="*/ 2147483647 w 875"/>
                    <a:gd name="T27" fmla="*/ 2147483647 h 1149"/>
                    <a:gd name="T28" fmla="*/ 2147483647 w 875"/>
                    <a:gd name="T29" fmla="*/ 2147483647 h 1149"/>
                    <a:gd name="T30" fmla="*/ 2147483647 w 875"/>
                    <a:gd name="T31" fmla="*/ 2147483647 h 1149"/>
                    <a:gd name="T32" fmla="*/ 2147483647 w 875"/>
                    <a:gd name="T33" fmla="*/ 2147483647 h 1149"/>
                    <a:gd name="T34" fmla="*/ 2147483647 w 875"/>
                    <a:gd name="T35" fmla="*/ 2147483647 h 1149"/>
                    <a:gd name="T36" fmla="*/ 2147483647 w 875"/>
                    <a:gd name="T37" fmla="*/ 2147483647 h 1149"/>
                    <a:gd name="T38" fmla="*/ 2147483647 w 875"/>
                    <a:gd name="T39" fmla="*/ 2147483647 h 1149"/>
                    <a:gd name="T40" fmla="*/ 2147483647 w 875"/>
                    <a:gd name="T41" fmla="*/ 2147483647 h 1149"/>
                    <a:gd name="T42" fmla="*/ 2147483647 w 875"/>
                    <a:gd name="T43" fmla="*/ 2147483647 h 1149"/>
                    <a:gd name="T44" fmla="*/ 2147483647 w 875"/>
                    <a:gd name="T45" fmla="*/ 2147483647 h 1149"/>
                    <a:gd name="T46" fmla="*/ 2147483647 w 875"/>
                    <a:gd name="T47" fmla="*/ 2147483647 h 1149"/>
                    <a:gd name="T48" fmla="*/ 2147483647 w 875"/>
                    <a:gd name="T49" fmla="*/ 2147483647 h 1149"/>
                    <a:gd name="T50" fmla="*/ 2147483647 w 875"/>
                    <a:gd name="T51" fmla="*/ 2147483647 h 1149"/>
                    <a:gd name="T52" fmla="*/ 2147483647 w 875"/>
                    <a:gd name="T53" fmla="*/ 2147483647 h 1149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875"/>
                    <a:gd name="T82" fmla="*/ 0 h 1149"/>
                    <a:gd name="T83" fmla="*/ 875 w 875"/>
                    <a:gd name="T84" fmla="*/ 1149 h 1149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875" h="1149">
                      <a:moveTo>
                        <a:pt x="842" y="1149"/>
                      </a:moveTo>
                      <a:lnTo>
                        <a:pt x="842" y="1149"/>
                      </a:lnTo>
                      <a:lnTo>
                        <a:pt x="660" y="1149"/>
                      </a:lnTo>
                      <a:cubicBezTo>
                        <a:pt x="641" y="1149"/>
                        <a:pt x="626" y="1134"/>
                        <a:pt x="626" y="1115"/>
                      </a:cubicBezTo>
                      <a:cubicBezTo>
                        <a:pt x="626" y="1097"/>
                        <a:pt x="641" y="1082"/>
                        <a:pt x="660" y="1082"/>
                      </a:cubicBezTo>
                      <a:lnTo>
                        <a:pt x="809" y="1082"/>
                      </a:lnTo>
                      <a:lnTo>
                        <a:pt x="809" y="240"/>
                      </a:lnTo>
                      <a:lnTo>
                        <a:pt x="628" y="81"/>
                      </a:lnTo>
                      <a:lnTo>
                        <a:pt x="124" y="527"/>
                      </a:lnTo>
                      <a:lnTo>
                        <a:pt x="249" y="527"/>
                      </a:lnTo>
                      <a:cubicBezTo>
                        <a:pt x="267" y="527"/>
                        <a:pt x="282" y="542"/>
                        <a:pt x="282" y="560"/>
                      </a:cubicBezTo>
                      <a:lnTo>
                        <a:pt x="282" y="1082"/>
                      </a:lnTo>
                      <a:lnTo>
                        <a:pt x="470" y="1082"/>
                      </a:lnTo>
                      <a:cubicBezTo>
                        <a:pt x="489" y="1082"/>
                        <a:pt x="504" y="1097"/>
                        <a:pt x="504" y="1115"/>
                      </a:cubicBezTo>
                      <a:cubicBezTo>
                        <a:pt x="504" y="1134"/>
                        <a:pt x="489" y="1149"/>
                        <a:pt x="470" y="1149"/>
                      </a:cubicBezTo>
                      <a:lnTo>
                        <a:pt x="249" y="1149"/>
                      </a:lnTo>
                      <a:cubicBezTo>
                        <a:pt x="230" y="1149"/>
                        <a:pt x="216" y="1134"/>
                        <a:pt x="216" y="1115"/>
                      </a:cubicBezTo>
                      <a:lnTo>
                        <a:pt x="216" y="594"/>
                      </a:lnTo>
                      <a:lnTo>
                        <a:pt x="36" y="594"/>
                      </a:lnTo>
                      <a:cubicBezTo>
                        <a:pt x="22" y="594"/>
                        <a:pt x="9" y="585"/>
                        <a:pt x="5" y="572"/>
                      </a:cubicBezTo>
                      <a:cubicBezTo>
                        <a:pt x="0" y="559"/>
                        <a:pt x="3" y="545"/>
                        <a:pt x="14" y="535"/>
                      </a:cubicBezTo>
                      <a:lnTo>
                        <a:pt x="606" y="11"/>
                      </a:lnTo>
                      <a:cubicBezTo>
                        <a:pt x="619" y="0"/>
                        <a:pt x="638" y="0"/>
                        <a:pt x="650" y="11"/>
                      </a:cubicBezTo>
                      <a:lnTo>
                        <a:pt x="864" y="200"/>
                      </a:lnTo>
                      <a:cubicBezTo>
                        <a:pt x="871" y="207"/>
                        <a:pt x="875" y="216"/>
                        <a:pt x="875" y="225"/>
                      </a:cubicBezTo>
                      <a:lnTo>
                        <a:pt x="875" y="1115"/>
                      </a:lnTo>
                      <a:cubicBezTo>
                        <a:pt x="875" y="1134"/>
                        <a:pt x="861" y="1149"/>
                        <a:pt x="842" y="114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77" name="Freeform 203"/>
                <p:cNvSpPr/>
                <p:nvPr/>
              </p:nvSpPr>
              <p:spPr bwMode="auto">
                <a:xfrm>
                  <a:off x="5553075" y="2997201"/>
                  <a:ext cx="106363" cy="171450"/>
                </a:xfrm>
                <a:custGeom>
                  <a:avLst/>
                  <a:gdLst>
                    <a:gd name="T0" fmla="*/ 2147483647 w 256"/>
                    <a:gd name="T1" fmla="*/ 2147483647 h 408"/>
                    <a:gd name="T2" fmla="*/ 2147483647 w 256"/>
                    <a:gd name="T3" fmla="*/ 2147483647 h 408"/>
                    <a:gd name="T4" fmla="*/ 2147483647 w 256"/>
                    <a:gd name="T5" fmla="*/ 2147483647 h 408"/>
                    <a:gd name="T6" fmla="*/ 2147483647 w 256"/>
                    <a:gd name="T7" fmla="*/ 2147483647 h 408"/>
                    <a:gd name="T8" fmla="*/ 2147483647 w 256"/>
                    <a:gd name="T9" fmla="*/ 2147483647 h 408"/>
                    <a:gd name="T10" fmla="*/ 2147483647 w 256"/>
                    <a:gd name="T11" fmla="*/ 2147483647 h 408"/>
                    <a:gd name="T12" fmla="*/ 2147483647 w 256"/>
                    <a:gd name="T13" fmla="*/ 2147483647 h 408"/>
                    <a:gd name="T14" fmla="*/ 0 w 256"/>
                    <a:gd name="T15" fmla="*/ 2147483647 h 408"/>
                    <a:gd name="T16" fmla="*/ 0 w 256"/>
                    <a:gd name="T17" fmla="*/ 2147483647 h 408"/>
                    <a:gd name="T18" fmla="*/ 2147483647 w 256"/>
                    <a:gd name="T19" fmla="*/ 0 h 408"/>
                    <a:gd name="T20" fmla="*/ 2147483647 w 256"/>
                    <a:gd name="T21" fmla="*/ 0 h 408"/>
                    <a:gd name="T22" fmla="*/ 2147483647 w 256"/>
                    <a:gd name="T23" fmla="*/ 2147483647 h 408"/>
                    <a:gd name="T24" fmla="*/ 2147483647 w 256"/>
                    <a:gd name="T25" fmla="*/ 2147483647 h 408"/>
                    <a:gd name="T26" fmla="*/ 2147483647 w 256"/>
                    <a:gd name="T27" fmla="*/ 2147483647 h 40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6"/>
                    <a:gd name="T43" fmla="*/ 0 h 408"/>
                    <a:gd name="T44" fmla="*/ 256 w 256"/>
                    <a:gd name="T45" fmla="*/ 408 h 40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6" h="408">
                      <a:moveTo>
                        <a:pt x="223" y="408"/>
                      </a:moveTo>
                      <a:lnTo>
                        <a:pt x="223" y="408"/>
                      </a:lnTo>
                      <a:cubicBezTo>
                        <a:pt x="204" y="408"/>
                        <a:pt x="189" y="393"/>
                        <a:pt x="189" y="374"/>
                      </a:cubicBezTo>
                      <a:lnTo>
                        <a:pt x="189" y="66"/>
                      </a:lnTo>
                      <a:lnTo>
                        <a:pt x="67" y="66"/>
                      </a:lnTo>
                      <a:lnTo>
                        <a:pt x="67" y="374"/>
                      </a:lnTo>
                      <a:cubicBezTo>
                        <a:pt x="67" y="393"/>
                        <a:pt x="52" y="408"/>
                        <a:pt x="33" y="408"/>
                      </a:cubicBezTo>
                      <a:cubicBezTo>
                        <a:pt x="15" y="408"/>
                        <a:pt x="0" y="393"/>
                        <a:pt x="0" y="374"/>
                      </a:cubicBezTo>
                      <a:lnTo>
                        <a:pt x="0" y="33"/>
                      </a:lnTo>
                      <a:cubicBezTo>
                        <a:pt x="0" y="14"/>
                        <a:pt x="15" y="0"/>
                        <a:pt x="33" y="0"/>
                      </a:cubicBezTo>
                      <a:lnTo>
                        <a:pt x="223" y="0"/>
                      </a:lnTo>
                      <a:cubicBezTo>
                        <a:pt x="241" y="0"/>
                        <a:pt x="256" y="14"/>
                        <a:pt x="256" y="33"/>
                      </a:cubicBezTo>
                      <a:lnTo>
                        <a:pt x="256" y="374"/>
                      </a:lnTo>
                      <a:cubicBezTo>
                        <a:pt x="256" y="393"/>
                        <a:pt x="241" y="408"/>
                        <a:pt x="223" y="40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78" name="Freeform 204"/>
                <p:cNvSpPr/>
                <p:nvPr/>
              </p:nvSpPr>
              <p:spPr bwMode="auto">
                <a:xfrm>
                  <a:off x="5791200" y="2730501"/>
                  <a:ext cx="42863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79" name="Freeform 205"/>
                <p:cNvSpPr/>
                <p:nvPr/>
              </p:nvSpPr>
              <p:spPr bwMode="auto">
                <a:xfrm>
                  <a:off x="5791200" y="2808288"/>
                  <a:ext cx="42863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0" name="Freeform 206"/>
                <p:cNvSpPr/>
                <p:nvPr/>
              </p:nvSpPr>
              <p:spPr bwMode="auto">
                <a:xfrm>
                  <a:off x="5791200" y="2887663"/>
                  <a:ext cx="42863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1" name="Freeform 207"/>
                <p:cNvSpPr/>
                <p:nvPr/>
              </p:nvSpPr>
              <p:spPr bwMode="auto">
                <a:xfrm>
                  <a:off x="5791200" y="2965451"/>
                  <a:ext cx="42863" cy="44450"/>
                </a:xfrm>
                <a:custGeom>
                  <a:avLst/>
                  <a:gdLst>
                    <a:gd name="T0" fmla="*/ 2147483647 w 103"/>
                    <a:gd name="T1" fmla="*/ 2147483647 h 104"/>
                    <a:gd name="T2" fmla="*/ 2147483647 w 103"/>
                    <a:gd name="T3" fmla="*/ 2147483647 h 104"/>
                    <a:gd name="T4" fmla="*/ 0 w 103"/>
                    <a:gd name="T5" fmla="*/ 2147483647 h 104"/>
                    <a:gd name="T6" fmla="*/ 0 w 103"/>
                    <a:gd name="T7" fmla="*/ 0 h 104"/>
                    <a:gd name="T8" fmla="*/ 2147483647 w 103"/>
                    <a:gd name="T9" fmla="*/ 0 h 104"/>
                    <a:gd name="T10" fmla="*/ 2147483647 w 103"/>
                    <a:gd name="T11" fmla="*/ 2147483647 h 1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4"/>
                    <a:gd name="T20" fmla="*/ 103 w 103"/>
                    <a:gd name="T21" fmla="*/ 104 h 1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4">
                      <a:moveTo>
                        <a:pt x="103" y="104"/>
                      </a:moveTo>
                      <a:lnTo>
                        <a:pt x="103" y="104"/>
                      </a:lnTo>
                      <a:lnTo>
                        <a:pt x="0" y="104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2" name="Freeform 208"/>
                <p:cNvSpPr/>
                <p:nvPr/>
              </p:nvSpPr>
              <p:spPr bwMode="auto">
                <a:xfrm>
                  <a:off x="5875338" y="2730501"/>
                  <a:ext cx="44450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3" name="Freeform 209"/>
                <p:cNvSpPr/>
                <p:nvPr/>
              </p:nvSpPr>
              <p:spPr bwMode="auto">
                <a:xfrm>
                  <a:off x="5875338" y="2808288"/>
                  <a:ext cx="44450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4" name="Freeform 210"/>
                <p:cNvSpPr/>
                <p:nvPr/>
              </p:nvSpPr>
              <p:spPr bwMode="auto">
                <a:xfrm>
                  <a:off x="5875338" y="2887663"/>
                  <a:ext cx="44450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5" name="Freeform 211"/>
                <p:cNvSpPr/>
                <p:nvPr/>
              </p:nvSpPr>
              <p:spPr bwMode="auto">
                <a:xfrm>
                  <a:off x="5875338" y="2965451"/>
                  <a:ext cx="44450" cy="44450"/>
                </a:xfrm>
                <a:custGeom>
                  <a:avLst/>
                  <a:gdLst>
                    <a:gd name="T0" fmla="*/ 2147483647 w 103"/>
                    <a:gd name="T1" fmla="*/ 2147483647 h 104"/>
                    <a:gd name="T2" fmla="*/ 2147483647 w 103"/>
                    <a:gd name="T3" fmla="*/ 2147483647 h 104"/>
                    <a:gd name="T4" fmla="*/ 0 w 103"/>
                    <a:gd name="T5" fmla="*/ 2147483647 h 104"/>
                    <a:gd name="T6" fmla="*/ 0 w 103"/>
                    <a:gd name="T7" fmla="*/ 0 h 104"/>
                    <a:gd name="T8" fmla="*/ 2147483647 w 103"/>
                    <a:gd name="T9" fmla="*/ 0 h 104"/>
                    <a:gd name="T10" fmla="*/ 2147483647 w 103"/>
                    <a:gd name="T11" fmla="*/ 2147483647 h 1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4"/>
                    <a:gd name="T20" fmla="*/ 103 w 103"/>
                    <a:gd name="T21" fmla="*/ 104 h 1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4">
                      <a:moveTo>
                        <a:pt x="103" y="104"/>
                      </a:moveTo>
                      <a:lnTo>
                        <a:pt x="103" y="104"/>
                      </a:lnTo>
                      <a:lnTo>
                        <a:pt x="0" y="104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6" name="Freeform 212"/>
                <p:cNvSpPr/>
                <p:nvPr/>
              </p:nvSpPr>
              <p:spPr bwMode="auto">
                <a:xfrm>
                  <a:off x="5791200" y="3048001"/>
                  <a:ext cx="42863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" name="Freeform 213"/>
                <p:cNvSpPr/>
                <p:nvPr/>
              </p:nvSpPr>
              <p:spPr bwMode="auto">
                <a:xfrm>
                  <a:off x="5875338" y="3048001"/>
                  <a:ext cx="44450" cy="42863"/>
                </a:xfrm>
                <a:custGeom>
                  <a:avLst/>
                  <a:gdLst>
                    <a:gd name="T0" fmla="*/ 2147483647 w 103"/>
                    <a:gd name="T1" fmla="*/ 2147483647 h 103"/>
                    <a:gd name="T2" fmla="*/ 2147483647 w 103"/>
                    <a:gd name="T3" fmla="*/ 2147483647 h 103"/>
                    <a:gd name="T4" fmla="*/ 0 w 103"/>
                    <a:gd name="T5" fmla="*/ 2147483647 h 103"/>
                    <a:gd name="T6" fmla="*/ 0 w 103"/>
                    <a:gd name="T7" fmla="*/ 0 h 103"/>
                    <a:gd name="T8" fmla="*/ 2147483647 w 103"/>
                    <a:gd name="T9" fmla="*/ 0 h 103"/>
                    <a:gd name="T10" fmla="*/ 2147483647 w 103"/>
                    <a:gd name="T11" fmla="*/ 2147483647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3"/>
                    <a:gd name="T19" fmla="*/ 0 h 103"/>
                    <a:gd name="T20" fmla="*/ 103 w 103"/>
                    <a:gd name="T21" fmla="*/ 103 h 10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3" h="103">
                      <a:moveTo>
                        <a:pt x="103" y="103"/>
                      </a:moveTo>
                      <a:lnTo>
                        <a:pt x="103" y="103"/>
                      </a:lnTo>
                      <a:lnTo>
                        <a:pt x="0" y="103"/>
                      </a:ln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1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8" name="Freeform 214"/>
                <p:cNvSpPr/>
                <p:nvPr/>
              </p:nvSpPr>
              <p:spPr bwMode="auto">
                <a:xfrm>
                  <a:off x="5781675" y="3125788"/>
                  <a:ext cx="57150" cy="58738"/>
                </a:xfrm>
                <a:custGeom>
                  <a:avLst/>
                  <a:gdLst>
                    <a:gd name="T0" fmla="*/ 2147483647 w 138"/>
                    <a:gd name="T1" fmla="*/ 2147483647 h 139"/>
                    <a:gd name="T2" fmla="*/ 2147483647 w 138"/>
                    <a:gd name="T3" fmla="*/ 2147483647 h 139"/>
                    <a:gd name="T4" fmla="*/ 0 w 138"/>
                    <a:gd name="T5" fmla="*/ 2147483647 h 139"/>
                    <a:gd name="T6" fmla="*/ 2147483647 w 138"/>
                    <a:gd name="T7" fmla="*/ 0 h 139"/>
                    <a:gd name="T8" fmla="*/ 2147483647 w 138"/>
                    <a:gd name="T9" fmla="*/ 2147483647 h 139"/>
                    <a:gd name="T10" fmla="*/ 2147483647 w 138"/>
                    <a:gd name="T11" fmla="*/ 2147483647 h 13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38"/>
                    <a:gd name="T19" fmla="*/ 0 h 139"/>
                    <a:gd name="T20" fmla="*/ 138 w 138"/>
                    <a:gd name="T21" fmla="*/ 139 h 13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38" h="139">
                      <a:moveTo>
                        <a:pt x="69" y="139"/>
                      </a:moveTo>
                      <a:lnTo>
                        <a:pt x="69" y="139"/>
                      </a:lnTo>
                      <a:cubicBezTo>
                        <a:pt x="30" y="139"/>
                        <a:pt x="0" y="108"/>
                        <a:pt x="0" y="70"/>
                      </a:cubicBezTo>
                      <a:cubicBezTo>
                        <a:pt x="0" y="31"/>
                        <a:pt x="30" y="0"/>
                        <a:pt x="69" y="0"/>
                      </a:cubicBezTo>
                      <a:cubicBezTo>
                        <a:pt x="107" y="0"/>
                        <a:pt x="138" y="31"/>
                        <a:pt x="138" y="70"/>
                      </a:cubicBezTo>
                      <a:cubicBezTo>
                        <a:pt x="138" y="108"/>
                        <a:pt x="107" y="139"/>
                        <a:pt x="69" y="1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9" name="Freeform 215"/>
                <p:cNvSpPr/>
                <p:nvPr/>
              </p:nvSpPr>
              <p:spPr bwMode="auto">
                <a:xfrm>
                  <a:off x="5870575" y="3125788"/>
                  <a:ext cx="58738" cy="57150"/>
                </a:xfrm>
                <a:custGeom>
                  <a:avLst/>
                  <a:gdLst>
                    <a:gd name="T0" fmla="*/ 2147483647 w 139"/>
                    <a:gd name="T1" fmla="*/ 2147483647 h 139"/>
                    <a:gd name="T2" fmla="*/ 2147483647 w 139"/>
                    <a:gd name="T3" fmla="*/ 2147483647 h 139"/>
                    <a:gd name="T4" fmla="*/ 0 w 139"/>
                    <a:gd name="T5" fmla="*/ 2147483647 h 139"/>
                    <a:gd name="T6" fmla="*/ 2147483647 w 139"/>
                    <a:gd name="T7" fmla="*/ 0 h 139"/>
                    <a:gd name="T8" fmla="*/ 2147483647 w 139"/>
                    <a:gd name="T9" fmla="*/ 2147483647 h 139"/>
                    <a:gd name="T10" fmla="*/ 2147483647 w 139"/>
                    <a:gd name="T11" fmla="*/ 2147483647 h 13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39"/>
                    <a:gd name="T19" fmla="*/ 0 h 139"/>
                    <a:gd name="T20" fmla="*/ 139 w 139"/>
                    <a:gd name="T21" fmla="*/ 139 h 13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39" h="139">
                      <a:moveTo>
                        <a:pt x="70" y="139"/>
                      </a:moveTo>
                      <a:lnTo>
                        <a:pt x="70" y="139"/>
                      </a:lnTo>
                      <a:cubicBezTo>
                        <a:pt x="31" y="139"/>
                        <a:pt x="0" y="108"/>
                        <a:pt x="0" y="70"/>
                      </a:cubicBezTo>
                      <a:cubicBezTo>
                        <a:pt x="0" y="31"/>
                        <a:pt x="31" y="0"/>
                        <a:pt x="70" y="0"/>
                      </a:cubicBezTo>
                      <a:cubicBezTo>
                        <a:pt x="108" y="0"/>
                        <a:pt x="139" y="31"/>
                        <a:pt x="139" y="70"/>
                      </a:cubicBezTo>
                      <a:cubicBezTo>
                        <a:pt x="139" y="108"/>
                        <a:pt x="108" y="139"/>
                        <a:pt x="70" y="1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343535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  <p:pic>
          <p:nvPicPr>
            <p:cNvPr id="290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7245" y="2671875"/>
              <a:ext cx="260400" cy="238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1" name="图片 2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35281" y="3275707"/>
              <a:ext cx="260400" cy="15458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292" name="图片 29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89527" y="2846543"/>
              <a:ext cx="151549" cy="462742"/>
            </a:xfrm>
            <a:prstGeom prst="rect">
              <a:avLst/>
            </a:prstGeom>
          </p:spPr>
        </p:pic>
        <p:grpSp>
          <p:nvGrpSpPr>
            <p:cNvPr id="293" name="组合 292"/>
            <p:cNvGrpSpPr/>
            <p:nvPr/>
          </p:nvGrpSpPr>
          <p:grpSpPr>
            <a:xfrm>
              <a:off x="2053566" y="3068275"/>
              <a:ext cx="187380" cy="254359"/>
              <a:chOff x="9345208" y="2685880"/>
              <a:chExt cx="649586" cy="517770"/>
            </a:xfrm>
          </p:grpSpPr>
          <p:sp>
            <p:nvSpPr>
              <p:cNvPr id="294" name="Freeform 614"/>
              <p:cNvSpPr>
                <a:spLocks noEditPoints="1"/>
              </p:cNvSpPr>
              <p:nvPr/>
            </p:nvSpPr>
            <p:spPr bwMode="auto">
              <a:xfrm>
                <a:off x="9604862" y="2872954"/>
                <a:ext cx="133759" cy="133759"/>
              </a:xfrm>
              <a:custGeom>
                <a:avLst/>
                <a:gdLst>
                  <a:gd name="T0" fmla="*/ 2147483646 w 97"/>
                  <a:gd name="T1" fmla="*/ 2147483646 h 97"/>
                  <a:gd name="T2" fmla="*/ 0 w 97"/>
                  <a:gd name="T3" fmla="*/ 2147483646 h 97"/>
                  <a:gd name="T4" fmla="*/ 0 w 97"/>
                  <a:gd name="T5" fmla="*/ 0 h 97"/>
                  <a:gd name="T6" fmla="*/ 2147483646 w 97"/>
                  <a:gd name="T7" fmla="*/ 0 h 97"/>
                  <a:gd name="T8" fmla="*/ 2147483646 w 97"/>
                  <a:gd name="T9" fmla="*/ 2147483646 h 97"/>
                  <a:gd name="T10" fmla="*/ 2147483646 w 97"/>
                  <a:gd name="T11" fmla="*/ 2147483646 h 97"/>
                  <a:gd name="T12" fmla="*/ 2147483646 w 97"/>
                  <a:gd name="T13" fmla="*/ 2147483646 h 97"/>
                  <a:gd name="T14" fmla="*/ 2147483646 w 97"/>
                  <a:gd name="T15" fmla="*/ 2147483646 h 97"/>
                  <a:gd name="T16" fmla="*/ 2147483646 w 97"/>
                  <a:gd name="T17" fmla="*/ 2147483646 h 97"/>
                  <a:gd name="T18" fmla="*/ 2147483646 w 97"/>
                  <a:gd name="T19" fmla="*/ 2147483646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7" h="97">
                    <a:moveTo>
                      <a:pt x="97" y="97"/>
                    </a:moveTo>
                    <a:lnTo>
                      <a:pt x="0" y="97"/>
                    </a:lnTo>
                    <a:lnTo>
                      <a:pt x="0" y="0"/>
                    </a:lnTo>
                    <a:lnTo>
                      <a:pt x="97" y="0"/>
                    </a:lnTo>
                    <a:lnTo>
                      <a:pt x="97" y="97"/>
                    </a:lnTo>
                    <a:close/>
                    <a:moveTo>
                      <a:pt x="8" y="89"/>
                    </a:moveTo>
                    <a:lnTo>
                      <a:pt x="89" y="89"/>
                    </a:lnTo>
                    <a:lnTo>
                      <a:pt x="89" y="8"/>
                    </a:lnTo>
                    <a:lnTo>
                      <a:pt x="8" y="8"/>
                    </a:lnTo>
                    <a:lnTo>
                      <a:pt x="8" y="89"/>
                    </a:lnTo>
                    <a:close/>
                  </a:path>
                </a:pathLst>
              </a:custGeom>
              <a:solidFill>
                <a:srgbClr val="C00000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95" name="Freeform 615"/>
              <p:cNvSpPr>
                <a:spLocks noEditPoints="1"/>
              </p:cNvSpPr>
              <p:nvPr/>
            </p:nvSpPr>
            <p:spPr bwMode="auto">
              <a:xfrm>
                <a:off x="9625547" y="2904669"/>
                <a:ext cx="66190" cy="66190"/>
              </a:xfrm>
              <a:custGeom>
                <a:avLst/>
                <a:gdLst>
                  <a:gd name="T0" fmla="*/ 2147483646 w 48"/>
                  <a:gd name="T1" fmla="*/ 2147483646 h 48"/>
                  <a:gd name="T2" fmla="*/ 2147483646 w 48"/>
                  <a:gd name="T3" fmla="*/ 2147483646 h 48"/>
                  <a:gd name="T4" fmla="*/ 2147483646 w 48"/>
                  <a:gd name="T5" fmla="*/ 2147483646 h 48"/>
                  <a:gd name="T6" fmla="*/ 2147483646 w 48"/>
                  <a:gd name="T7" fmla="*/ 2147483646 h 48"/>
                  <a:gd name="T8" fmla="*/ 2147483646 w 48"/>
                  <a:gd name="T9" fmla="*/ 2147483646 h 48"/>
                  <a:gd name="T10" fmla="*/ 0 w 48"/>
                  <a:gd name="T11" fmla="*/ 2147483646 h 48"/>
                  <a:gd name="T12" fmla="*/ 2147483646 w 48"/>
                  <a:gd name="T13" fmla="*/ 0 h 48"/>
                  <a:gd name="T14" fmla="*/ 2147483646 w 48"/>
                  <a:gd name="T15" fmla="*/ 0 h 48"/>
                  <a:gd name="T16" fmla="*/ 2147483646 w 48"/>
                  <a:gd name="T17" fmla="*/ 2147483646 h 48"/>
                  <a:gd name="T18" fmla="*/ 2147483646 w 48"/>
                  <a:gd name="T19" fmla="*/ 2147483646 h 48"/>
                  <a:gd name="T20" fmla="*/ 2147483646 w 48"/>
                  <a:gd name="T21" fmla="*/ 2147483646 h 48"/>
                  <a:gd name="T22" fmla="*/ 2147483646 w 48"/>
                  <a:gd name="T23" fmla="*/ 2147483646 h 48"/>
                  <a:gd name="T24" fmla="*/ 2147483646 w 48"/>
                  <a:gd name="T25" fmla="*/ 2147483646 h 4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8" h="48">
                    <a:moveTo>
                      <a:pt x="48" y="48"/>
                    </a:moveTo>
                    <a:lnTo>
                      <a:pt x="38" y="48"/>
                    </a:lnTo>
                    <a:lnTo>
                      <a:pt x="33" y="38"/>
                    </a:lnTo>
                    <a:lnTo>
                      <a:pt x="15" y="38"/>
                    </a:lnTo>
                    <a:lnTo>
                      <a:pt x="11" y="48"/>
                    </a:lnTo>
                    <a:lnTo>
                      <a:pt x="0" y="48"/>
                    </a:lnTo>
                    <a:lnTo>
                      <a:pt x="19" y="0"/>
                    </a:lnTo>
                    <a:lnTo>
                      <a:pt x="29" y="0"/>
                    </a:lnTo>
                    <a:lnTo>
                      <a:pt x="48" y="48"/>
                    </a:lnTo>
                    <a:close/>
                    <a:moveTo>
                      <a:pt x="30" y="30"/>
                    </a:moveTo>
                    <a:lnTo>
                      <a:pt x="23" y="12"/>
                    </a:lnTo>
                    <a:lnTo>
                      <a:pt x="18" y="3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C00000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96" name="Rectangle 616"/>
              <p:cNvSpPr>
                <a:spLocks noChangeArrowheads="1"/>
              </p:cNvSpPr>
              <p:nvPr/>
            </p:nvSpPr>
            <p:spPr bwMode="auto">
              <a:xfrm>
                <a:off x="9698631" y="2904669"/>
                <a:ext cx="13790" cy="6619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97" name="Rectangle 618"/>
              <p:cNvSpPr>
                <a:spLocks noChangeArrowheads="1"/>
              </p:cNvSpPr>
              <p:nvPr/>
            </p:nvSpPr>
            <p:spPr bwMode="auto">
              <a:xfrm>
                <a:off x="9603484" y="2779184"/>
                <a:ext cx="135138" cy="35853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98" name="Rectangle 619"/>
              <p:cNvSpPr>
                <a:spLocks noChangeArrowheads="1"/>
              </p:cNvSpPr>
              <p:nvPr/>
            </p:nvSpPr>
            <p:spPr bwMode="auto">
              <a:xfrm>
                <a:off x="9603484" y="2827448"/>
                <a:ext cx="52400" cy="35853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99" name="Rectangle 620"/>
              <p:cNvSpPr>
                <a:spLocks noChangeArrowheads="1"/>
              </p:cNvSpPr>
              <p:nvPr/>
            </p:nvSpPr>
            <p:spPr bwMode="auto">
              <a:xfrm>
                <a:off x="9686221" y="2827448"/>
                <a:ext cx="52400" cy="35853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0" name="Rectangle 621"/>
              <p:cNvSpPr>
                <a:spLocks noChangeArrowheads="1"/>
              </p:cNvSpPr>
              <p:nvPr/>
            </p:nvSpPr>
            <p:spPr bwMode="auto">
              <a:xfrm>
                <a:off x="9603484" y="3064629"/>
                <a:ext cx="135138" cy="35853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1" name="Rectangle 622"/>
              <p:cNvSpPr>
                <a:spLocks noChangeArrowheads="1"/>
              </p:cNvSpPr>
              <p:nvPr/>
            </p:nvSpPr>
            <p:spPr bwMode="auto">
              <a:xfrm>
                <a:off x="9686221" y="3017744"/>
                <a:ext cx="52400" cy="34474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2" name="Rectangle 623"/>
              <p:cNvSpPr>
                <a:spLocks noChangeArrowheads="1"/>
              </p:cNvSpPr>
              <p:nvPr/>
            </p:nvSpPr>
            <p:spPr bwMode="auto">
              <a:xfrm>
                <a:off x="9603484" y="3017744"/>
                <a:ext cx="52400" cy="34474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3765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14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3" name="Freeform 50"/>
              <p:cNvSpPr/>
              <p:nvPr/>
            </p:nvSpPr>
            <p:spPr bwMode="auto">
              <a:xfrm>
                <a:off x="9419095" y="2928632"/>
                <a:ext cx="123144" cy="27655"/>
              </a:xfrm>
              <a:custGeom>
                <a:avLst/>
                <a:gdLst>
                  <a:gd name="T0" fmla="*/ 2147483647 w 303"/>
                  <a:gd name="T1" fmla="*/ 2147483647 h 67"/>
                  <a:gd name="T2" fmla="*/ 2147483647 w 303"/>
                  <a:gd name="T3" fmla="*/ 2147483647 h 67"/>
                  <a:gd name="T4" fmla="*/ 0 w 303"/>
                  <a:gd name="T5" fmla="*/ 2147483647 h 67"/>
                  <a:gd name="T6" fmla="*/ 0 w 303"/>
                  <a:gd name="T7" fmla="*/ 0 h 67"/>
                  <a:gd name="T8" fmla="*/ 2147483647 w 303"/>
                  <a:gd name="T9" fmla="*/ 0 h 67"/>
                  <a:gd name="T10" fmla="*/ 2147483647 w 303"/>
                  <a:gd name="T11" fmla="*/ 2147483647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3"/>
                  <a:gd name="T19" fmla="*/ 0 h 67"/>
                  <a:gd name="T20" fmla="*/ 303 w 303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3" h="67">
                    <a:moveTo>
                      <a:pt x="303" y="67"/>
                    </a:moveTo>
                    <a:lnTo>
                      <a:pt x="303" y="67"/>
                    </a:lnTo>
                    <a:lnTo>
                      <a:pt x="0" y="67"/>
                    </a:lnTo>
                    <a:lnTo>
                      <a:pt x="0" y="0"/>
                    </a:lnTo>
                    <a:lnTo>
                      <a:pt x="303" y="0"/>
                    </a:lnTo>
                    <a:lnTo>
                      <a:pt x="303" y="6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4" name="Freeform 51"/>
              <p:cNvSpPr/>
              <p:nvPr/>
            </p:nvSpPr>
            <p:spPr bwMode="auto">
              <a:xfrm>
                <a:off x="9519150" y="2894831"/>
                <a:ext cx="55415" cy="96794"/>
              </a:xfrm>
              <a:custGeom>
                <a:avLst/>
                <a:gdLst>
                  <a:gd name="T0" fmla="*/ 0 w 135"/>
                  <a:gd name="T1" fmla="*/ 0 h 239"/>
                  <a:gd name="T2" fmla="*/ 0 w 135"/>
                  <a:gd name="T3" fmla="*/ 0 h 239"/>
                  <a:gd name="T4" fmla="*/ 2147483647 w 135"/>
                  <a:gd name="T5" fmla="*/ 2147483647 h 239"/>
                  <a:gd name="T6" fmla="*/ 0 w 135"/>
                  <a:gd name="T7" fmla="*/ 2147483647 h 239"/>
                  <a:gd name="T8" fmla="*/ 0 w 135"/>
                  <a:gd name="T9" fmla="*/ 0 h 2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5"/>
                  <a:gd name="T16" fmla="*/ 0 h 239"/>
                  <a:gd name="T17" fmla="*/ 135 w 135"/>
                  <a:gd name="T18" fmla="*/ 239 h 2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5" h="239">
                    <a:moveTo>
                      <a:pt x="0" y="0"/>
                    </a:moveTo>
                    <a:lnTo>
                      <a:pt x="0" y="0"/>
                    </a:lnTo>
                    <a:lnTo>
                      <a:pt x="135" y="11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5" name="Freeform 52"/>
              <p:cNvSpPr/>
              <p:nvPr/>
            </p:nvSpPr>
            <p:spPr bwMode="auto">
              <a:xfrm>
                <a:off x="9776213" y="2871786"/>
                <a:ext cx="112370" cy="27655"/>
              </a:xfrm>
              <a:custGeom>
                <a:avLst/>
                <a:gdLst>
                  <a:gd name="T0" fmla="*/ 2147483647 w 276"/>
                  <a:gd name="T1" fmla="*/ 2147483647 h 67"/>
                  <a:gd name="T2" fmla="*/ 2147483647 w 276"/>
                  <a:gd name="T3" fmla="*/ 2147483647 h 67"/>
                  <a:gd name="T4" fmla="*/ 0 w 276"/>
                  <a:gd name="T5" fmla="*/ 2147483647 h 67"/>
                  <a:gd name="T6" fmla="*/ 0 w 276"/>
                  <a:gd name="T7" fmla="*/ 0 h 67"/>
                  <a:gd name="T8" fmla="*/ 2147483647 w 276"/>
                  <a:gd name="T9" fmla="*/ 0 h 67"/>
                  <a:gd name="T10" fmla="*/ 2147483647 w 276"/>
                  <a:gd name="T11" fmla="*/ 2147483647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6"/>
                  <a:gd name="T19" fmla="*/ 0 h 67"/>
                  <a:gd name="T20" fmla="*/ 276 w 276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6" h="67">
                    <a:moveTo>
                      <a:pt x="276" y="67"/>
                    </a:moveTo>
                    <a:lnTo>
                      <a:pt x="276" y="67"/>
                    </a:lnTo>
                    <a:lnTo>
                      <a:pt x="0" y="67"/>
                    </a:lnTo>
                    <a:lnTo>
                      <a:pt x="0" y="0"/>
                    </a:lnTo>
                    <a:lnTo>
                      <a:pt x="276" y="0"/>
                    </a:lnTo>
                    <a:lnTo>
                      <a:pt x="276" y="6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6" name="Freeform 53"/>
              <p:cNvSpPr/>
              <p:nvPr/>
            </p:nvSpPr>
            <p:spPr bwMode="auto">
              <a:xfrm>
                <a:off x="9865493" y="2836448"/>
                <a:ext cx="55415" cy="98330"/>
              </a:xfrm>
              <a:custGeom>
                <a:avLst/>
                <a:gdLst>
                  <a:gd name="T0" fmla="*/ 2147483647 w 135"/>
                  <a:gd name="T1" fmla="*/ 0 h 239"/>
                  <a:gd name="T2" fmla="*/ 2147483647 w 135"/>
                  <a:gd name="T3" fmla="*/ 0 h 239"/>
                  <a:gd name="T4" fmla="*/ 2147483647 w 135"/>
                  <a:gd name="T5" fmla="*/ 2147483647 h 239"/>
                  <a:gd name="T6" fmla="*/ 0 w 135"/>
                  <a:gd name="T7" fmla="*/ 2147483647 h 239"/>
                  <a:gd name="T8" fmla="*/ 2147483647 w 135"/>
                  <a:gd name="T9" fmla="*/ 0 h 2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5"/>
                  <a:gd name="T16" fmla="*/ 0 h 239"/>
                  <a:gd name="T17" fmla="*/ 135 w 135"/>
                  <a:gd name="T18" fmla="*/ 239 h 2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5" h="239">
                    <a:moveTo>
                      <a:pt x="1" y="0"/>
                    </a:moveTo>
                    <a:lnTo>
                      <a:pt x="1" y="0"/>
                    </a:lnTo>
                    <a:lnTo>
                      <a:pt x="135" y="120"/>
                    </a:lnTo>
                    <a:lnTo>
                      <a:pt x="0" y="23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7" name="Freeform 54"/>
              <p:cNvSpPr/>
              <p:nvPr/>
            </p:nvSpPr>
            <p:spPr bwMode="auto">
              <a:xfrm>
                <a:off x="9776213" y="2983943"/>
                <a:ext cx="112370" cy="26119"/>
              </a:xfrm>
              <a:custGeom>
                <a:avLst/>
                <a:gdLst>
                  <a:gd name="T0" fmla="*/ 2147483647 w 276"/>
                  <a:gd name="T1" fmla="*/ 2147483647 h 67"/>
                  <a:gd name="T2" fmla="*/ 2147483647 w 276"/>
                  <a:gd name="T3" fmla="*/ 2147483647 h 67"/>
                  <a:gd name="T4" fmla="*/ 0 w 276"/>
                  <a:gd name="T5" fmla="*/ 2147483647 h 67"/>
                  <a:gd name="T6" fmla="*/ 0 w 276"/>
                  <a:gd name="T7" fmla="*/ 0 h 67"/>
                  <a:gd name="T8" fmla="*/ 2147483647 w 276"/>
                  <a:gd name="T9" fmla="*/ 0 h 67"/>
                  <a:gd name="T10" fmla="*/ 2147483647 w 276"/>
                  <a:gd name="T11" fmla="*/ 2147483647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6"/>
                  <a:gd name="T19" fmla="*/ 0 h 67"/>
                  <a:gd name="T20" fmla="*/ 276 w 276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6" h="67">
                    <a:moveTo>
                      <a:pt x="276" y="67"/>
                    </a:moveTo>
                    <a:lnTo>
                      <a:pt x="276" y="67"/>
                    </a:lnTo>
                    <a:lnTo>
                      <a:pt x="0" y="66"/>
                    </a:lnTo>
                    <a:lnTo>
                      <a:pt x="0" y="0"/>
                    </a:lnTo>
                    <a:lnTo>
                      <a:pt x="276" y="0"/>
                    </a:lnTo>
                    <a:lnTo>
                      <a:pt x="276" y="6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8" name="Freeform 55"/>
              <p:cNvSpPr/>
              <p:nvPr/>
            </p:nvSpPr>
            <p:spPr bwMode="auto">
              <a:xfrm>
                <a:off x="9865493" y="2948606"/>
                <a:ext cx="55415" cy="96794"/>
              </a:xfrm>
              <a:custGeom>
                <a:avLst/>
                <a:gdLst>
                  <a:gd name="T0" fmla="*/ 2147483647 w 135"/>
                  <a:gd name="T1" fmla="*/ 0 h 239"/>
                  <a:gd name="T2" fmla="*/ 2147483647 w 135"/>
                  <a:gd name="T3" fmla="*/ 0 h 239"/>
                  <a:gd name="T4" fmla="*/ 2147483647 w 135"/>
                  <a:gd name="T5" fmla="*/ 2147483647 h 239"/>
                  <a:gd name="T6" fmla="*/ 0 w 135"/>
                  <a:gd name="T7" fmla="*/ 2147483647 h 239"/>
                  <a:gd name="T8" fmla="*/ 2147483647 w 135"/>
                  <a:gd name="T9" fmla="*/ 0 h 2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5"/>
                  <a:gd name="T16" fmla="*/ 0 h 239"/>
                  <a:gd name="T17" fmla="*/ 135 w 135"/>
                  <a:gd name="T18" fmla="*/ 239 h 2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5" h="239">
                    <a:moveTo>
                      <a:pt x="1" y="0"/>
                    </a:moveTo>
                    <a:lnTo>
                      <a:pt x="1" y="0"/>
                    </a:lnTo>
                    <a:lnTo>
                      <a:pt x="135" y="119"/>
                    </a:lnTo>
                    <a:lnTo>
                      <a:pt x="0" y="23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09" name="Freeform 56"/>
              <p:cNvSpPr/>
              <p:nvPr/>
            </p:nvSpPr>
            <p:spPr bwMode="auto">
              <a:xfrm>
                <a:off x="9429870" y="3037718"/>
                <a:ext cx="123144" cy="79893"/>
              </a:xfrm>
              <a:custGeom>
                <a:avLst/>
                <a:gdLst>
                  <a:gd name="T0" fmla="*/ 2147483647 w 301"/>
                  <a:gd name="T1" fmla="*/ 2147483647 h 197"/>
                  <a:gd name="T2" fmla="*/ 2147483647 w 301"/>
                  <a:gd name="T3" fmla="*/ 2147483647 h 197"/>
                  <a:gd name="T4" fmla="*/ 0 w 301"/>
                  <a:gd name="T5" fmla="*/ 2147483647 h 197"/>
                  <a:gd name="T6" fmla="*/ 2147483647 w 301"/>
                  <a:gd name="T7" fmla="*/ 0 h 197"/>
                  <a:gd name="T8" fmla="*/ 2147483647 w 301"/>
                  <a:gd name="T9" fmla="*/ 2147483647 h 197"/>
                  <a:gd name="T10" fmla="*/ 2147483647 w 301"/>
                  <a:gd name="T11" fmla="*/ 2147483647 h 1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1"/>
                  <a:gd name="T19" fmla="*/ 0 h 197"/>
                  <a:gd name="T20" fmla="*/ 301 w 301"/>
                  <a:gd name="T21" fmla="*/ 197 h 1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1" h="197">
                    <a:moveTo>
                      <a:pt x="31" y="197"/>
                    </a:moveTo>
                    <a:lnTo>
                      <a:pt x="31" y="197"/>
                    </a:lnTo>
                    <a:lnTo>
                      <a:pt x="0" y="138"/>
                    </a:lnTo>
                    <a:lnTo>
                      <a:pt x="270" y="0"/>
                    </a:lnTo>
                    <a:lnTo>
                      <a:pt x="301" y="59"/>
                    </a:lnTo>
                    <a:lnTo>
                      <a:pt x="31" y="19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10" name="Freeform 57"/>
              <p:cNvSpPr/>
              <p:nvPr/>
            </p:nvSpPr>
            <p:spPr bwMode="auto">
              <a:xfrm>
                <a:off x="9503757" y="3017744"/>
                <a:ext cx="70808" cy="86039"/>
              </a:xfrm>
              <a:custGeom>
                <a:avLst/>
                <a:gdLst>
                  <a:gd name="T0" fmla="*/ 0 w 174"/>
                  <a:gd name="T1" fmla="*/ 0 h 213"/>
                  <a:gd name="T2" fmla="*/ 0 w 174"/>
                  <a:gd name="T3" fmla="*/ 0 h 213"/>
                  <a:gd name="T4" fmla="*/ 2147483647 w 174"/>
                  <a:gd name="T5" fmla="*/ 2147483647 h 213"/>
                  <a:gd name="T6" fmla="*/ 2147483647 w 174"/>
                  <a:gd name="T7" fmla="*/ 2147483647 h 213"/>
                  <a:gd name="T8" fmla="*/ 0 w 174"/>
                  <a:gd name="T9" fmla="*/ 0 h 2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213"/>
                  <a:gd name="T17" fmla="*/ 174 w 174"/>
                  <a:gd name="T18" fmla="*/ 213 h 2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213">
                    <a:moveTo>
                      <a:pt x="0" y="0"/>
                    </a:moveTo>
                    <a:lnTo>
                      <a:pt x="0" y="0"/>
                    </a:lnTo>
                    <a:lnTo>
                      <a:pt x="174" y="45"/>
                    </a:lnTo>
                    <a:lnTo>
                      <a:pt x="108" y="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11" name="Freeform 58"/>
              <p:cNvSpPr/>
              <p:nvPr/>
            </p:nvSpPr>
            <p:spPr bwMode="auto">
              <a:xfrm>
                <a:off x="9429870" y="2767310"/>
                <a:ext cx="123144" cy="79893"/>
              </a:xfrm>
              <a:custGeom>
                <a:avLst/>
                <a:gdLst>
                  <a:gd name="T0" fmla="*/ 2147483647 w 301"/>
                  <a:gd name="T1" fmla="*/ 2147483647 h 198"/>
                  <a:gd name="T2" fmla="*/ 2147483647 w 301"/>
                  <a:gd name="T3" fmla="*/ 2147483647 h 198"/>
                  <a:gd name="T4" fmla="*/ 0 w 301"/>
                  <a:gd name="T5" fmla="*/ 2147483647 h 198"/>
                  <a:gd name="T6" fmla="*/ 2147483647 w 301"/>
                  <a:gd name="T7" fmla="*/ 0 h 198"/>
                  <a:gd name="T8" fmla="*/ 2147483647 w 301"/>
                  <a:gd name="T9" fmla="*/ 2147483647 h 198"/>
                  <a:gd name="T10" fmla="*/ 2147483647 w 301"/>
                  <a:gd name="T11" fmla="*/ 2147483647 h 1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1"/>
                  <a:gd name="T19" fmla="*/ 0 h 198"/>
                  <a:gd name="T20" fmla="*/ 301 w 301"/>
                  <a:gd name="T21" fmla="*/ 198 h 1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1" h="198">
                    <a:moveTo>
                      <a:pt x="270" y="198"/>
                    </a:moveTo>
                    <a:lnTo>
                      <a:pt x="270" y="198"/>
                    </a:lnTo>
                    <a:lnTo>
                      <a:pt x="0" y="60"/>
                    </a:lnTo>
                    <a:lnTo>
                      <a:pt x="31" y="0"/>
                    </a:lnTo>
                    <a:lnTo>
                      <a:pt x="301" y="139"/>
                    </a:lnTo>
                    <a:lnTo>
                      <a:pt x="270" y="198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12" name="Freeform 59"/>
              <p:cNvSpPr/>
              <p:nvPr/>
            </p:nvSpPr>
            <p:spPr bwMode="auto">
              <a:xfrm>
                <a:off x="9503757" y="2781137"/>
                <a:ext cx="70808" cy="86039"/>
              </a:xfrm>
              <a:custGeom>
                <a:avLst/>
                <a:gdLst>
                  <a:gd name="T0" fmla="*/ 0 w 174"/>
                  <a:gd name="T1" fmla="*/ 2147483647 h 212"/>
                  <a:gd name="T2" fmla="*/ 0 w 174"/>
                  <a:gd name="T3" fmla="*/ 2147483647 h 212"/>
                  <a:gd name="T4" fmla="*/ 2147483647 w 174"/>
                  <a:gd name="T5" fmla="*/ 2147483647 h 212"/>
                  <a:gd name="T6" fmla="*/ 2147483647 w 174"/>
                  <a:gd name="T7" fmla="*/ 0 h 212"/>
                  <a:gd name="T8" fmla="*/ 0 w 174"/>
                  <a:gd name="T9" fmla="*/ 2147483647 h 2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212"/>
                  <a:gd name="T17" fmla="*/ 174 w 174"/>
                  <a:gd name="T18" fmla="*/ 212 h 2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212">
                    <a:moveTo>
                      <a:pt x="0" y="212"/>
                    </a:moveTo>
                    <a:lnTo>
                      <a:pt x="0" y="212"/>
                    </a:lnTo>
                    <a:lnTo>
                      <a:pt x="174" y="168"/>
                    </a:lnTo>
                    <a:lnTo>
                      <a:pt x="108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13" name="Freeform 66"/>
              <p:cNvSpPr/>
              <p:nvPr/>
            </p:nvSpPr>
            <p:spPr bwMode="auto">
              <a:xfrm>
                <a:off x="9776213" y="3146802"/>
                <a:ext cx="56955" cy="56848"/>
              </a:xfrm>
              <a:custGeom>
                <a:avLst/>
                <a:gdLst>
                  <a:gd name="T0" fmla="*/ 2147483647 w 139"/>
                  <a:gd name="T1" fmla="*/ 2147483647 h 139"/>
                  <a:gd name="T2" fmla="*/ 2147483647 w 139"/>
                  <a:gd name="T3" fmla="*/ 2147483647 h 139"/>
                  <a:gd name="T4" fmla="*/ 0 w 139"/>
                  <a:gd name="T5" fmla="*/ 2147483647 h 139"/>
                  <a:gd name="T6" fmla="*/ 2147483647 w 139"/>
                  <a:gd name="T7" fmla="*/ 0 h 139"/>
                  <a:gd name="T8" fmla="*/ 2147483647 w 139"/>
                  <a:gd name="T9" fmla="*/ 2147483647 h 139"/>
                  <a:gd name="T10" fmla="*/ 2147483647 w 139"/>
                  <a:gd name="T11" fmla="*/ 2147483647 h 1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9"/>
                  <a:gd name="T19" fmla="*/ 0 h 139"/>
                  <a:gd name="T20" fmla="*/ 139 w 139"/>
                  <a:gd name="T21" fmla="*/ 139 h 1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9" h="139">
                    <a:moveTo>
                      <a:pt x="69" y="139"/>
                    </a:moveTo>
                    <a:lnTo>
                      <a:pt x="69" y="139"/>
                    </a:ln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8" y="0"/>
                      <a:pt x="139" y="31"/>
                      <a:pt x="139" y="70"/>
                    </a:cubicBezTo>
                    <a:cubicBezTo>
                      <a:pt x="139" y="108"/>
                      <a:pt x="108" y="139"/>
                      <a:pt x="69" y="139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14" name="Freeform 67"/>
              <p:cNvSpPr/>
              <p:nvPr/>
            </p:nvSpPr>
            <p:spPr bwMode="auto">
              <a:xfrm>
                <a:off x="9863954" y="3146802"/>
                <a:ext cx="55415" cy="56848"/>
              </a:xfrm>
              <a:custGeom>
                <a:avLst/>
                <a:gdLst>
                  <a:gd name="T0" fmla="*/ 2147483647 w 139"/>
                  <a:gd name="T1" fmla="*/ 2147483647 h 139"/>
                  <a:gd name="T2" fmla="*/ 2147483647 w 139"/>
                  <a:gd name="T3" fmla="*/ 2147483647 h 139"/>
                  <a:gd name="T4" fmla="*/ 0 w 139"/>
                  <a:gd name="T5" fmla="*/ 2147483647 h 139"/>
                  <a:gd name="T6" fmla="*/ 2147483647 w 139"/>
                  <a:gd name="T7" fmla="*/ 0 h 139"/>
                  <a:gd name="T8" fmla="*/ 2147483647 w 139"/>
                  <a:gd name="T9" fmla="*/ 2147483647 h 139"/>
                  <a:gd name="T10" fmla="*/ 2147483647 w 139"/>
                  <a:gd name="T11" fmla="*/ 2147483647 h 1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9"/>
                  <a:gd name="T19" fmla="*/ 0 h 139"/>
                  <a:gd name="T20" fmla="*/ 139 w 139"/>
                  <a:gd name="T21" fmla="*/ 139 h 1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9" h="139">
                    <a:moveTo>
                      <a:pt x="69" y="139"/>
                    </a:moveTo>
                    <a:lnTo>
                      <a:pt x="69" y="139"/>
                    </a:ln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8" y="0"/>
                      <a:pt x="139" y="31"/>
                      <a:pt x="139" y="70"/>
                    </a:cubicBezTo>
                    <a:cubicBezTo>
                      <a:pt x="139" y="108"/>
                      <a:pt x="108" y="139"/>
                      <a:pt x="69" y="139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315" name="Freeform 68"/>
              <p:cNvSpPr/>
              <p:nvPr/>
            </p:nvSpPr>
            <p:spPr bwMode="auto">
              <a:xfrm>
                <a:off x="9345208" y="2685880"/>
                <a:ext cx="649586" cy="503942"/>
              </a:xfrm>
              <a:custGeom>
                <a:avLst/>
                <a:gdLst>
                  <a:gd name="T0" fmla="*/ 2147483647 w 1597"/>
                  <a:gd name="T1" fmla="*/ 2147483647 h 1238"/>
                  <a:gd name="T2" fmla="*/ 2147483647 w 1597"/>
                  <a:gd name="T3" fmla="*/ 2147483647 h 1238"/>
                  <a:gd name="T4" fmla="*/ 2147483647 w 1597"/>
                  <a:gd name="T5" fmla="*/ 2147483647 h 1238"/>
                  <a:gd name="T6" fmla="*/ 2147483647 w 1597"/>
                  <a:gd name="T7" fmla="*/ 2147483647 h 1238"/>
                  <a:gd name="T8" fmla="*/ 2147483647 w 1597"/>
                  <a:gd name="T9" fmla="*/ 2147483647 h 1238"/>
                  <a:gd name="T10" fmla="*/ 2147483647 w 1597"/>
                  <a:gd name="T11" fmla="*/ 2147483647 h 1238"/>
                  <a:gd name="T12" fmla="*/ 2147483647 w 1597"/>
                  <a:gd name="T13" fmla="*/ 2147483647 h 1238"/>
                  <a:gd name="T14" fmla="*/ 2147483647 w 1597"/>
                  <a:gd name="T15" fmla="*/ 2147483647 h 1238"/>
                  <a:gd name="T16" fmla="*/ 2147483647 w 1597"/>
                  <a:gd name="T17" fmla="*/ 2147483647 h 1238"/>
                  <a:gd name="T18" fmla="*/ 2147483647 w 1597"/>
                  <a:gd name="T19" fmla="*/ 2147483647 h 1238"/>
                  <a:gd name="T20" fmla="*/ 2147483647 w 1597"/>
                  <a:gd name="T21" fmla="*/ 2147483647 h 1238"/>
                  <a:gd name="T22" fmla="*/ 2147483647 w 1597"/>
                  <a:gd name="T23" fmla="*/ 2147483647 h 1238"/>
                  <a:gd name="T24" fmla="*/ 2147483647 w 1597"/>
                  <a:gd name="T25" fmla="*/ 2147483647 h 1238"/>
                  <a:gd name="T26" fmla="*/ 2147483647 w 1597"/>
                  <a:gd name="T27" fmla="*/ 2147483647 h 1238"/>
                  <a:gd name="T28" fmla="*/ 2147483647 w 1597"/>
                  <a:gd name="T29" fmla="*/ 2147483647 h 1238"/>
                  <a:gd name="T30" fmla="*/ 2147483647 w 1597"/>
                  <a:gd name="T31" fmla="*/ 2147483647 h 1238"/>
                  <a:gd name="T32" fmla="*/ 2147483647 w 1597"/>
                  <a:gd name="T33" fmla="*/ 2147483647 h 1238"/>
                  <a:gd name="T34" fmla="*/ 0 w 1597"/>
                  <a:gd name="T35" fmla="*/ 2147483647 h 1238"/>
                  <a:gd name="T36" fmla="*/ 0 w 1597"/>
                  <a:gd name="T37" fmla="*/ 2147483647 h 1238"/>
                  <a:gd name="T38" fmla="*/ 2147483647 w 1597"/>
                  <a:gd name="T39" fmla="*/ 0 h 1238"/>
                  <a:gd name="T40" fmla="*/ 2147483647 w 1597"/>
                  <a:gd name="T41" fmla="*/ 0 h 1238"/>
                  <a:gd name="T42" fmla="*/ 2147483647 w 1597"/>
                  <a:gd name="T43" fmla="*/ 2147483647 h 1238"/>
                  <a:gd name="T44" fmla="*/ 2147483647 w 1597"/>
                  <a:gd name="T45" fmla="*/ 2147483647 h 1238"/>
                  <a:gd name="T46" fmla="*/ 2147483647 w 1597"/>
                  <a:gd name="T47" fmla="*/ 2147483647 h 123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597"/>
                  <a:gd name="T73" fmla="*/ 0 h 1238"/>
                  <a:gd name="T74" fmla="*/ 1597 w 1597"/>
                  <a:gd name="T75" fmla="*/ 1238 h 123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597" h="1238">
                    <a:moveTo>
                      <a:pt x="1483" y="1238"/>
                    </a:moveTo>
                    <a:lnTo>
                      <a:pt x="1483" y="1238"/>
                    </a:lnTo>
                    <a:lnTo>
                      <a:pt x="1341" y="1238"/>
                    </a:lnTo>
                    <a:cubicBezTo>
                      <a:pt x="1322" y="1238"/>
                      <a:pt x="1308" y="1223"/>
                      <a:pt x="1308" y="1205"/>
                    </a:cubicBezTo>
                    <a:cubicBezTo>
                      <a:pt x="1308" y="1186"/>
                      <a:pt x="1322" y="1171"/>
                      <a:pt x="1341" y="1171"/>
                    </a:cubicBezTo>
                    <a:lnTo>
                      <a:pt x="1483" y="1171"/>
                    </a:lnTo>
                    <a:cubicBezTo>
                      <a:pt x="1509" y="1171"/>
                      <a:pt x="1530" y="1150"/>
                      <a:pt x="1530" y="1125"/>
                    </a:cubicBezTo>
                    <a:lnTo>
                      <a:pt x="1530" y="113"/>
                    </a:lnTo>
                    <a:cubicBezTo>
                      <a:pt x="1530" y="88"/>
                      <a:pt x="1509" y="67"/>
                      <a:pt x="1483" y="67"/>
                    </a:cubicBezTo>
                    <a:lnTo>
                      <a:pt x="113" y="67"/>
                    </a:lnTo>
                    <a:cubicBezTo>
                      <a:pt x="87" y="67"/>
                      <a:pt x="66" y="88"/>
                      <a:pt x="66" y="113"/>
                    </a:cubicBezTo>
                    <a:lnTo>
                      <a:pt x="66" y="1125"/>
                    </a:lnTo>
                    <a:cubicBezTo>
                      <a:pt x="66" y="1150"/>
                      <a:pt x="87" y="1171"/>
                      <a:pt x="113" y="1171"/>
                    </a:cubicBezTo>
                    <a:lnTo>
                      <a:pt x="1132" y="1171"/>
                    </a:lnTo>
                    <a:cubicBezTo>
                      <a:pt x="1150" y="1171"/>
                      <a:pt x="1165" y="1186"/>
                      <a:pt x="1165" y="1205"/>
                    </a:cubicBezTo>
                    <a:cubicBezTo>
                      <a:pt x="1165" y="1223"/>
                      <a:pt x="1150" y="1238"/>
                      <a:pt x="1132" y="1238"/>
                    </a:cubicBezTo>
                    <a:lnTo>
                      <a:pt x="113" y="1238"/>
                    </a:lnTo>
                    <a:cubicBezTo>
                      <a:pt x="50" y="1238"/>
                      <a:pt x="0" y="1187"/>
                      <a:pt x="0" y="1125"/>
                    </a:cubicBezTo>
                    <a:lnTo>
                      <a:pt x="0" y="113"/>
                    </a:lnTo>
                    <a:cubicBezTo>
                      <a:pt x="0" y="51"/>
                      <a:pt x="50" y="0"/>
                      <a:pt x="113" y="0"/>
                    </a:cubicBezTo>
                    <a:lnTo>
                      <a:pt x="1483" y="0"/>
                    </a:lnTo>
                    <a:cubicBezTo>
                      <a:pt x="1546" y="0"/>
                      <a:pt x="1597" y="51"/>
                      <a:pt x="1597" y="113"/>
                    </a:cubicBezTo>
                    <a:lnTo>
                      <a:pt x="1597" y="1125"/>
                    </a:lnTo>
                    <a:cubicBezTo>
                      <a:pt x="1597" y="1187"/>
                      <a:pt x="1546" y="1238"/>
                      <a:pt x="1483" y="1238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85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95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</p:grpSp>
        <p:cxnSp>
          <p:nvCxnSpPr>
            <p:cNvPr id="316" name="直接连接符 7"/>
            <p:cNvCxnSpPr>
              <a:stCxn id="273" idx="3"/>
              <a:endCxn id="290" idx="3"/>
            </p:cNvCxnSpPr>
            <p:nvPr/>
          </p:nvCxnSpPr>
          <p:spPr>
            <a:xfrm flipH="1" flipV="1">
              <a:off x="1957645" y="2791026"/>
              <a:ext cx="154578" cy="283508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cxnSp>
          <p:nvCxnSpPr>
            <p:cNvPr id="317" name="直接连接符 8"/>
            <p:cNvCxnSpPr>
              <a:stCxn id="294" idx="2"/>
              <a:endCxn id="292" idx="3"/>
            </p:cNvCxnSpPr>
            <p:nvPr/>
          </p:nvCxnSpPr>
          <p:spPr>
            <a:xfrm flipH="1" flipV="1">
              <a:off x="1441076" y="3077915"/>
              <a:ext cx="687390" cy="82262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cxnSp>
          <p:nvCxnSpPr>
            <p:cNvPr id="318" name="直接连接符 9"/>
            <p:cNvCxnSpPr/>
            <p:nvPr/>
          </p:nvCxnSpPr>
          <p:spPr>
            <a:xfrm flipH="1">
              <a:off x="1828014" y="3268291"/>
              <a:ext cx="279164" cy="156417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grpSp>
          <p:nvGrpSpPr>
            <p:cNvPr id="319" name="组合 24828"/>
            <p:cNvGrpSpPr>
              <a:grpSpLocks noChangeAspect="1"/>
            </p:cNvGrpSpPr>
            <p:nvPr/>
          </p:nvGrpSpPr>
          <p:grpSpPr bwMode="auto">
            <a:xfrm>
              <a:off x="2182306" y="1795822"/>
              <a:ext cx="250639" cy="136863"/>
              <a:chOff x="2382838" y="2278063"/>
              <a:chExt cx="835025" cy="528638"/>
            </a:xfrm>
            <a:solidFill>
              <a:srgbClr val="1AABE1"/>
            </a:solidFill>
          </p:grpSpPr>
          <p:sp>
            <p:nvSpPr>
              <p:cNvPr id="320" name="Freeform 137"/>
              <p:cNvSpPr/>
              <p:nvPr/>
            </p:nvSpPr>
            <p:spPr bwMode="auto">
              <a:xfrm>
                <a:off x="2382838" y="2560638"/>
                <a:ext cx="835025" cy="246063"/>
              </a:xfrm>
              <a:custGeom>
                <a:avLst/>
                <a:gdLst>
                  <a:gd name="T0" fmla="*/ 2147483646 w 1773"/>
                  <a:gd name="T1" fmla="*/ 0 h 521"/>
                  <a:gd name="T2" fmla="*/ 2147483646 w 1773"/>
                  <a:gd name="T3" fmla="*/ 0 h 521"/>
                  <a:gd name="T4" fmla="*/ 2147483646 w 1773"/>
                  <a:gd name="T5" fmla="*/ 0 h 521"/>
                  <a:gd name="T6" fmla="*/ 0 w 1773"/>
                  <a:gd name="T7" fmla="*/ 2147483646 h 521"/>
                  <a:gd name="T8" fmla="*/ 0 w 1773"/>
                  <a:gd name="T9" fmla="*/ 2147483646 h 521"/>
                  <a:gd name="T10" fmla="*/ 2147483646 w 1773"/>
                  <a:gd name="T11" fmla="*/ 2147483646 h 521"/>
                  <a:gd name="T12" fmla="*/ 2147483646 w 1773"/>
                  <a:gd name="T13" fmla="*/ 2147483646 h 521"/>
                  <a:gd name="T14" fmla="*/ 2147483646 w 1773"/>
                  <a:gd name="T15" fmla="*/ 2147483646 h 521"/>
                  <a:gd name="T16" fmla="*/ 2147483646 w 1773"/>
                  <a:gd name="T17" fmla="*/ 2147483646 h 521"/>
                  <a:gd name="T18" fmla="*/ 2147483646 w 1773"/>
                  <a:gd name="T19" fmla="*/ 2147483646 h 521"/>
                  <a:gd name="T20" fmla="*/ 2147483646 w 1773"/>
                  <a:gd name="T21" fmla="*/ 2147483646 h 521"/>
                  <a:gd name="T22" fmla="*/ 2147483646 w 1773"/>
                  <a:gd name="T23" fmla="*/ 2147483646 h 521"/>
                  <a:gd name="T24" fmla="*/ 2147483646 w 1773"/>
                  <a:gd name="T25" fmla="*/ 2147483646 h 521"/>
                  <a:gd name="T26" fmla="*/ 2147483646 w 1773"/>
                  <a:gd name="T27" fmla="*/ 2147483646 h 521"/>
                  <a:gd name="T28" fmla="*/ 2147483646 w 1773"/>
                  <a:gd name="T29" fmla="*/ 2147483646 h 521"/>
                  <a:gd name="T30" fmla="*/ 2147483646 w 1773"/>
                  <a:gd name="T31" fmla="*/ 2147483646 h 521"/>
                  <a:gd name="T32" fmla="*/ 2147483646 w 1773"/>
                  <a:gd name="T33" fmla="*/ 2147483646 h 521"/>
                  <a:gd name="T34" fmla="*/ 2147483646 w 1773"/>
                  <a:gd name="T35" fmla="*/ 2147483646 h 521"/>
                  <a:gd name="T36" fmla="*/ 2147483646 w 1773"/>
                  <a:gd name="T37" fmla="*/ 2147483646 h 521"/>
                  <a:gd name="T38" fmla="*/ 2147483646 w 1773"/>
                  <a:gd name="T39" fmla="*/ 2147483646 h 521"/>
                  <a:gd name="T40" fmla="*/ 2147483646 w 1773"/>
                  <a:gd name="T41" fmla="*/ 2147483646 h 521"/>
                  <a:gd name="T42" fmla="*/ 2147483646 w 1773"/>
                  <a:gd name="T43" fmla="*/ 2147483646 h 521"/>
                  <a:gd name="T44" fmla="*/ 2147483646 w 1773"/>
                  <a:gd name="T45" fmla="*/ 2147483646 h 521"/>
                  <a:gd name="T46" fmla="*/ 2147483646 w 1773"/>
                  <a:gd name="T47" fmla="*/ 2147483646 h 521"/>
                  <a:gd name="T48" fmla="*/ 2147483646 w 1773"/>
                  <a:gd name="T49" fmla="*/ 2147483646 h 521"/>
                  <a:gd name="T50" fmla="*/ 2147483646 w 1773"/>
                  <a:gd name="T51" fmla="*/ 2147483646 h 521"/>
                  <a:gd name="T52" fmla="*/ 2147483646 w 1773"/>
                  <a:gd name="T53" fmla="*/ 2147483646 h 521"/>
                  <a:gd name="T54" fmla="*/ 2147483646 w 1773"/>
                  <a:gd name="T55" fmla="*/ 0 h 52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773" h="521">
                    <a:moveTo>
                      <a:pt x="1682" y="0"/>
                    </a:moveTo>
                    <a:lnTo>
                      <a:pt x="1682" y="0"/>
                    </a:lnTo>
                    <a:lnTo>
                      <a:pt x="91" y="0"/>
                    </a:lnTo>
                    <a:cubicBezTo>
                      <a:pt x="41" y="0"/>
                      <a:pt x="0" y="41"/>
                      <a:pt x="0" y="91"/>
                    </a:cubicBezTo>
                    <a:lnTo>
                      <a:pt x="0" y="394"/>
                    </a:lnTo>
                    <a:cubicBezTo>
                      <a:pt x="0" y="444"/>
                      <a:pt x="41" y="485"/>
                      <a:pt x="91" y="485"/>
                    </a:cubicBezTo>
                    <a:lnTo>
                      <a:pt x="1166" y="485"/>
                    </a:lnTo>
                    <a:cubicBezTo>
                      <a:pt x="1178" y="507"/>
                      <a:pt x="1200" y="521"/>
                      <a:pt x="1226" y="521"/>
                    </a:cubicBezTo>
                    <a:cubicBezTo>
                      <a:pt x="1265" y="521"/>
                      <a:pt x="1296" y="490"/>
                      <a:pt x="1296" y="452"/>
                    </a:cubicBezTo>
                    <a:cubicBezTo>
                      <a:pt x="1296" y="414"/>
                      <a:pt x="1265" y="382"/>
                      <a:pt x="1226" y="382"/>
                    </a:cubicBezTo>
                    <a:cubicBezTo>
                      <a:pt x="1200" y="382"/>
                      <a:pt x="1178" y="397"/>
                      <a:pt x="1166" y="419"/>
                    </a:cubicBezTo>
                    <a:lnTo>
                      <a:pt x="91" y="419"/>
                    </a:lnTo>
                    <a:cubicBezTo>
                      <a:pt x="78" y="419"/>
                      <a:pt x="67" y="408"/>
                      <a:pt x="67" y="394"/>
                    </a:cubicBezTo>
                    <a:lnTo>
                      <a:pt x="67" y="91"/>
                    </a:lnTo>
                    <a:cubicBezTo>
                      <a:pt x="67" y="77"/>
                      <a:pt x="78" y="67"/>
                      <a:pt x="91" y="67"/>
                    </a:cubicBezTo>
                    <a:lnTo>
                      <a:pt x="1682" y="67"/>
                    </a:lnTo>
                    <a:cubicBezTo>
                      <a:pt x="1695" y="67"/>
                      <a:pt x="1706" y="77"/>
                      <a:pt x="1706" y="91"/>
                    </a:cubicBezTo>
                    <a:lnTo>
                      <a:pt x="1706" y="394"/>
                    </a:lnTo>
                    <a:cubicBezTo>
                      <a:pt x="1706" y="408"/>
                      <a:pt x="1695" y="419"/>
                      <a:pt x="1682" y="419"/>
                    </a:cubicBezTo>
                    <a:lnTo>
                      <a:pt x="1504" y="419"/>
                    </a:lnTo>
                    <a:cubicBezTo>
                      <a:pt x="1493" y="397"/>
                      <a:pt x="1470" y="382"/>
                      <a:pt x="1444" y="382"/>
                    </a:cubicBezTo>
                    <a:cubicBezTo>
                      <a:pt x="1406" y="382"/>
                      <a:pt x="1374" y="414"/>
                      <a:pt x="1374" y="452"/>
                    </a:cubicBezTo>
                    <a:cubicBezTo>
                      <a:pt x="1374" y="490"/>
                      <a:pt x="1406" y="521"/>
                      <a:pt x="1444" y="521"/>
                    </a:cubicBezTo>
                    <a:cubicBezTo>
                      <a:pt x="1470" y="521"/>
                      <a:pt x="1493" y="507"/>
                      <a:pt x="1504" y="485"/>
                    </a:cubicBezTo>
                    <a:lnTo>
                      <a:pt x="1682" y="485"/>
                    </a:lnTo>
                    <a:cubicBezTo>
                      <a:pt x="1732" y="485"/>
                      <a:pt x="1773" y="444"/>
                      <a:pt x="1773" y="394"/>
                    </a:cubicBezTo>
                    <a:lnTo>
                      <a:pt x="1773" y="91"/>
                    </a:lnTo>
                    <a:cubicBezTo>
                      <a:pt x="1773" y="41"/>
                      <a:pt x="1732" y="0"/>
                      <a:pt x="168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1" name="Freeform 138"/>
              <p:cNvSpPr/>
              <p:nvPr/>
            </p:nvSpPr>
            <p:spPr bwMode="auto">
              <a:xfrm>
                <a:off x="2714625" y="2389188"/>
                <a:ext cx="171450" cy="57150"/>
              </a:xfrm>
              <a:custGeom>
                <a:avLst/>
                <a:gdLst>
                  <a:gd name="T0" fmla="*/ 2147483646 w 365"/>
                  <a:gd name="T1" fmla="*/ 2147483646 h 122"/>
                  <a:gd name="T2" fmla="*/ 2147483646 w 365"/>
                  <a:gd name="T3" fmla="*/ 2147483646 h 122"/>
                  <a:gd name="T4" fmla="*/ 2147483646 w 365"/>
                  <a:gd name="T5" fmla="*/ 2147483646 h 122"/>
                  <a:gd name="T6" fmla="*/ 2147483646 w 365"/>
                  <a:gd name="T7" fmla="*/ 0 h 122"/>
                  <a:gd name="T8" fmla="*/ 2147483646 w 365"/>
                  <a:gd name="T9" fmla="*/ 2147483646 h 122"/>
                  <a:gd name="T10" fmla="*/ 2147483646 w 365"/>
                  <a:gd name="T11" fmla="*/ 2147483646 h 122"/>
                  <a:gd name="T12" fmla="*/ 2147483646 w 365"/>
                  <a:gd name="T13" fmla="*/ 2147483646 h 122"/>
                  <a:gd name="T14" fmla="*/ 2147483646 w 365"/>
                  <a:gd name="T15" fmla="*/ 2147483646 h 122"/>
                  <a:gd name="T16" fmla="*/ 2147483646 w 365"/>
                  <a:gd name="T17" fmla="*/ 2147483646 h 122"/>
                  <a:gd name="T18" fmla="*/ 2147483646 w 365"/>
                  <a:gd name="T19" fmla="*/ 2147483646 h 122"/>
                  <a:gd name="T20" fmla="*/ 2147483646 w 365"/>
                  <a:gd name="T21" fmla="*/ 2147483646 h 12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5" h="122">
                    <a:moveTo>
                      <a:pt x="353" y="105"/>
                    </a:moveTo>
                    <a:lnTo>
                      <a:pt x="353" y="105"/>
                    </a:lnTo>
                    <a:cubicBezTo>
                      <a:pt x="365" y="91"/>
                      <a:pt x="363" y="70"/>
                      <a:pt x="348" y="58"/>
                    </a:cubicBezTo>
                    <a:cubicBezTo>
                      <a:pt x="301" y="21"/>
                      <a:pt x="242" y="0"/>
                      <a:pt x="182" y="0"/>
                    </a:cubicBezTo>
                    <a:cubicBezTo>
                      <a:pt x="122" y="0"/>
                      <a:pt x="63" y="21"/>
                      <a:pt x="16" y="59"/>
                    </a:cubicBezTo>
                    <a:cubicBezTo>
                      <a:pt x="2" y="70"/>
                      <a:pt x="0" y="91"/>
                      <a:pt x="11" y="105"/>
                    </a:cubicBezTo>
                    <a:cubicBezTo>
                      <a:pt x="18" y="114"/>
                      <a:pt x="27" y="118"/>
                      <a:pt x="37" y="118"/>
                    </a:cubicBezTo>
                    <a:cubicBezTo>
                      <a:pt x="44" y="118"/>
                      <a:pt x="52" y="116"/>
                      <a:pt x="58" y="111"/>
                    </a:cubicBezTo>
                    <a:cubicBezTo>
                      <a:pt x="94" y="82"/>
                      <a:pt x="137" y="67"/>
                      <a:pt x="182" y="67"/>
                    </a:cubicBezTo>
                    <a:cubicBezTo>
                      <a:pt x="228" y="67"/>
                      <a:pt x="271" y="82"/>
                      <a:pt x="307" y="111"/>
                    </a:cubicBezTo>
                    <a:cubicBezTo>
                      <a:pt x="321" y="122"/>
                      <a:pt x="342" y="120"/>
                      <a:pt x="353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2" name="Freeform 139"/>
              <p:cNvSpPr/>
              <p:nvPr/>
            </p:nvSpPr>
            <p:spPr bwMode="auto">
              <a:xfrm>
                <a:off x="2674938" y="2332038"/>
                <a:ext cx="250825" cy="74613"/>
              </a:xfrm>
              <a:custGeom>
                <a:avLst/>
                <a:gdLst>
                  <a:gd name="T0" fmla="*/ 2147483646 w 533"/>
                  <a:gd name="T1" fmla="*/ 2147483646 h 159"/>
                  <a:gd name="T2" fmla="*/ 2147483646 w 533"/>
                  <a:gd name="T3" fmla="*/ 2147483646 h 159"/>
                  <a:gd name="T4" fmla="*/ 2147483646 w 533"/>
                  <a:gd name="T5" fmla="*/ 2147483646 h 159"/>
                  <a:gd name="T6" fmla="*/ 2147483646 w 533"/>
                  <a:gd name="T7" fmla="*/ 0 h 159"/>
                  <a:gd name="T8" fmla="*/ 2147483646 w 533"/>
                  <a:gd name="T9" fmla="*/ 2147483646 h 159"/>
                  <a:gd name="T10" fmla="*/ 2147483646 w 533"/>
                  <a:gd name="T11" fmla="*/ 2147483646 h 159"/>
                  <a:gd name="T12" fmla="*/ 2147483646 w 533"/>
                  <a:gd name="T13" fmla="*/ 2147483646 h 159"/>
                  <a:gd name="T14" fmla="*/ 2147483646 w 533"/>
                  <a:gd name="T15" fmla="*/ 2147483646 h 159"/>
                  <a:gd name="T16" fmla="*/ 2147483646 w 533"/>
                  <a:gd name="T17" fmla="*/ 2147483646 h 159"/>
                  <a:gd name="T18" fmla="*/ 2147483646 w 533"/>
                  <a:gd name="T19" fmla="*/ 2147483646 h 159"/>
                  <a:gd name="T20" fmla="*/ 2147483646 w 533"/>
                  <a:gd name="T21" fmla="*/ 2147483646 h 1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33" h="159">
                    <a:moveTo>
                      <a:pt x="521" y="144"/>
                    </a:moveTo>
                    <a:lnTo>
                      <a:pt x="521" y="144"/>
                    </a:lnTo>
                    <a:cubicBezTo>
                      <a:pt x="533" y="131"/>
                      <a:pt x="532" y="109"/>
                      <a:pt x="519" y="97"/>
                    </a:cubicBezTo>
                    <a:cubicBezTo>
                      <a:pt x="450" y="34"/>
                      <a:pt x="361" y="0"/>
                      <a:pt x="267" y="0"/>
                    </a:cubicBezTo>
                    <a:cubicBezTo>
                      <a:pt x="173" y="0"/>
                      <a:pt x="83" y="35"/>
                      <a:pt x="14" y="99"/>
                    </a:cubicBezTo>
                    <a:cubicBezTo>
                      <a:pt x="1" y="111"/>
                      <a:pt x="0" y="132"/>
                      <a:pt x="12" y="146"/>
                    </a:cubicBezTo>
                    <a:cubicBezTo>
                      <a:pt x="19" y="153"/>
                      <a:pt x="28" y="157"/>
                      <a:pt x="37" y="157"/>
                    </a:cubicBezTo>
                    <a:cubicBezTo>
                      <a:pt x="45" y="157"/>
                      <a:pt x="53" y="154"/>
                      <a:pt x="59" y="148"/>
                    </a:cubicBezTo>
                    <a:cubicBezTo>
                      <a:pt x="116" y="95"/>
                      <a:pt x="190" y="66"/>
                      <a:pt x="267" y="66"/>
                    </a:cubicBezTo>
                    <a:cubicBezTo>
                      <a:pt x="344" y="66"/>
                      <a:pt x="417" y="95"/>
                      <a:pt x="474" y="146"/>
                    </a:cubicBezTo>
                    <a:cubicBezTo>
                      <a:pt x="487" y="159"/>
                      <a:pt x="508" y="158"/>
                      <a:pt x="521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3" name="Freeform 140"/>
              <p:cNvSpPr/>
              <p:nvPr/>
            </p:nvSpPr>
            <p:spPr bwMode="auto">
              <a:xfrm>
                <a:off x="2636838" y="2278063"/>
                <a:ext cx="327025" cy="90488"/>
              </a:xfrm>
              <a:custGeom>
                <a:avLst/>
                <a:gdLst>
                  <a:gd name="T0" fmla="*/ 2147483646 w 695"/>
                  <a:gd name="T1" fmla="*/ 2147483646 h 194"/>
                  <a:gd name="T2" fmla="*/ 2147483646 w 695"/>
                  <a:gd name="T3" fmla="*/ 2147483646 h 194"/>
                  <a:gd name="T4" fmla="*/ 2147483646 w 695"/>
                  <a:gd name="T5" fmla="*/ 2147483646 h 194"/>
                  <a:gd name="T6" fmla="*/ 2147483646 w 695"/>
                  <a:gd name="T7" fmla="*/ 2147483646 h 194"/>
                  <a:gd name="T8" fmla="*/ 2147483646 w 695"/>
                  <a:gd name="T9" fmla="*/ 2147483646 h 194"/>
                  <a:gd name="T10" fmla="*/ 2147483646 w 695"/>
                  <a:gd name="T11" fmla="*/ 2147483646 h 194"/>
                  <a:gd name="T12" fmla="*/ 2147483646 w 695"/>
                  <a:gd name="T13" fmla="*/ 2147483646 h 194"/>
                  <a:gd name="T14" fmla="*/ 2147483646 w 695"/>
                  <a:gd name="T15" fmla="*/ 0 h 194"/>
                  <a:gd name="T16" fmla="*/ 2147483646 w 695"/>
                  <a:gd name="T17" fmla="*/ 2147483646 h 194"/>
                  <a:gd name="T18" fmla="*/ 2147483646 w 695"/>
                  <a:gd name="T19" fmla="*/ 2147483646 h 194"/>
                  <a:gd name="T20" fmla="*/ 2147483646 w 695"/>
                  <a:gd name="T21" fmla="*/ 2147483646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95" h="194">
                    <a:moveTo>
                      <a:pt x="60" y="182"/>
                    </a:moveTo>
                    <a:lnTo>
                      <a:pt x="60" y="182"/>
                    </a:lnTo>
                    <a:cubicBezTo>
                      <a:pt x="138" y="108"/>
                      <a:pt x="240" y="67"/>
                      <a:pt x="347" y="67"/>
                    </a:cubicBezTo>
                    <a:cubicBezTo>
                      <a:pt x="455" y="67"/>
                      <a:pt x="557" y="108"/>
                      <a:pt x="635" y="182"/>
                    </a:cubicBezTo>
                    <a:cubicBezTo>
                      <a:pt x="641" y="189"/>
                      <a:pt x="650" y="192"/>
                      <a:pt x="658" y="192"/>
                    </a:cubicBezTo>
                    <a:cubicBezTo>
                      <a:pt x="667" y="192"/>
                      <a:pt x="676" y="188"/>
                      <a:pt x="682" y="182"/>
                    </a:cubicBezTo>
                    <a:cubicBezTo>
                      <a:pt x="695" y="168"/>
                      <a:pt x="694" y="147"/>
                      <a:pt x="681" y="134"/>
                    </a:cubicBezTo>
                    <a:cubicBezTo>
                      <a:pt x="591" y="48"/>
                      <a:pt x="472" y="0"/>
                      <a:pt x="347" y="0"/>
                    </a:cubicBezTo>
                    <a:cubicBezTo>
                      <a:pt x="223" y="0"/>
                      <a:pt x="104" y="47"/>
                      <a:pt x="14" y="134"/>
                    </a:cubicBezTo>
                    <a:cubicBezTo>
                      <a:pt x="1" y="146"/>
                      <a:pt x="0" y="167"/>
                      <a:pt x="13" y="181"/>
                    </a:cubicBezTo>
                    <a:cubicBezTo>
                      <a:pt x="26" y="194"/>
                      <a:pt x="47" y="194"/>
                      <a:pt x="6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4" name="Freeform 141"/>
              <p:cNvSpPr/>
              <p:nvPr/>
            </p:nvSpPr>
            <p:spPr bwMode="auto">
              <a:xfrm>
                <a:off x="2767013" y="2447926"/>
                <a:ext cx="66675" cy="65088"/>
              </a:xfrm>
              <a:custGeom>
                <a:avLst/>
                <a:gdLst>
                  <a:gd name="T0" fmla="*/ 0 w 139"/>
                  <a:gd name="T1" fmla="*/ 2147483646 h 139"/>
                  <a:gd name="T2" fmla="*/ 0 w 139"/>
                  <a:gd name="T3" fmla="*/ 2147483646 h 139"/>
                  <a:gd name="T4" fmla="*/ 2147483646 w 139"/>
                  <a:gd name="T5" fmla="*/ 2147483646 h 139"/>
                  <a:gd name="T6" fmla="*/ 2147483646 w 139"/>
                  <a:gd name="T7" fmla="*/ 2147483646 h 139"/>
                  <a:gd name="T8" fmla="*/ 2147483646 w 139"/>
                  <a:gd name="T9" fmla="*/ 0 h 139"/>
                  <a:gd name="T10" fmla="*/ 0 w 139"/>
                  <a:gd name="T11" fmla="*/ 2147483646 h 1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9" h="139">
                    <a:moveTo>
                      <a:pt x="0" y="70"/>
                    </a:moveTo>
                    <a:lnTo>
                      <a:pt x="0" y="70"/>
                    </a:lnTo>
                    <a:cubicBezTo>
                      <a:pt x="0" y="108"/>
                      <a:pt x="31" y="139"/>
                      <a:pt x="70" y="139"/>
                    </a:cubicBezTo>
                    <a:cubicBezTo>
                      <a:pt x="108" y="139"/>
                      <a:pt x="139" y="108"/>
                      <a:pt x="139" y="70"/>
                    </a:cubicBezTo>
                    <a:cubicBezTo>
                      <a:pt x="139" y="31"/>
                      <a:pt x="108" y="0"/>
                      <a:pt x="70" y="0"/>
                    </a:cubicBezTo>
                    <a:cubicBezTo>
                      <a:pt x="31" y="0"/>
                      <a:pt x="0" y="31"/>
                      <a:pt x="0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5" name="Freeform 142"/>
              <p:cNvSpPr/>
              <p:nvPr/>
            </p:nvSpPr>
            <p:spPr bwMode="auto">
              <a:xfrm>
                <a:off x="2419350" y="2278063"/>
                <a:ext cx="31750" cy="250825"/>
              </a:xfrm>
              <a:custGeom>
                <a:avLst/>
                <a:gdLst>
                  <a:gd name="T0" fmla="*/ 2147483646 w 67"/>
                  <a:gd name="T1" fmla="*/ 2147483646 h 533"/>
                  <a:gd name="T2" fmla="*/ 2147483646 w 67"/>
                  <a:gd name="T3" fmla="*/ 2147483646 h 533"/>
                  <a:gd name="T4" fmla="*/ 2147483646 w 67"/>
                  <a:gd name="T5" fmla="*/ 2147483646 h 533"/>
                  <a:gd name="T6" fmla="*/ 2147483646 w 67"/>
                  <a:gd name="T7" fmla="*/ 2147483646 h 533"/>
                  <a:gd name="T8" fmla="*/ 2147483646 w 67"/>
                  <a:gd name="T9" fmla="*/ 0 h 533"/>
                  <a:gd name="T10" fmla="*/ 0 w 67"/>
                  <a:gd name="T11" fmla="*/ 2147483646 h 533"/>
                  <a:gd name="T12" fmla="*/ 0 w 67"/>
                  <a:gd name="T13" fmla="*/ 2147483646 h 533"/>
                  <a:gd name="T14" fmla="*/ 2147483646 w 67"/>
                  <a:gd name="T15" fmla="*/ 2147483646 h 5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7" h="533">
                    <a:moveTo>
                      <a:pt x="33" y="533"/>
                    </a:moveTo>
                    <a:lnTo>
                      <a:pt x="33" y="533"/>
                    </a:lnTo>
                    <a:cubicBezTo>
                      <a:pt x="52" y="533"/>
                      <a:pt x="67" y="518"/>
                      <a:pt x="67" y="500"/>
                    </a:cubicBezTo>
                    <a:lnTo>
                      <a:pt x="67" y="33"/>
                    </a:lnTo>
                    <a:cubicBezTo>
                      <a:pt x="67" y="15"/>
                      <a:pt x="52" y="0"/>
                      <a:pt x="33" y="0"/>
                    </a:cubicBezTo>
                    <a:cubicBezTo>
                      <a:pt x="15" y="0"/>
                      <a:pt x="0" y="15"/>
                      <a:pt x="0" y="33"/>
                    </a:cubicBezTo>
                    <a:lnTo>
                      <a:pt x="0" y="500"/>
                    </a:lnTo>
                    <a:cubicBezTo>
                      <a:pt x="0" y="518"/>
                      <a:pt x="15" y="533"/>
                      <a:pt x="33" y="5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6" name="Freeform 143"/>
              <p:cNvSpPr/>
              <p:nvPr/>
            </p:nvSpPr>
            <p:spPr bwMode="auto">
              <a:xfrm>
                <a:off x="3149600" y="2278063"/>
                <a:ext cx="31750" cy="250825"/>
              </a:xfrm>
              <a:custGeom>
                <a:avLst/>
                <a:gdLst>
                  <a:gd name="T0" fmla="*/ 2147483646 w 67"/>
                  <a:gd name="T1" fmla="*/ 2147483646 h 533"/>
                  <a:gd name="T2" fmla="*/ 2147483646 w 67"/>
                  <a:gd name="T3" fmla="*/ 2147483646 h 533"/>
                  <a:gd name="T4" fmla="*/ 2147483646 w 67"/>
                  <a:gd name="T5" fmla="*/ 2147483646 h 533"/>
                  <a:gd name="T6" fmla="*/ 2147483646 w 67"/>
                  <a:gd name="T7" fmla="*/ 2147483646 h 533"/>
                  <a:gd name="T8" fmla="*/ 2147483646 w 67"/>
                  <a:gd name="T9" fmla="*/ 0 h 533"/>
                  <a:gd name="T10" fmla="*/ 0 w 67"/>
                  <a:gd name="T11" fmla="*/ 2147483646 h 533"/>
                  <a:gd name="T12" fmla="*/ 0 w 67"/>
                  <a:gd name="T13" fmla="*/ 2147483646 h 533"/>
                  <a:gd name="T14" fmla="*/ 2147483646 w 67"/>
                  <a:gd name="T15" fmla="*/ 2147483646 h 5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7" h="533">
                    <a:moveTo>
                      <a:pt x="34" y="533"/>
                    </a:moveTo>
                    <a:lnTo>
                      <a:pt x="34" y="533"/>
                    </a:lnTo>
                    <a:cubicBezTo>
                      <a:pt x="52" y="533"/>
                      <a:pt x="67" y="518"/>
                      <a:pt x="67" y="500"/>
                    </a:cubicBezTo>
                    <a:lnTo>
                      <a:pt x="67" y="33"/>
                    </a:lnTo>
                    <a:cubicBezTo>
                      <a:pt x="67" y="15"/>
                      <a:pt x="52" y="0"/>
                      <a:pt x="34" y="0"/>
                    </a:cubicBezTo>
                    <a:cubicBezTo>
                      <a:pt x="15" y="0"/>
                      <a:pt x="0" y="15"/>
                      <a:pt x="0" y="33"/>
                    </a:cubicBezTo>
                    <a:lnTo>
                      <a:pt x="0" y="500"/>
                    </a:lnTo>
                    <a:cubicBezTo>
                      <a:pt x="0" y="518"/>
                      <a:pt x="15" y="533"/>
                      <a:pt x="34" y="5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7" name="Freeform 144"/>
              <p:cNvSpPr>
                <a:spLocks noEditPoints="1"/>
              </p:cNvSpPr>
              <p:nvPr/>
            </p:nvSpPr>
            <p:spPr bwMode="auto">
              <a:xfrm>
                <a:off x="2460625" y="2644776"/>
                <a:ext cx="65088" cy="63500"/>
              </a:xfrm>
              <a:custGeom>
                <a:avLst/>
                <a:gdLst>
                  <a:gd name="T0" fmla="*/ 2147483646 w 137"/>
                  <a:gd name="T1" fmla="*/ 2147483646 h 137"/>
                  <a:gd name="T2" fmla="*/ 2147483646 w 137"/>
                  <a:gd name="T3" fmla="*/ 2147483646 h 137"/>
                  <a:gd name="T4" fmla="*/ 2147483646 w 137"/>
                  <a:gd name="T5" fmla="*/ 2147483646 h 137"/>
                  <a:gd name="T6" fmla="*/ 2147483646 w 137"/>
                  <a:gd name="T7" fmla="*/ 2147483646 h 137"/>
                  <a:gd name="T8" fmla="*/ 2147483646 w 137"/>
                  <a:gd name="T9" fmla="*/ 2147483646 h 137"/>
                  <a:gd name="T10" fmla="*/ 2147483646 w 137"/>
                  <a:gd name="T11" fmla="*/ 2147483646 h 137"/>
                  <a:gd name="T12" fmla="*/ 0 w 137"/>
                  <a:gd name="T13" fmla="*/ 2147483646 h 137"/>
                  <a:gd name="T14" fmla="*/ 0 w 137"/>
                  <a:gd name="T15" fmla="*/ 2147483646 h 137"/>
                  <a:gd name="T16" fmla="*/ 2147483646 w 137"/>
                  <a:gd name="T17" fmla="*/ 2147483646 h 137"/>
                  <a:gd name="T18" fmla="*/ 2147483646 w 137"/>
                  <a:gd name="T19" fmla="*/ 2147483646 h 137"/>
                  <a:gd name="T20" fmla="*/ 2147483646 w 137"/>
                  <a:gd name="T21" fmla="*/ 0 h 137"/>
                  <a:gd name="T22" fmla="*/ 0 w 137"/>
                  <a:gd name="T23" fmla="*/ 2147483646 h 13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7" h="137">
                    <a:moveTo>
                      <a:pt x="97" y="69"/>
                    </a:moveTo>
                    <a:lnTo>
                      <a:pt x="97" y="69"/>
                    </a:lnTo>
                    <a:cubicBezTo>
                      <a:pt x="97" y="84"/>
                      <a:pt x="84" y="97"/>
                      <a:pt x="68" y="97"/>
                    </a:cubicBezTo>
                    <a:cubicBezTo>
                      <a:pt x="53" y="97"/>
                      <a:pt x="40" y="84"/>
                      <a:pt x="40" y="69"/>
                    </a:cubicBezTo>
                    <a:cubicBezTo>
                      <a:pt x="40" y="53"/>
                      <a:pt x="53" y="40"/>
                      <a:pt x="68" y="40"/>
                    </a:cubicBezTo>
                    <a:cubicBezTo>
                      <a:pt x="84" y="40"/>
                      <a:pt x="97" y="53"/>
                      <a:pt x="97" y="69"/>
                    </a:cubicBezTo>
                    <a:close/>
                    <a:moveTo>
                      <a:pt x="0" y="69"/>
                    </a:moveTo>
                    <a:lnTo>
                      <a:pt x="0" y="69"/>
                    </a:lnTo>
                    <a:cubicBezTo>
                      <a:pt x="0" y="106"/>
                      <a:pt x="31" y="137"/>
                      <a:pt x="68" y="137"/>
                    </a:cubicBezTo>
                    <a:cubicBezTo>
                      <a:pt x="106" y="137"/>
                      <a:pt x="137" y="106"/>
                      <a:pt x="137" y="69"/>
                    </a:cubicBezTo>
                    <a:cubicBezTo>
                      <a:pt x="137" y="31"/>
                      <a:pt x="106" y="0"/>
                      <a:pt x="68" y="0"/>
                    </a:cubicBezTo>
                    <a:cubicBezTo>
                      <a:pt x="31" y="0"/>
                      <a:pt x="0" y="31"/>
                      <a:pt x="0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8" name="Freeform 145"/>
              <p:cNvSpPr/>
              <p:nvPr/>
            </p:nvSpPr>
            <p:spPr bwMode="auto">
              <a:xfrm>
                <a:off x="2905125" y="2646363"/>
                <a:ext cx="80963" cy="63500"/>
              </a:xfrm>
              <a:custGeom>
                <a:avLst/>
                <a:gdLst>
                  <a:gd name="T0" fmla="*/ 2147483646 w 171"/>
                  <a:gd name="T1" fmla="*/ 0 h 135"/>
                  <a:gd name="T2" fmla="*/ 2147483646 w 171"/>
                  <a:gd name="T3" fmla="*/ 0 h 135"/>
                  <a:gd name="T4" fmla="*/ 2147483646 w 171"/>
                  <a:gd name="T5" fmla="*/ 2147483646 h 135"/>
                  <a:gd name="T6" fmla="*/ 0 w 171"/>
                  <a:gd name="T7" fmla="*/ 2147483646 h 135"/>
                  <a:gd name="T8" fmla="*/ 0 w 171"/>
                  <a:gd name="T9" fmla="*/ 2147483646 h 135"/>
                  <a:gd name="T10" fmla="*/ 2147483646 w 171"/>
                  <a:gd name="T11" fmla="*/ 2147483646 h 135"/>
                  <a:gd name="T12" fmla="*/ 2147483646 w 171"/>
                  <a:gd name="T13" fmla="*/ 2147483646 h 135"/>
                  <a:gd name="T14" fmla="*/ 2147483646 w 171"/>
                  <a:gd name="T15" fmla="*/ 2147483646 h 135"/>
                  <a:gd name="T16" fmla="*/ 2147483646 w 171"/>
                  <a:gd name="T17" fmla="*/ 0 h 135"/>
                  <a:gd name="T18" fmla="*/ 2147483646 w 171"/>
                  <a:gd name="T19" fmla="*/ 0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71" h="135">
                    <a:moveTo>
                      <a:pt x="30" y="0"/>
                    </a:moveTo>
                    <a:lnTo>
                      <a:pt x="30" y="0"/>
                    </a:lnTo>
                    <a:lnTo>
                      <a:pt x="30" y="38"/>
                    </a:lnTo>
                    <a:lnTo>
                      <a:pt x="0" y="38"/>
                    </a:lnTo>
                    <a:lnTo>
                      <a:pt x="0" y="135"/>
                    </a:lnTo>
                    <a:lnTo>
                      <a:pt x="171" y="135"/>
                    </a:lnTo>
                    <a:lnTo>
                      <a:pt x="171" y="38"/>
                    </a:lnTo>
                    <a:lnTo>
                      <a:pt x="140" y="38"/>
                    </a:lnTo>
                    <a:lnTo>
                      <a:pt x="140" y="0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9" name="Freeform 146"/>
              <p:cNvSpPr/>
              <p:nvPr/>
            </p:nvSpPr>
            <p:spPr bwMode="auto">
              <a:xfrm>
                <a:off x="2813050" y="2646363"/>
                <a:ext cx="80963" cy="63500"/>
              </a:xfrm>
              <a:custGeom>
                <a:avLst/>
                <a:gdLst>
                  <a:gd name="T0" fmla="*/ 2147483646 w 171"/>
                  <a:gd name="T1" fmla="*/ 0 h 135"/>
                  <a:gd name="T2" fmla="*/ 2147483646 w 171"/>
                  <a:gd name="T3" fmla="*/ 0 h 135"/>
                  <a:gd name="T4" fmla="*/ 2147483646 w 171"/>
                  <a:gd name="T5" fmla="*/ 2147483646 h 135"/>
                  <a:gd name="T6" fmla="*/ 0 w 171"/>
                  <a:gd name="T7" fmla="*/ 2147483646 h 135"/>
                  <a:gd name="T8" fmla="*/ 0 w 171"/>
                  <a:gd name="T9" fmla="*/ 2147483646 h 135"/>
                  <a:gd name="T10" fmla="*/ 2147483646 w 171"/>
                  <a:gd name="T11" fmla="*/ 2147483646 h 135"/>
                  <a:gd name="T12" fmla="*/ 2147483646 w 171"/>
                  <a:gd name="T13" fmla="*/ 2147483646 h 135"/>
                  <a:gd name="T14" fmla="*/ 2147483646 w 171"/>
                  <a:gd name="T15" fmla="*/ 2147483646 h 135"/>
                  <a:gd name="T16" fmla="*/ 2147483646 w 171"/>
                  <a:gd name="T17" fmla="*/ 0 h 135"/>
                  <a:gd name="T18" fmla="*/ 2147483646 w 171"/>
                  <a:gd name="T19" fmla="*/ 0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71" h="135">
                    <a:moveTo>
                      <a:pt x="31" y="0"/>
                    </a:moveTo>
                    <a:lnTo>
                      <a:pt x="31" y="0"/>
                    </a:lnTo>
                    <a:lnTo>
                      <a:pt x="31" y="38"/>
                    </a:lnTo>
                    <a:lnTo>
                      <a:pt x="0" y="38"/>
                    </a:lnTo>
                    <a:lnTo>
                      <a:pt x="0" y="135"/>
                    </a:lnTo>
                    <a:lnTo>
                      <a:pt x="171" y="135"/>
                    </a:lnTo>
                    <a:lnTo>
                      <a:pt x="171" y="38"/>
                    </a:lnTo>
                    <a:lnTo>
                      <a:pt x="140" y="38"/>
                    </a:lnTo>
                    <a:lnTo>
                      <a:pt x="140" y="0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30" name="Freeform 147"/>
              <p:cNvSpPr/>
              <p:nvPr/>
            </p:nvSpPr>
            <p:spPr bwMode="auto">
              <a:xfrm>
                <a:off x="2720975" y="2646363"/>
                <a:ext cx="80963" cy="63500"/>
              </a:xfrm>
              <a:custGeom>
                <a:avLst/>
                <a:gdLst>
                  <a:gd name="T0" fmla="*/ 2147483646 w 172"/>
                  <a:gd name="T1" fmla="*/ 0 h 135"/>
                  <a:gd name="T2" fmla="*/ 2147483646 w 172"/>
                  <a:gd name="T3" fmla="*/ 0 h 135"/>
                  <a:gd name="T4" fmla="*/ 2147483646 w 172"/>
                  <a:gd name="T5" fmla="*/ 2147483646 h 135"/>
                  <a:gd name="T6" fmla="*/ 0 w 172"/>
                  <a:gd name="T7" fmla="*/ 2147483646 h 135"/>
                  <a:gd name="T8" fmla="*/ 0 w 172"/>
                  <a:gd name="T9" fmla="*/ 2147483646 h 135"/>
                  <a:gd name="T10" fmla="*/ 2147483646 w 172"/>
                  <a:gd name="T11" fmla="*/ 2147483646 h 135"/>
                  <a:gd name="T12" fmla="*/ 2147483646 w 172"/>
                  <a:gd name="T13" fmla="*/ 2147483646 h 135"/>
                  <a:gd name="T14" fmla="*/ 2147483646 w 172"/>
                  <a:gd name="T15" fmla="*/ 2147483646 h 135"/>
                  <a:gd name="T16" fmla="*/ 2147483646 w 172"/>
                  <a:gd name="T17" fmla="*/ 0 h 135"/>
                  <a:gd name="T18" fmla="*/ 2147483646 w 172"/>
                  <a:gd name="T19" fmla="*/ 0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72" h="135">
                    <a:moveTo>
                      <a:pt x="31" y="0"/>
                    </a:moveTo>
                    <a:lnTo>
                      <a:pt x="31" y="0"/>
                    </a:lnTo>
                    <a:lnTo>
                      <a:pt x="31" y="38"/>
                    </a:lnTo>
                    <a:lnTo>
                      <a:pt x="0" y="38"/>
                    </a:lnTo>
                    <a:lnTo>
                      <a:pt x="0" y="135"/>
                    </a:lnTo>
                    <a:lnTo>
                      <a:pt x="172" y="135"/>
                    </a:lnTo>
                    <a:lnTo>
                      <a:pt x="172" y="38"/>
                    </a:lnTo>
                    <a:lnTo>
                      <a:pt x="141" y="38"/>
                    </a:lnTo>
                    <a:lnTo>
                      <a:pt x="141" y="0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31" name="Freeform 148"/>
              <p:cNvSpPr/>
              <p:nvPr/>
            </p:nvSpPr>
            <p:spPr bwMode="auto">
              <a:xfrm>
                <a:off x="2628900" y="2646363"/>
                <a:ext cx="80963" cy="63500"/>
              </a:xfrm>
              <a:custGeom>
                <a:avLst/>
                <a:gdLst>
                  <a:gd name="T0" fmla="*/ 2147483646 w 171"/>
                  <a:gd name="T1" fmla="*/ 0 h 135"/>
                  <a:gd name="T2" fmla="*/ 2147483646 w 171"/>
                  <a:gd name="T3" fmla="*/ 0 h 135"/>
                  <a:gd name="T4" fmla="*/ 2147483646 w 171"/>
                  <a:gd name="T5" fmla="*/ 2147483646 h 135"/>
                  <a:gd name="T6" fmla="*/ 0 w 171"/>
                  <a:gd name="T7" fmla="*/ 2147483646 h 135"/>
                  <a:gd name="T8" fmla="*/ 0 w 171"/>
                  <a:gd name="T9" fmla="*/ 2147483646 h 135"/>
                  <a:gd name="T10" fmla="*/ 2147483646 w 171"/>
                  <a:gd name="T11" fmla="*/ 2147483646 h 135"/>
                  <a:gd name="T12" fmla="*/ 2147483646 w 171"/>
                  <a:gd name="T13" fmla="*/ 2147483646 h 135"/>
                  <a:gd name="T14" fmla="*/ 2147483646 w 171"/>
                  <a:gd name="T15" fmla="*/ 2147483646 h 135"/>
                  <a:gd name="T16" fmla="*/ 2147483646 w 171"/>
                  <a:gd name="T17" fmla="*/ 0 h 135"/>
                  <a:gd name="T18" fmla="*/ 2147483646 w 171"/>
                  <a:gd name="T19" fmla="*/ 0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71" h="135">
                    <a:moveTo>
                      <a:pt x="31" y="0"/>
                    </a:moveTo>
                    <a:lnTo>
                      <a:pt x="31" y="0"/>
                    </a:lnTo>
                    <a:lnTo>
                      <a:pt x="31" y="38"/>
                    </a:lnTo>
                    <a:lnTo>
                      <a:pt x="0" y="38"/>
                    </a:lnTo>
                    <a:lnTo>
                      <a:pt x="0" y="135"/>
                    </a:lnTo>
                    <a:lnTo>
                      <a:pt x="171" y="135"/>
                    </a:lnTo>
                    <a:lnTo>
                      <a:pt x="171" y="38"/>
                    </a:lnTo>
                    <a:lnTo>
                      <a:pt x="140" y="38"/>
                    </a:lnTo>
                    <a:lnTo>
                      <a:pt x="140" y="0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32" name="Freeform 149"/>
              <p:cNvSpPr/>
              <p:nvPr/>
            </p:nvSpPr>
            <p:spPr bwMode="auto">
              <a:xfrm>
                <a:off x="3022600" y="2643188"/>
                <a:ext cx="50800" cy="66675"/>
              </a:xfrm>
              <a:custGeom>
                <a:avLst/>
                <a:gdLst>
                  <a:gd name="T0" fmla="*/ 2147483646 w 107"/>
                  <a:gd name="T1" fmla="*/ 0 h 139"/>
                  <a:gd name="T2" fmla="*/ 2147483646 w 107"/>
                  <a:gd name="T3" fmla="*/ 0 h 139"/>
                  <a:gd name="T4" fmla="*/ 2147483646 w 107"/>
                  <a:gd name="T5" fmla="*/ 2147483646 h 139"/>
                  <a:gd name="T6" fmla="*/ 0 w 107"/>
                  <a:gd name="T7" fmla="*/ 2147483646 h 139"/>
                  <a:gd name="T8" fmla="*/ 0 w 107"/>
                  <a:gd name="T9" fmla="*/ 2147483646 h 139"/>
                  <a:gd name="T10" fmla="*/ 2147483646 w 107"/>
                  <a:gd name="T11" fmla="*/ 2147483646 h 139"/>
                  <a:gd name="T12" fmla="*/ 2147483646 w 107"/>
                  <a:gd name="T13" fmla="*/ 2147483646 h 139"/>
                  <a:gd name="T14" fmla="*/ 2147483646 w 107"/>
                  <a:gd name="T15" fmla="*/ 2147483646 h 139"/>
                  <a:gd name="T16" fmla="*/ 2147483646 w 107"/>
                  <a:gd name="T17" fmla="*/ 0 h 139"/>
                  <a:gd name="T18" fmla="*/ 2147483646 w 107"/>
                  <a:gd name="T19" fmla="*/ 0 h 1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7" h="139">
                    <a:moveTo>
                      <a:pt x="30" y="0"/>
                    </a:moveTo>
                    <a:lnTo>
                      <a:pt x="30" y="0"/>
                    </a:lnTo>
                    <a:lnTo>
                      <a:pt x="30" y="29"/>
                    </a:lnTo>
                    <a:lnTo>
                      <a:pt x="0" y="29"/>
                    </a:lnTo>
                    <a:lnTo>
                      <a:pt x="0" y="139"/>
                    </a:lnTo>
                    <a:lnTo>
                      <a:pt x="107" y="139"/>
                    </a:lnTo>
                    <a:lnTo>
                      <a:pt x="107" y="29"/>
                    </a:lnTo>
                    <a:lnTo>
                      <a:pt x="77" y="29"/>
                    </a:lnTo>
                    <a:lnTo>
                      <a:pt x="77" y="0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33" name="Freeform 150"/>
              <p:cNvSpPr/>
              <p:nvPr/>
            </p:nvSpPr>
            <p:spPr bwMode="auto">
              <a:xfrm>
                <a:off x="3082925" y="2643188"/>
                <a:ext cx="50800" cy="66675"/>
              </a:xfrm>
              <a:custGeom>
                <a:avLst/>
                <a:gdLst>
                  <a:gd name="T0" fmla="*/ 2147483646 w 107"/>
                  <a:gd name="T1" fmla="*/ 0 h 139"/>
                  <a:gd name="T2" fmla="*/ 2147483646 w 107"/>
                  <a:gd name="T3" fmla="*/ 0 h 139"/>
                  <a:gd name="T4" fmla="*/ 2147483646 w 107"/>
                  <a:gd name="T5" fmla="*/ 2147483646 h 139"/>
                  <a:gd name="T6" fmla="*/ 0 w 107"/>
                  <a:gd name="T7" fmla="*/ 2147483646 h 139"/>
                  <a:gd name="T8" fmla="*/ 0 w 107"/>
                  <a:gd name="T9" fmla="*/ 2147483646 h 139"/>
                  <a:gd name="T10" fmla="*/ 2147483646 w 107"/>
                  <a:gd name="T11" fmla="*/ 2147483646 h 139"/>
                  <a:gd name="T12" fmla="*/ 2147483646 w 107"/>
                  <a:gd name="T13" fmla="*/ 2147483646 h 139"/>
                  <a:gd name="T14" fmla="*/ 2147483646 w 107"/>
                  <a:gd name="T15" fmla="*/ 2147483646 h 139"/>
                  <a:gd name="T16" fmla="*/ 2147483646 w 107"/>
                  <a:gd name="T17" fmla="*/ 0 h 139"/>
                  <a:gd name="T18" fmla="*/ 2147483646 w 107"/>
                  <a:gd name="T19" fmla="*/ 0 h 13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7" h="139">
                    <a:moveTo>
                      <a:pt x="30" y="0"/>
                    </a:moveTo>
                    <a:lnTo>
                      <a:pt x="30" y="0"/>
                    </a:lnTo>
                    <a:lnTo>
                      <a:pt x="30" y="29"/>
                    </a:lnTo>
                    <a:lnTo>
                      <a:pt x="0" y="29"/>
                    </a:lnTo>
                    <a:lnTo>
                      <a:pt x="0" y="139"/>
                    </a:lnTo>
                    <a:lnTo>
                      <a:pt x="107" y="139"/>
                    </a:lnTo>
                    <a:lnTo>
                      <a:pt x="107" y="29"/>
                    </a:lnTo>
                    <a:lnTo>
                      <a:pt x="77" y="29"/>
                    </a:lnTo>
                    <a:lnTo>
                      <a:pt x="77" y="0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376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kkurat Pro Light"/>
                  <a:ea typeface="宋体" pitchFamily="2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34" name="组合 333"/>
            <p:cNvGrpSpPr>
              <a:grpSpLocks noChangeAspect="1"/>
            </p:cNvGrpSpPr>
            <p:nvPr/>
          </p:nvGrpSpPr>
          <p:grpSpPr>
            <a:xfrm>
              <a:off x="2501321" y="4137354"/>
              <a:ext cx="257796" cy="230861"/>
              <a:chOff x="7644844" y="3850623"/>
              <a:chExt cx="322920" cy="272687"/>
            </a:xfrm>
            <a:solidFill>
              <a:srgbClr val="1AABE2"/>
            </a:solidFill>
          </p:grpSpPr>
          <p:sp>
            <p:nvSpPr>
              <p:cNvPr id="335" name="Freeform 157"/>
              <p:cNvSpPr/>
              <p:nvPr/>
            </p:nvSpPr>
            <p:spPr bwMode="auto">
              <a:xfrm>
                <a:off x="7796519" y="3941518"/>
                <a:ext cx="96224" cy="181792"/>
              </a:xfrm>
              <a:custGeom>
                <a:avLst/>
                <a:gdLst>
                  <a:gd name="T0" fmla="*/ 2147483646 w 198"/>
                  <a:gd name="T1" fmla="*/ 2147483646 h 419"/>
                  <a:gd name="T2" fmla="*/ 2147483646 w 198"/>
                  <a:gd name="T3" fmla="*/ 2147483646 h 419"/>
                  <a:gd name="T4" fmla="*/ 2147483646 w 198"/>
                  <a:gd name="T5" fmla="*/ 2147483646 h 419"/>
                  <a:gd name="T6" fmla="*/ 2147483646 w 198"/>
                  <a:gd name="T7" fmla="*/ 2147483646 h 419"/>
                  <a:gd name="T8" fmla="*/ 2147483646 w 198"/>
                  <a:gd name="T9" fmla="*/ 2147483646 h 419"/>
                  <a:gd name="T10" fmla="*/ 2147483646 w 198"/>
                  <a:gd name="T11" fmla="*/ 2147483646 h 419"/>
                  <a:gd name="T12" fmla="*/ 2147483646 w 198"/>
                  <a:gd name="T13" fmla="*/ 2147483646 h 419"/>
                  <a:gd name="T14" fmla="*/ 2147483646 w 198"/>
                  <a:gd name="T15" fmla="*/ 2147483646 h 419"/>
                  <a:gd name="T16" fmla="*/ 2147483646 w 198"/>
                  <a:gd name="T17" fmla="*/ 2147483646 h 4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419">
                    <a:moveTo>
                      <a:pt x="184" y="419"/>
                    </a:moveTo>
                    <a:lnTo>
                      <a:pt x="184" y="419"/>
                    </a:lnTo>
                    <a:cubicBezTo>
                      <a:pt x="179" y="419"/>
                      <a:pt x="175" y="416"/>
                      <a:pt x="173" y="412"/>
                    </a:cubicBezTo>
                    <a:lnTo>
                      <a:pt x="3" y="19"/>
                    </a:lnTo>
                    <a:cubicBezTo>
                      <a:pt x="0" y="13"/>
                      <a:pt x="3" y="6"/>
                      <a:pt x="9" y="3"/>
                    </a:cubicBezTo>
                    <a:cubicBezTo>
                      <a:pt x="15" y="0"/>
                      <a:pt x="23" y="3"/>
                      <a:pt x="25" y="9"/>
                    </a:cubicBezTo>
                    <a:lnTo>
                      <a:pt x="195" y="402"/>
                    </a:lnTo>
                    <a:cubicBezTo>
                      <a:pt x="198" y="408"/>
                      <a:pt x="195" y="415"/>
                      <a:pt x="189" y="418"/>
                    </a:cubicBezTo>
                    <a:cubicBezTo>
                      <a:pt x="187" y="419"/>
                      <a:pt x="186" y="419"/>
                      <a:pt x="184" y="4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36" name="Freeform 158"/>
              <p:cNvSpPr/>
              <p:nvPr/>
            </p:nvSpPr>
            <p:spPr bwMode="auto">
              <a:xfrm>
                <a:off x="7714973" y="3941518"/>
                <a:ext cx="94593" cy="181792"/>
              </a:xfrm>
              <a:custGeom>
                <a:avLst/>
                <a:gdLst>
                  <a:gd name="T0" fmla="*/ 2147483646 w 198"/>
                  <a:gd name="T1" fmla="*/ 2147483646 h 419"/>
                  <a:gd name="T2" fmla="*/ 2147483646 w 198"/>
                  <a:gd name="T3" fmla="*/ 2147483646 h 419"/>
                  <a:gd name="T4" fmla="*/ 2147483646 w 198"/>
                  <a:gd name="T5" fmla="*/ 2147483646 h 419"/>
                  <a:gd name="T6" fmla="*/ 2147483646 w 198"/>
                  <a:gd name="T7" fmla="*/ 2147483646 h 419"/>
                  <a:gd name="T8" fmla="*/ 2147483646 w 198"/>
                  <a:gd name="T9" fmla="*/ 2147483646 h 419"/>
                  <a:gd name="T10" fmla="*/ 2147483646 w 198"/>
                  <a:gd name="T11" fmla="*/ 2147483646 h 419"/>
                  <a:gd name="T12" fmla="*/ 2147483646 w 198"/>
                  <a:gd name="T13" fmla="*/ 2147483646 h 419"/>
                  <a:gd name="T14" fmla="*/ 2147483646 w 198"/>
                  <a:gd name="T15" fmla="*/ 2147483646 h 419"/>
                  <a:gd name="T16" fmla="*/ 2147483646 w 198"/>
                  <a:gd name="T17" fmla="*/ 2147483646 h 4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419">
                    <a:moveTo>
                      <a:pt x="14" y="419"/>
                    </a:moveTo>
                    <a:lnTo>
                      <a:pt x="14" y="419"/>
                    </a:lnTo>
                    <a:cubicBezTo>
                      <a:pt x="12" y="419"/>
                      <a:pt x="11" y="419"/>
                      <a:pt x="9" y="418"/>
                    </a:cubicBezTo>
                    <a:cubicBezTo>
                      <a:pt x="3" y="415"/>
                      <a:pt x="0" y="408"/>
                      <a:pt x="2" y="402"/>
                    </a:cubicBezTo>
                    <a:lnTo>
                      <a:pt x="173" y="9"/>
                    </a:lnTo>
                    <a:cubicBezTo>
                      <a:pt x="175" y="3"/>
                      <a:pt x="183" y="0"/>
                      <a:pt x="189" y="3"/>
                    </a:cubicBezTo>
                    <a:cubicBezTo>
                      <a:pt x="195" y="6"/>
                      <a:pt x="198" y="13"/>
                      <a:pt x="195" y="19"/>
                    </a:cubicBezTo>
                    <a:lnTo>
                      <a:pt x="25" y="412"/>
                    </a:lnTo>
                    <a:cubicBezTo>
                      <a:pt x="23" y="416"/>
                      <a:pt x="19" y="419"/>
                      <a:pt x="14" y="4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37" name="Freeform 159"/>
              <p:cNvSpPr/>
              <p:nvPr/>
            </p:nvSpPr>
            <p:spPr bwMode="auto">
              <a:xfrm>
                <a:off x="7783472" y="3909265"/>
                <a:ext cx="40773" cy="36652"/>
              </a:xfrm>
              <a:custGeom>
                <a:avLst/>
                <a:gdLst>
                  <a:gd name="T0" fmla="*/ 2147483646 w 84"/>
                  <a:gd name="T1" fmla="*/ 2147483646 h 84"/>
                  <a:gd name="T2" fmla="*/ 2147483646 w 84"/>
                  <a:gd name="T3" fmla="*/ 2147483646 h 84"/>
                  <a:gd name="T4" fmla="*/ 2147483646 w 84"/>
                  <a:gd name="T5" fmla="*/ 2147483646 h 84"/>
                  <a:gd name="T6" fmla="*/ 0 w 84"/>
                  <a:gd name="T7" fmla="*/ 2147483646 h 84"/>
                  <a:gd name="T8" fmla="*/ 2147483646 w 84"/>
                  <a:gd name="T9" fmla="*/ 0 h 84"/>
                  <a:gd name="T10" fmla="*/ 2147483646 w 84"/>
                  <a:gd name="T11" fmla="*/ 2147483646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84">
                    <a:moveTo>
                      <a:pt x="84" y="42"/>
                    </a:moveTo>
                    <a:lnTo>
                      <a:pt x="84" y="42"/>
                    </a:lnTo>
                    <a:cubicBezTo>
                      <a:pt x="84" y="65"/>
                      <a:pt x="65" y="84"/>
                      <a:pt x="42" y="84"/>
                    </a:cubicBez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38" name="Freeform 160"/>
              <p:cNvSpPr/>
              <p:nvPr/>
            </p:nvSpPr>
            <p:spPr bwMode="auto">
              <a:xfrm>
                <a:off x="7644844" y="3850623"/>
                <a:ext cx="47296" cy="153937"/>
              </a:xfrm>
              <a:custGeom>
                <a:avLst/>
                <a:gdLst>
                  <a:gd name="T0" fmla="*/ 2147483646 w 100"/>
                  <a:gd name="T1" fmla="*/ 2147483646 h 354"/>
                  <a:gd name="T2" fmla="*/ 2147483646 w 100"/>
                  <a:gd name="T3" fmla="*/ 2147483646 h 354"/>
                  <a:gd name="T4" fmla="*/ 2147483646 w 100"/>
                  <a:gd name="T5" fmla="*/ 2147483646 h 354"/>
                  <a:gd name="T6" fmla="*/ 0 w 100"/>
                  <a:gd name="T7" fmla="*/ 2147483646 h 354"/>
                  <a:gd name="T8" fmla="*/ 2147483646 w 100"/>
                  <a:gd name="T9" fmla="*/ 2147483646 h 354"/>
                  <a:gd name="T10" fmla="*/ 2147483646 w 100"/>
                  <a:gd name="T11" fmla="*/ 2147483646 h 354"/>
                  <a:gd name="T12" fmla="*/ 2147483646 w 100"/>
                  <a:gd name="T13" fmla="*/ 2147483646 h 354"/>
                  <a:gd name="T14" fmla="*/ 2147483646 w 100"/>
                  <a:gd name="T15" fmla="*/ 2147483646 h 354"/>
                  <a:gd name="T16" fmla="*/ 2147483646 w 100"/>
                  <a:gd name="T17" fmla="*/ 2147483646 h 354"/>
                  <a:gd name="T18" fmla="*/ 2147483646 w 100"/>
                  <a:gd name="T19" fmla="*/ 2147483646 h 354"/>
                  <a:gd name="T20" fmla="*/ 2147483646 w 100"/>
                  <a:gd name="T21" fmla="*/ 2147483646 h 3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" h="354">
                    <a:moveTo>
                      <a:pt x="86" y="354"/>
                    </a:moveTo>
                    <a:lnTo>
                      <a:pt x="86" y="354"/>
                    </a:lnTo>
                    <a:cubicBezTo>
                      <a:pt x="84" y="354"/>
                      <a:pt x="81" y="353"/>
                      <a:pt x="78" y="351"/>
                    </a:cubicBezTo>
                    <a:cubicBezTo>
                      <a:pt x="29" y="308"/>
                      <a:pt x="0" y="245"/>
                      <a:pt x="0" y="178"/>
                    </a:cubicBezTo>
                    <a:cubicBezTo>
                      <a:pt x="0" y="111"/>
                      <a:pt x="29" y="47"/>
                      <a:pt x="78" y="5"/>
                    </a:cubicBezTo>
                    <a:cubicBezTo>
                      <a:pt x="84" y="0"/>
                      <a:pt x="91" y="1"/>
                      <a:pt x="96" y="6"/>
                    </a:cubicBezTo>
                    <a:cubicBezTo>
                      <a:pt x="100" y="11"/>
                      <a:pt x="100" y="19"/>
                      <a:pt x="95" y="23"/>
                    </a:cubicBezTo>
                    <a:cubicBezTo>
                      <a:pt x="50" y="61"/>
                      <a:pt x="25" y="118"/>
                      <a:pt x="25" y="178"/>
                    </a:cubicBezTo>
                    <a:cubicBezTo>
                      <a:pt x="25" y="238"/>
                      <a:pt x="50" y="294"/>
                      <a:pt x="95" y="332"/>
                    </a:cubicBezTo>
                    <a:cubicBezTo>
                      <a:pt x="100" y="337"/>
                      <a:pt x="100" y="344"/>
                      <a:pt x="96" y="350"/>
                    </a:cubicBezTo>
                    <a:cubicBezTo>
                      <a:pt x="93" y="353"/>
                      <a:pt x="90" y="354"/>
                      <a:pt x="86" y="35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39" name="Freeform 161"/>
              <p:cNvSpPr/>
              <p:nvPr/>
            </p:nvSpPr>
            <p:spPr bwMode="auto">
              <a:xfrm>
                <a:off x="7687248" y="3869681"/>
                <a:ext cx="37512" cy="114353"/>
              </a:xfrm>
              <a:custGeom>
                <a:avLst/>
                <a:gdLst>
                  <a:gd name="T0" fmla="*/ 2147483646 w 79"/>
                  <a:gd name="T1" fmla="*/ 2147483646 h 262"/>
                  <a:gd name="T2" fmla="*/ 2147483646 w 79"/>
                  <a:gd name="T3" fmla="*/ 2147483646 h 262"/>
                  <a:gd name="T4" fmla="*/ 2147483646 w 79"/>
                  <a:gd name="T5" fmla="*/ 2147483646 h 262"/>
                  <a:gd name="T6" fmla="*/ 0 w 79"/>
                  <a:gd name="T7" fmla="*/ 2147483646 h 262"/>
                  <a:gd name="T8" fmla="*/ 2147483646 w 79"/>
                  <a:gd name="T9" fmla="*/ 2147483646 h 262"/>
                  <a:gd name="T10" fmla="*/ 2147483646 w 79"/>
                  <a:gd name="T11" fmla="*/ 2147483646 h 262"/>
                  <a:gd name="T12" fmla="*/ 2147483646 w 79"/>
                  <a:gd name="T13" fmla="*/ 2147483646 h 262"/>
                  <a:gd name="T14" fmla="*/ 2147483646 w 79"/>
                  <a:gd name="T15" fmla="*/ 2147483646 h 262"/>
                  <a:gd name="T16" fmla="*/ 2147483646 w 79"/>
                  <a:gd name="T17" fmla="*/ 2147483646 h 262"/>
                  <a:gd name="T18" fmla="*/ 2147483646 w 79"/>
                  <a:gd name="T19" fmla="*/ 2147483646 h 262"/>
                  <a:gd name="T20" fmla="*/ 2147483646 w 79"/>
                  <a:gd name="T21" fmla="*/ 2147483646 h 2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" h="262">
                    <a:moveTo>
                      <a:pt x="65" y="262"/>
                    </a:moveTo>
                    <a:lnTo>
                      <a:pt x="65" y="262"/>
                    </a:lnTo>
                    <a:cubicBezTo>
                      <a:pt x="62" y="262"/>
                      <a:pt x="59" y="261"/>
                      <a:pt x="57" y="259"/>
                    </a:cubicBezTo>
                    <a:cubicBezTo>
                      <a:pt x="20" y="227"/>
                      <a:pt x="0" y="181"/>
                      <a:pt x="0" y="132"/>
                    </a:cubicBezTo>
                    <a:cubicBezTo>
                      <a:pt x="0" y="82"/>
                      <a:pt x="20" y="36"/>
                      <a:pt x="57" y="5"/>
                    </a:cubicBezTo>
                    <a:cubicBezTo>
                      <a:pt x="62" y="0"/>
                      <a:pt x="70" y="1"/>
                      <a:pt x="74" y="6"/>
                    </a:cubicBezTo>
                    <a:cubicBezTo>
                      <a:pt x="79" y="11"/>
                      <a:pt x="78" y="19"/>
                      <a:pt x="73" y="23"/>
                    </a:cubicBezTo>
                    <a:cubicBezTo>
                      <a:pt x="42" y="50"/>
                      <a:pt x="24" y="90"/>
                      <a:pt x="24" y="132"/>
                    </a:cubicBezTo>
                    <a:cubicBezTo>
                      <a:pt x="24" y="174"/>
                      <a:pt x="42" y="213"/>
                      <a:pt x="73" y="240"/>
                    </a:cubicBezTo>
                    <a:cubicBezTo>
                      <a:pt x="78" y="245"/>
                      <a:pt x="79" y="252"/>
                      <a:pt x="74" y="258"/>
                    </a:cubicBezTo>
                    <a:cubicBezTo>
                      <a:pt x="72" y="261"/>
                      <a:pt x="69" y="262"/>
                      <a:pt x="65" y="26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0" name="Freeform 162"/>
              <p:cNvSpPr/>
              <p:nvPr/>
            </p:nvSpPr>
            <p:spPr bwMode="auto">
              <a:xfrm>
                <a:off x="7728021" y="3888740"/>
                <a:ext cx="30987" cy="76235"/>
              </a:xfrm>
              <a:custGeom>
                <a:avLst/>
                <a:gdLst>
                  <a:gd name="T0" fmla="*/ 2147483646 w 66"/>
                  <a:gd name="T1" fmla="*/ 2147483646 h 176"/>
                  <a:gd name="T2" fmla="*/ 2147483646 w 66"/>
                  <a:gd name="T3" fmla="*/ 2147483646 h 176"/>
                  <a:gd name="T4" fmla="*/ 2147483646 w 66"/>
                  <a:gd name="T5" fmla="*/ 2147483646 h 176"/>
                  <a:gd name="T6" fmla="*/ 0 w 66"/>
                  <a:gd name="T7" fmla="*/ 2147483646 h 176"/>
                  <a:gd name="T8" fmla="*/ 2147483646 w 66"/>
                  <a:gd name="T9" fmla="*/ 2147483646 h 176"/>
                  <a:gd name="T10" fmla="*/ 2147483646 w 66"/>
                  <a:gd name="T11" fmla="*/ 2147483646 h 176"/>
                  <a:gd name="T12" fmla="*/ 2147483646 w 66"/>
                  <a:gd name="T13" fmla="*/ 2147483646 h 176"/>
                  <a:gd name="T14" fmla="*/ 2147483646 w 66"/>
                  <a:gd name="T15" fmla="*/ 2147483646 h 176"/>
                  <a:gd name="T16" fmla="*/ 2147483646 w 66"/>
                  <a:gd name="T17" fmla="*/ 2147483646 h 176"/>
                  <a:gd name="T18" fmla="*/ 2147483646 w 66"/>
                  <a:gd name="T19" fmla="*/ 2147483646 h 176"/>
                  <a:gd name="T20" fmla="*/ 2147483646 w 66"/>
                  <a:gd name="T21" fmla="*/ 2147483646 h 1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6" h="176">
                    <a:moveTo>
                      <a:pt x="52" y="176"/>
                    </a:moveTo>
                    <a:lnTo>
                      <a:pt x="52" y="176"/>
                    </a:lnTo>
                    <a:cubicBezTo>
                      <a:pt x="50" y="176"/>
                      <a:pt x="47" y="175"/>
                      <a:pt x="45" y="174"/>
                    </a:cubicBezTo>
                    <a:cubicBezTo>
                      <a:pt x="17" y="155"/>
                      <a:pt x="0" y="123"/>
                      <a:pt x="0" y="89"/>
                    </a:cubicBezTo>
                    <a:cubicBezTo>
                      <a:pt x="0" y="54"/>
                      <a:pt x="17" y="22"/>
                      <a:pt x="45" y="4"/>
                    </a:cubicBezTo>
                    <a:cubicBezTo>
                      <a:pt x="51" y="0"/>
                      <a:pt x="58" y="1"/>
                      <a:pt x="62" y="7"/>
                    </a:cubicBezTo>
                    <a:cubicBezTo>
                      <a:pt x="66" y="13"/>
                      <a:pt x="64" y="21"/>
                      <a:pt x="59" y="24"/>
                    </a:cubicBezTo>
                    <a:cubicBezTo>
                      <a:pt x="38" y="38"/>
                      <a:pt x="25" y="62"/>
                      <a:pt x="25" y="89"/>
                    </a:cubicBezTo>
                    <a:cubicBezTo>
                      <a:pt x="25" y="115"/>
                      <a:pt x="38" y="139"/>
                      <a:pt x="59" y="153"/>
                    </a:cubicBezTo>
                    <a:cubicBezTo>
                      <a:pt x="64" y="157"/>
                      <a:pt x="66" y="165"/>
                      <a:pt x="62" y="170"/>
                    </a:cubicBezTo>
                    <a:cubicBezTo>
                      <a:pt x="60" y="174"/>
                      <a:pt x="56" y="176"/>
                      <a:pt x="52" y="1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1" name="Freeform 163"/>
              <p:cNvSpPr/>
              <p:nvPr/>
            </p:nvSpPr>
            <p:spPr bwMode="auto">
              <a:xfrm>
                <a:off x="7920468" y="3850623"/>
                <a:ext cx="47296" cy="153937"/>
              </a:xfrm>
              <a:custGeom>
                <a:avLst/>
                <a:gdLst>
                  <a:gd name="T0" fmla="*/ 2147483646 w 100"/>
                  <a:gd name="T1" fmla="*/ 2147483646 h 354"/>
                  <a:gd name="T2" fmla="*/ 2147483646 w 100"/>
                  <a:gd name="T3" fmla="*/ 2147483646 h 354"/>
                  <a:gd name="T4" fmla="*/ 2147483646 w 100"/>
                  <a:gd name="T5" fmla="*/ 2147483646 h 354"/>
                  <a:gd name="T6" fmla="*/ 2147483646 w 100"/>
                  <a:gd name="T7" fmla="*/ 2147483646 h 354"/>
                  <a:gd name="T8" fmla="*/ 2147483646 w 100"/>
                  <a:gd name="T9" fmla="*/ 2147483646 h 354"/>
                  <a:gd name="T10" fmla="*/ 2147483646 w 100"/>
                  <a:gd name="T11" fmla="*/ 2147483646 h 354"/>
                  <a:gd name="T12" fmla="*/ 2147483646 w 100"/>
                  <a:gd name="T13" fmla="*/ 2147483646 h 354"/>
                  <a:gd name="T14" fmla="*/ 2147483646 w 100"/>
                  <a:gd name="T15" fmla="*/ 2147483646 h 354"/>
                  <a:gd name="T16" fmla="*/ 2147483646 w 100"/>
                  <a:gd name="T17" fmla="*/ 2147483646 h 354"/>
                  <a:gd name="T18" fmla="*/ 2147483646 w 100"/>
                  <a:gd name="T19" fmla="*/ 2147483646 h 354"/>
                  <a:gd name="T20" fmla="*/ 2147483646 w 100"/>
                  <a:gd name="T21" fmla="*/ 2147483646 h 3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" h="354">
                    <a:moveTo>
                      <a:pt x="13" y="354"/>
                    </a:moveTo>
                    <a:lnTo>
                      <a:pt x="13" y="354"/>
                    </a:lnTo>
                    <a:cubicBezTo>
                      <a:pt x="10" y="354"/>
                      <a:pt x="6" y="353"/>
                      <a:pt x="4" y="350"/>
                    </a:cubicBezTo>
                    <a:cubicBezTo>
                      <a:pt x="0" y="344"/>
                      <a:pt x="0" y="337"/>
                      <a:pt x="5" y="332"/>
                    </a:cubicBezTo>
                    <a:cubicBezTo>
                      <a:pt x="49" y="294"/>
                      <a:pt x="75" y="238"/>
                      <a:pt x="75" y="178"/>
                    </a:cubicBezTo>
                    <a:cubicBezTo>
                      <a:pt x="75" y="118"/>
                      <a:pt x="49" y="61"/>
                      <a:pt x="5" y="23"/>
                    </a:cubicBezTo>
                    <a:cubicBezTo>
                      <a:pt x="0" y="19"/>
                      <a:pt x="0" y="11"/>
                      <a:pt x="4" y="6"/>
                    </a:cubicBezTo>
                    <a:cubicBezTo>
                      <a:pt x="8" y="1"/>
                      <a:pt x="16" y="0"/>
                      <a:pt x="22" y="5"/>
                    </a:cubicBezTo>
                    <a:cubicBezTo>
                      <a:pt x="71" y="47"/>
                      <a:pt x="100" y="111"/>
                      <a:pt x="100" y="178"/>
                    </a:cubicBezTo>
                    <a:cubicBezTo>
                      <a:pt x="100" y="245"/>
                      <a:pt x="71" y="308"/>
                      <a:pt x="22" y="351"/>
                    </a:cubicBezTo>
                    <a:cubicBezTo>
                      <a:pt x="19" y="353"/>
                      <a:pt x="16" y="354"/>
                      <a:pt x="13" y="35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2" name="Freeform 164"/>
              <p:cNvSpPr/>
              <p:nvPr/>
            </p:nvSpPr>
            <p:spPr bwMode="auto">
              <a:xfrm>
                <a:off x="7887849" y="3869681"/>
                <a:ext cx="37512" cy="114353"/>
              </a:xfrm>
              <a:custGeom>
                <a:avLst/>
                <a:gdLst>
                  <a:gd name="T0" fmla="*/ 2147483646 w 79"/>
                  <a:gd name="T1" fmla="*/ 2147483646 h 262"/>
                  <a:gd name="T2" fmla="*/ 2147483646 w 79"/>
                  <a:gd name="T3" fmla="*/ 2147483646 h 262"/>
                  <a:gd name="T4" fmla="*/ 2147483646 w 79"/>
                  <a:gd name="T5" fmla="*/ 2147483646 h 262"/>
                  <a:gd name="T6" fmla="*/ 2147483646 w 79"/>
                  <a:gd name="T7" fmla="*/ 2147483646 h 262"/>
                  <a:gd name="T8" fmla="*/ 2147483646 w 79"/>
                  <a:gd name="T9" fmla="*/ 2147483646 h 262"/>
                  <a:gd name="T10" fmla="*/ 2147483646 w 79"/>
                  <a:gd name="T11" fmla="*/ 2147483646 h 262"/>
                  <a:gd name="T12" fmla="*/ 2147483646 w 79"/>
                  <a:gd name="T13" fmla="*/ 2147483646 h 262"/>
                  <a:gd name="T14" fmla="*/ 2147483646 w 79"/>
                  <a:gd name="T15" fmla="*/ 2147483646 h 262"/>
                  <a:gd name="T16" fmla="*/ 2147483646 w 79"/>
                  <a:gd name="T17" fmla="*/ 2147483646 h 262"/>
                  <a:gd name="T18" fmla="*/ 2147483646 w 79"/>
                  <a:gd name="T19" fmla="*/ 2147483646 h 262"/>
                  <a:gd name="T20" fmla="*/ 2147483646 w 79"/>
                  <a:gd name="T21" fmla="*/ 2147483646 h 2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" h="262">
                    <a:moveTo>
                      <a:pt x="14" y="262"/>
                    </a:moveTo>
                    <a:lnTo>
                      <a:pt x="14" y="262"/>
                    </a:lnTo>
                    <a:cubicBezTo>
                      <a:pt x="10" y="262"/>
                      <a:pt x="7" y="261"/>
                      <a:pt x="4" y="258"/>
                    </a:cubicBezTo>
                    <a:cubicBezTo>
                      <a:pt x="0" y="252"/>
                      <a:pt x="0" y="245"/>
                      <a:pt x="6" y="240"/>
                    </a:cubicBezTo>
                    <a:cubicBezTo>
                      <a:pt x="37" y="213"/>
                      <a:pt x="54" y="174"/>
                      <a:pt x="54" y="132"/>
                    </a:cubicBezTo>
                    <a:cubicBezTo>
                      <a:pt x="54" y="90"/>
                      <a:pt x="37" y="50"/>
                      <a:pt x="6" y="23"/>
                    </a:cubicBezTo>
                    <a:cubicBezTo>
                      <a:pt x="0" y="19"/>
                      <a:pt x="0" y="11"/>
                      <a:pt x="4" y="6"/>
                    </a:cubicBezTo>
                    <a:cubicBezTo>
                      <a:pt x="9" y="1"/>
                      <a:pt x="17" y="0"/>
                      <a:pt x="22" y="5"/>
                    </a:cubicBezTo>
                    <a:cubicBezTo>
                      <a:pt x="58" y="36"/>
                      <a:pt x="79" y="82"/>
                      <a:pt x="79" y="132"/>
                    </a:cubicBezTo>
                    <a:cubicBezTo>
                      <a:pt x="79" y="181"/>
                      <a:pt x="58" y="227"/>
                      <a:pt x="22" y="259"/>
                    </a:cubicBezTo>
                    <a:cubicBezTo>
                      <a:pt x="20" y="261"/>
                      <a:pt x="17" y="262"/>
                      <a:pt x="14" y="26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3" name="Freeform 165"/>
              <p:cNvSpPr/>
              <p:nvPr/>
            </p:nvSpPr>
            <p:spPr bwMode="auto">
              <a:xfrm>
                <a:off x="7851969" y="3888740"/>
                <a:ext cx="32618" cy="76235"/>
              </a:xfrm>
              <a:custGeom>
                <a:avLst/>
                <a:gdLst>
                  <a:gd name="T0" fmla="*/ 2147483646 w 66"/>
                  <a:gd name="T1" fmla="*/ 2147483646 h 176"/>
                  <a:gd name="T2" fmla="*/ 2147483646 w 66"/>
                  <a:gd name="T3" fmla="*/ 2147483646 h 176"/>
                  <a:gd name="T4" fmla="*/ 2147483646 w 66"/>
                  <a:gd name="T5" fmla="*/ 2147483646 h 176"/>
                  <a:gd name="T6" fmla="*/ 2147483646 w 66"/>
                  <a:gd name="T7" fmla="*/ 2147483646 h 176"/>
                  <a:gd name="T8" fmla="*/ 2147483646 w 66"/>
                  <a:gd name="T9" fmla="*/ 2147483646 h 176"/>
                  <a:gd name="T10" fmla="*/ 2147483646 w 66"/>
                  <a:gd name="T11" fmla="*/ 2147483646 h 176"/>
                  <a:gd name="T12" fmla="*/ 2147483646 w 66"/>
                  <a:gd name="T13" fmla="*/ 2147483646 h 176"/>
                  <a:gd name="T14" fmla="*/ 2147483646 w 66"/>
                  <a:gd name="T15" fmla="*/ 2147483646 h 176"/>
                  <a:gd name="T16" fmla="*/ 2147483646 w 66"/>
                  <a:gd name="T17" fmla="*/ 2147483646 h 176"/>
                  <a:gd name="T18" fmla="*/ 2147483646 w 66"/>
                  <a:gd name="T19" fmla="*/ 2147483646 h 176"/>
                  <a:gd name="T20" fmla="*/ 2147483646 w 66"/>
                  <a:gd name="T21" fmla="*/ 2147483646 h 1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6" h="176">
                    <a:moveTo>
                      <a:pt x="14" y="176"/>
                    </a:moveTo>
                    <a:lnTo>
                      <a:pt x="14" y="176"/>
                    </a:lnTo>
                    <a:cubicBezTo>
                      <a:pt x="10" y="176"/>
                      <a:pt x="6" y="174"/>
                      <a:pt x="4" y="170"/>
                    </a:cubicBezTo>
                    <a:cubicBezTo>
                      <a:pt x="0" y="165"/>
                      <a:pt x="1" y="157"/>
                      <a:pt x="7" y="153"/>
                    </a:cubicBezTo>
                    <a:cubicBezTo>
                      <a:pt x="28" y="139"/>
                      <a:pt x="41" y="115"/>
                      <a:pt x="41" y="89"/>
                    </a:cubicBezTo>
                    <a:cubicBezTo>
                      <a:pt x="41" y="62"/>
                      <a:pt x="28" y="38"/>
                      <a:pt x="7" y="24"/>
                    </a:cubicBezTo>
                    <a:cubicBezTo>
                      <a:pt x="1" y="21"/>
                      <a:pt x="0" y="13"/>
                      <a:pt x="4" y="7"/>
                    </a:cubicBezTo>
                    <a:cubicBezTo>
                      <a:pt x="7" y="1"/>
                      <a:pt x="15" y="0"/>
                      <a:pt x="21" y="4"/>
                    </a:cubicBezTo>
                    <a:cubicBezTo>
                      <a:pt x="49" y="22"/>
                      <a:pt x="66" y="54"/>
                      <a:pt x="66" y="89"/>
                    </a:cubicBezTo>
                    <a:cubicBezTo>
                      <a:pt x="66" y="123"/>
                      <a:pt x="49" y="155"/>
                      <a:pt x="21" y="174"/>
                    </a:cubicBezTo>
                    <a:cubicBezTo>
                      <a:pt x="19" y="175"/>
                      <a:pt x="16" y="176"/>
                      <a:pt x="14" y="1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4" name="Freeform 166"/>
              <p:cNvSpPr/>
              <p:nvPr/>
            </p:nvSpPr>
            <p:spPr bwMode="auto">
              <a:xfrm>
                <a:off x="7762269" y="4014822"/>
                <a:ext cx="83177" cy="11728"/>
              </a:xfrm>
              <a:custGeom>
                <a:avLst/>
                <a:gdLst>
                  <a:gd name="T0" fmla="*/ 2147483646 w 172"/>
                  <a:gd name="T1" fmla="*/ 2147483646 h 25"/>
                  <a:gd name="T2" fmla="*/ 2147483646 w 172"/>
                  <a:gd name="T3" fmla="*/ 2147483646 h 25"/>
                  <a:gd name="T4" fmla="*/ 2147483646 w 172"/>
                  <a:gd name="T5" fmla="*/ 2147483646 h 25"/>
                  <a:gd name="T6" fmla="*/ 0 w 172"/>
                  <a:gd name="T7" fmla="*/ 2147483646 h 25"/>
                  <a:gd name="T8" fmla="*/ 2147483646 w 172"/>
                  <a:gd name="T9" fmla="*/ 0 h 25"/>
                  <a:gd name="T10" fmla="*/ 2147483646 w 172"/>
                  <a:gd name="T11" fmla="*/ 0 h 25"/>
                  <a:gd name="T12" fmla="*/ 2147483646 w 172"/>
                  <a:gd name="T13" fmla="*/ 2147483646 h 25"/>
                  <a:gd name="T14" fmla="*/ 2147483646 w 172"/>
                  <a:gd name="T15" fmla="*/ 2147483646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2" h="25">
                    <a:moveTo>
                      <a:pt x="159" y="25"/>
                    </a:moveTo>
                    <a:lnTo>
                      <a:pt x="159" y="25"/>
                    </a:lnTo>
                    <a:lnTo>
                      <a:pt x="12" y="25"/>
                    </a:lnTo>
                    <a:cubicBezTo>
                      <a:pt x="6" y="25"/>
                      <a:pt x="0" y="20"/>
                      <a:pt x="0" y="13"/>
                    </a:cubicBezTo>
                    <a:cubicBezTo>
                      <a:pt x="0" y="6"/>
                      <a:pt x="6" y="0"/>
                      <a:pt x="12" y="0"/>
                    </a:cubicBezTo>
                    <a:lnTo>
                      <a:pt x="159" y="0"/>
                    </a:lnTo>
                    <a:cubicBezTo>
                      <a:pt x="166" y="0"/>
                      <a:pt x="172" y="6"/>
                      <a:pt x="172" y="13"/>
                    </a:cubicBezTo>
                    <a:cubicBezTo>
                      <a:pt x="172" y="20"/>
                      <a:pt x="166" y="25"/>
                      <a:pt x="159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5" name="Freeform 167"/>
              <p:cNvSpPr/>
              <p:nvPr/>
            </p:nvSpPr>
            <p:spPr bwMode="auto">
              <a:xfrm>
                <a:off x="7822613" y="4079329"/>
                <a:ext cx="53821" cy="11728"/>
              </a:xfrm>
              <a:custGeom>
                <a:avLst/>
                <a:gdLst>
                  <a:gd name="T0" fmla="*/ 2147483646 w 110"/>
                  <a:gd name="T1" fmla="*/ 2147483646 h 25"/>
                  <a:gd name="T2" fmla="*/ 2147483646 w 110"/>
                  <a:gd name="T3" fmla="*/ 2147483646 h 25"/>
                  <a:gd name="T4" fmla="*/ 2147483646 w 110"/>
                  <a:gd name="T5" fmla="*/ 2147483646 h 25"/>
                  <a:gd name="T6" fmla="*/ 0 w 110"/>
                  <a:gd name="T7" fmla="*/ 2147483646 h 25"/>
                  <a:gd name="T8" fmla="*/ 2147483646 w 110"/>
                  <a:gd name="T9" fmla="*/ 0 h 25"/>
                  <a:gd name="T10" fmla="*/ 2147483646 w 110"/>
                  <a:gd name="T11" fmla="*/ 0 h 25"/>
                  <a:gd name="T12" fmla="*/ 2147483646 w 110"/>
                  <a:gd name="T13" fmla="*/ 2147483646 h 25"/>
                  <a:gd name="T14" fmla="*/ 2147483646 w 110"/>
                  <a:gd name="T15" fmla="*/ 2147483646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0" h="25">
                    <a:moveTo>
                      <a:pt x="98" y="25"/>
                    </a:moveTo>
                    <a:lnTo>
                      <a:pt x="98" y="25"/>
                    </a:lnTo>
                    <a:lnTo>
                      <a:pt x="13" y="25"/>
                    </a:lnTo>
                    <a:cubicBezTo>
                      <a:pt x="6" y="25"/>
                      <a:pt x="0" y="19"/>
                      <a:pt x="0" y="12"/>
                    </a:cubicBezTo>
                    <a:cubicBezTo>
                      <a:pt x="0" y="6"/>
                      <a:pt x="6" y="0"/>
                      <a:pt x="13" y="0"/>
                    </a:cubicBezTo>
                    <a:lnTo>
                      <a:pt x="98" y="0"/>
                    </a:lnTo>
                    <a:cubicBezTo>
                      <a:pt x="105" y="0"/>
                      <a:pt x="110" y="6"/>
                      <a:pt x="110" y="12"/>
                    </a:cubicBezTo>
                    <a:cubicBezTo>
                      <a:pt x="110" y="19"/>
                      <a:pt x="105" y="25"/>
                      <a:pt x="98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6" name="Freeform 168"/>
              <p:cNvSpPr/>
              <p:nvPr/>
            </p:nvSpPr>
            <p:spPr bwMode="auto">
              <a:xfrm>
                <a:off x="7729651" y="4079329"/>
                <a:ext cx="58713" cy="11728"/>
              </a:xfrm>
              <a:custGeom>
                <a:avLst/>
                <a:gdLst>
                  <a:gd name="T0" fmla="*/ 2147483646 w 121"/>
                  <a:gd name="T1" fmla="*/ 2147483646 h 25"/>
                  <a:gd name="T2" fmla="*/ 2147483646 w 121"/>
                  <a:gd name="T3" fmla="*/ 2147483646 h 25"/>
                  <a:gd name="T4" fmla="*/ 2147483646 w 121"/>
                  <a:gd name="T5" fmla="*/ 2147483646 h 25"/>
                  <a:gd name="T6" fmla="*/ 0 w 121"/>
                  <a:gd name="T7" fmla="*/ 2147483646 h 25"/>
                  <a:gd name="T8" fmla="*/ 2147483646 w 121"/>
                  <a:gd name="T9" fmla="*/ 0 h 25"/>
                  <a:gd name="T10" fmla="*/ 2147483646 w 121"/>
                  <a:gd name="T11" fmla="*/ 0 h 25"/>
                  <a:gd name="T12" fmla="*/ 2147483646 w 121"/>
                  <a:gd name="T13" fmla="*/ 2147483646 h 25"/>
                  <a:gd name="T14" fmla="*/ 2147483646 w 121"/>
                  <a:gd name="T15" fmla="*/ 2147483646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1" h="25">
                    <a:moveTo>
                      <a:pt x="109" y="25"/>
                    </a:moveTo>
                    <a:lnTo>
                      <a:pt x="109" y="25"/>
                    </a:lnTo>
                    <a:lnTo>
                      <a:pt x="13" y="25"/>
                    </a:lnTo>
                    <a:cubicBezTo>
                      <a:pt x="6" y="25"/>
                      <a:pt x="0" y="19"/>
                      <a:pt x="0" y="12"/>
                    </a:cubicBezTo>
                    <a:cubicBezTo>
                      <a:pt x="0" y="6"/>
                      <a:pt x="6" y="0"/>
                      <a:pt x="13" y="0"/>
                    </a:cubicBezTo>
                    <a:lnTo>
                      <a:pt x="109" y="0"/>
                    </a:lnTo>
                    <a:cubicBezTo>
                      <a:pt x="116" y="0"/>
                      <a:pt x="121" y="6"/>
                      <a:pt x="121" y="12"/>
                    </a:cubicBezTo>
                    <a:cubicBezTo>
                      <a:pt x="121" y="19"/>
                      <a:pt x="116" y="25"/>
                      <a:pt x="109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7" name="Freeform 169"/>
              <p:cNvSpPr/>
              <p:nvPr/>
            </p:nvSpPr>
            <p:spPr bwMode="auto">
              <a:xfrm>
                <a:off x="7775316" y="4074930"/>
                <a:ext cx="24464" cy="21991"/>
              </a:xfrm>
              <a:custGeom>
                <a:avLst/>
                <a:gdLst>
                  <a:gd name="T0" fmla="*/ 2147483646 w 52"/>
                  <a:gd name="T1" fmla="*/ 2147483646 h 52"/>
                  <a:gd name="T2" fmla="*/ 2147483646 w 52"/>
                  <a:gd name="T3" fmla="*/ 2147483646 h 52"/>
                  <a:gd name="T4" fmla="*/ 0 w 52"/>
                  <a:gd name="T5" fmla="*/ 2147483646 h 52"/>
                  <a:gd name="T6" fmla="*/ 2147483646 w 52"/>
                  <a:gd name="T7" fmla="*/ 0 h 52"/>
                  <a:gd name="T8" fmla="*/ 2147483646 w 52"/>
                  <a:gd name="T9" fmla="*/ 2147483646 h 52"/>
                  <a:gd name="T10" fmla="*/ 2147483646 w 52"/>
                  <a:gd name="T11" fmla="*/ 2147483646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26" y="52"/>
                    </a:moveTo>
                    <a:lnTo>
                      <a:pt x="26" y="52"/>
                    </a:lnTo>
                    <a:cubicBezTo>
                      <a:pt x="12" y="52"/>
                      <a:pt x="0" y="40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ubicBezTo>
                      <a:pt x="52" y="40"/>
                      <a:pt x="40" y="52"/>
                      <a:pt x="26" y="5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8" name="Freeform 170"/>
              <p:cNvSpPr/>
              <p:nvPr/>
            </p:nvSpPr>
            <p:spPr bwMode="auto">
              <a:xfrm>
                <a:off x="7814458" y="4073464"/>
                <a:ext cx="24464" cy="23457"/>
              </a:xfrm>
              <a:custGeom>
                <a:avLst/>
                <a:gdLst>
                  <a:gd name="T0" fmla="*/ 2147483646 w 51"/>
                  <a:gd name="T1" fmla="*/ 2147483646 h 52"/>
                  <a:gd name="T2" fmla="*/ 2147483646 w 51"/>
                  <a:gd name="T3" fmla="*/ 2147483646 h 52"/>
                  <a:gd name="T4" fmla="*/ 0 w 51"/>
                  <a:gd name="T5" fmla="*/ 2147483646 h 52"/>
                  <a:gd name="T6" fmla="*/ 2147483646 w 51"/>
                  <a:gd name="T7" fmla="*/ 0 h 52"/>
                  <a:gd name="T8" fmla="*/ 2147483646 w 51"/>
                  <a:gd name="T9" fmla="*/ 2147483646 h 52"/>
                  <a:gd name="T10" fmla="*/ 2147483646 w 51"/>
                  <a:gd name="T11" fmla="*/ 2147483646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" h="52">
                    <a:moveTo>
                      <a:pt x="26" y="52"/>
                    </a:moveTo>
                    <a:lnTo>
                      <a:pt x="26" y="52"/>
                    </a:lnTo>
                    <a:cubicBezTo>
                      <a:pt x="11" y="52"/>
                      <a:pt x="0" y="41"/>
                      <a:pt x="0" y="26"/>
                    </a:cubicBezTo>
                    <a:cubicBezTo>
                      <a:pt x="0" y="12"/>
                      <a:pt x="11" y="0"/>
                      <a:pt x="26" y="0"/>
                    </a:cubicBezTo>
                    <a:cubicBezTo>
                      <a:pt x="40" y="0"/>
                      <a:pt x="51" y="12"/>
                      <a:pt x="51" y="26"/>
                    </a:cubicBezTo>
                    <a:cubicBezTo>
                      <a:pt x="51" y="41"/>
                      <a:pt x="40" y="52"/>
                      <a:pt x="26" y="5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lIns="99562" tIns="49781" rIns="99562" bIns="49781" anchor="ctr"/>
              <a:lstStyle/>
              <a:p>
                <a:pPr marL="0" marR="0" lvl="0" indent="0" algn="ctr" defTabSz="121158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pic>
          <p:nvPicPr>
            <p:cNvPr id="349" name="图片 34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79066" y="4461927"/>
              <a:ext cx="98799" cy="220687"/>
            </a:xfrm>
            <a:prstGeom prst="rect">
              <a:avLst/>
            </a:prstGeom>
          </p:spPr>
        </p:pic>
        <p:pic>
          <p:nvPicPr>
            <p:cNvPr id="350" name="图片 34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36958" y="4059329"/>
              <a:ext cx="143751" cy="240158"/>
            </a:xfrm>
            <a:prstGeom prst="rect">
              <a:avLst/>
            </a:prstGeom>
          </p:spPr>
        </p:pic>
        <p:sp>
          <p:nvSpPr>
            <p:cNvPr id="351" name="Rectangle 8"/>
            <p:cNvSpPr>
              <a:spLocks noChangeArrowheads="1"/>
            </p:cNvSpPr>
            <p:nvPr/>
          </p:nvSpPr>
          <p:spPr bwMode="auto">
            <a:xfrm>
              <a:off x="2214004" y="4187609"/>
              <a:ext cx="200768" cy="384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/>
              </a:endParaRPr>
            </a:p>
          </p:txBody>
        </p:sp>
        <p:grpSp>
          <p:nvGrpSpPr>
            <p:cNvPr id="352" name="组合 160"/>
            <p:cNvGrpSpPr/>
            <p:nvPr/>
          </p:nvGrpSpPr>
          <p:grpSpPr bwMode="auto">
            <a:xfrm>
              <a:off x="1652571" y="3873653"/>
              <a:ext cx="225819" cy="179277"/>
              <a:chOff x="4271963" y="2271713"/>
              <a:chExt cx="682625" cy="577850"/>
            </a:xfrm>
          </p:grpSpPr>
          <p:sp>
            <p:nvSpPr>
              <p:cNvPr id="353" name="Freeform 59"/>
              <p:cNvSpPr/>
              <p:nvPr/>
            </p:nvSpPr>
            <p:spPr bwMode="auto">
              <a:xfrm>
                <a:off x="4271963" y="2481263"/>
                <a:ext cx="682625" cy="368300"/>
              </a:xfrm>
              <a:custGeom>
                <a:avLst/>
                <a:gdLst>
                  <a:gd name="T0" fmla="*/ 2147483646 w 1626"/>
                  <a:gd name="T1" fmla="*/ 2147483646 h 878"/>
                  <a:gd name="T2" fmla="*/ 2147483646 w 1626"/>
                  <a:gd name="T3" fmla="*/ 2147483646 h 878"/>
                  <a:gd name="T4" fmla="*/ 2147483646 w 1626"/>
                  <a:gd name="T5" fmla="*/ 2147483646 h 878"/>
                  <a:gd name="T6" fmla="*/ 2147483646 w 1626"/>
                  <a:gd name="T7" fmla="*/ 2147483646 h 878"/>
                  <a:gd name="T8" fmla="*/ 2147483646 w 1626"/>
                  <a:gd name="T9" fmla="*/ 2147483646 h 878"/>
                  <a:gd name="T10" fmla="*/ 2147483646 w 1626"/>
                  <a:gd name="T11" fmla="*/ 2147483646 h 878"/>
                  <a:gd name="T12" fmla="*/ 2147483646 w 1626"/>
                  <a:gd name="T13" fmla="*/ 2147483646 h 878"/>
                  <a:gd name="T14" fmla="*/ 2147483646 w 1626"/>
                  <a:gd name="T15" fmla="*/ 2147483646 h 878"/>
                  <a:gd name="T16" fmla="*/ 2147483646 w 1626"/>
                  <a:gd name="T17" fmla="*/ 2147483646 h 878"/>
                  <a:gd name="T18" fmla="*/ 2147483646 w 1626"/>
                  <a:gd name="T19" fmla="*/ 2147483646 h 878"/>
                  <a:gd name="T20" fmla="*/ 2147483646 w 1626"/>
                  <a:gd name="T21" fmla="*/ 2147483646 h 878"/>
                  <a:gd name="T22" fmla="*/ 0 w 1626"/>
                  <a:gd name="T23" fmla="*/ 2147483646 h 878"/>
                  <a:gd name="T24" fmla="*/ 0 w 1626"/>
                  <a:gd name="T25" fmla="*/ 2147483646 h 878"/>
                  <a:gd name="T26" fmla="*/ 0 w 1626"/>
                  <a:gd name="T27" fmla="*/ 2147483646 h 878"/>
                  <a:gd name="T28" fmla="*/ 2147483646 w 1626"/>
                  <a:gd name="T29" fmla="*/ 2147483646 h 878"/>
                  <a:gd name="T30" fmla="*/ 2147483646 w 1626"/>
                  <a:gd name="T31" fmla="*/ 2147483646 h 878"/>
                  <a:gd name="T32" fmla="*/ 2147483646 w 1626"/>
                  <a:gd name="T33" fmla="*/ 2147483646 h 878"/>
                  <a:gd name="T34" fmla="*/ 2147483646 w 1626"/>
                  <a:gd name="T35" fmla="*/ 2147483646 h 878"/>
                  <a:gd name="T36" fmla="*/ 2147483646 w 1626"/>
                  <a:gd name="T37" fmla="*/ 2147483646 h 878"/>
                  <a:gd name="T38" fmla="*/ 2147483646 w 1626"/>
                  <a:gd name="T39" fmla="*/ 2147483646 h 878"/>
                  <a:gd name="T40" fmla="*/ 2147483646 w 1626"/>
                  <a:gd name="T41" fmla="*/ 2147483646 h 878"/>
                  <a:gd name="T42" fmla="*/ 2147483646 w 1626"/>
                  <a:gd name="T43" fmla="*/ 2147483646 h 878"/>
                  <a:gd name="T44" fmla="*/ 2147483646 w 1626"/>
                  <a:gd name="T45" fmla="*/ 2147483646 h 878"/>
                  <a:gd name="T46" fmla="*/ 2147483646 w 1626"/>
                  <a:gd name="T47" fmla="*/ 2147483646 h 878"/>
                  <a:gd name="T48" fmla="*/ 2147483646 w 1626"/>
                  <a:gd name="T49" fmla="*/ 2147483646 h 878"/>
                  <a:gd name="T50" fmla="*/ 2147483646 w 1626"/>
                  <a:gd name="T51" fmla="*/ 2147483646 h 878"/>
                  <a:gd name="T52" fmla="*/ 2147483646 w 1626"/>
                  <a:gd name="T53" fmla="*/ 2147483646 h 878"/>
                  <a:gd name="T54" fmla="*/ 2147483646 w 1626"/>
                  <a:gd name="T55" fmla="*/ 2147483646 h 878"/>
                  <a:gd name="T56" fmla="*/ 2147483646 w 1626"/>
                  <a:gd name="T57" fmla="*/ 2147483646 h 878"/>
                  <a:gd name="T58" fmla="*/ 2147483646 w 1626"/>
                  <a:gd name="T59" fmla="*/ 2147483646 h 878"/>
                  <a:gd name="T60" fmla="*/ 2147483646 w 1626"/>
                  <a:gd name="T61" fmla="*/ 2147483646 h 878"/>
                  <a:gd name="T62" fmla="*/ 2147483646 w 1626"/>
                  <a:gd name="T63" fmla="*/ 2147483646 h 878"/>
                  <a:gd name="T64" fmla="*/ 2147483646 w 1626"/>
                  <a:gd name="T65" fmla="*/ 2147483646 h 878"/>
                  <a:gd name="T66" fmla="*/ 2147483646 w 1626"/>
                  <a:gd name="T67" fmla="*/ 2147483646 h 878"/>
                  <a:gd name="T68" fmla="*/ 2147483646 w 1626"/>
                  <a:gd name="T69" fmla="*/ 2147483646 h 878"/>
                  <a:gd name="T70" fmla="*/ 2147483646 w 1626"/>
                  <a:gd name="T71" fmla="*/ 2147483646 h 878"/>
                  <a:gd name="T72" fmla="*/ 2147483646 w 1626"/>
                  <a:gd name="T73" fmla="*/ 2147483646 h 878"/>
                  <a:gd name="T74" fmla="*/ 2147483646 w 1626"/>
                  <a:gd name="T75" fmla="*/ 2147483646 h 878"/>
                  <a:gd name="T76" fmla="*/ 2147483646 w 1626"/>
                  <a:gd name="T77" fmla="*/ 2147483646 h 878"/>
                  <a:gd name="T78" fmla="*/ 2147483646 w 1626"/>
                  <a:gd name="T79" fmla="*/ 2147483646 h 878"/>
                  <a:gd name="T80" fmla="*/ 2147483646 w 1626"/>
                  <a:gd name="T81" fmla="*/ 2147483646 h 878"/>
                  <a:gd name="T82" fmla="*/ 2147483646 w 1626"/>
                  <a:gd name="T83" fmla="*/ 2147483646 h 878"/>
                  <a:gd name="T84" fmla="*/ 2147483646 w 1626"/>
                  <a:gd name="T85" fmla="*/ 2147483646 h 878"/>
                  <a:gd name="T86" fmla="*/ 2147483646 w 1626"/>
                  <a:gd name="T87" fmla="*/ 2147483646 h 878"/>
                  <a:gd name="T88" fmla="*/ 2147483646 w 1626"/>
                  <a:gd name="T89" fmla="*/ 2147483646 h 878"/>
                  <a:gd name="T90" fmla="*/ 2147483646 w 1626"/>
                  <a:gd name="T91" fmla="*/ 2147483646 h 878"/>
                  <a:gd name="T92" fmla="*/ 2147483646 w 1626"/>
                  <a:gd name="T93" fmla="*/ 2147483646 h 878"/>
                  <a:gd name="T94" fmla="*/ 2147483646 w 1626"/>
                  <a:gd name="T95" fmla="*/ 2147483646 h 878"/>
                  <a:gd name="T96" fmla="*/ 2147483646 w 1626"/>
                  <a:gd name="T97" fmla="*/ 2147483646 h 878"/>
                  <a:gd name="T98" fmla="*/ 2147483646 w 1626"/>
                  <a:gd name="T99" fmla="*/ 2147483646 h 878"/>
                  <a:gd name="T100" fmla="*/ 2147483646 w 1626"/>
                  <a:gd name="T101" fmla="*/ 2147483646 h 878"/>
                  <a:gd name="T102" fmla="*/ 2147483646 w 1626"/>
                  <a:gd name="T103" fmla="*/ 2147483646 h 878"/>
                  <a:gd name="T104" fmla="*/ 2147483646 w 1626"/>
                  <a:gd name="T105" fmla="*/ 2147483646 h 878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626"/>
                  <a:gd name="T160" fmla="*/ 0 h 878"/>
                  <a:gd name="T161" fmla="*/ 1626 w 1626"/>
                  <a:gd name="T162" fmla="*/ 878 h 878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626" h="878">
                    <a:moveTo>
                      <a:pt x="1626" y="436"/>
                    </a:moveTo>
                    <a:lnTo>
                      <a:pt x="1626" y="436"/>
                    </a:lnTo>
                    <a:cubicBezTo>
                      <a:pt x="1626" y="362"/>
                      <a:pt x="1623" y="299"/>
                      <a:pt x="1616" y="250"/>
                    </a:cubicBezTo>
                    <a:cubicBezTo>
                      <a:pt x="1604" y="165"/>
                      <a:pt x="1530" y="73"/>
                      <a:pt x="1432" y="73"/>
                    </a:cubicBezTo>
                    <a:lnTo>
                      <a:pt x="618" y="73"/>
                    </a:lnTo>
                    <a:lnTo>
                      <a:pt x="618" y="35"/>
                    </a:lnTo>
                    <a:cubicBezTo>
                      <a:pt x="618" y="23"/>
                      <a:pt x="611" y="11"/>
                      <a:pt x="600" y="5"/>
                    </a:cubicBezTo>
                    <a:cubicBezTo>
                      <a:pt x="589" y="0"/>
                      <a:pt x="576" y="0"/>
                      <a:pt x="566" y="7"/>
                    </a:cubicBezTo>
                    <a:lnTo>
                      <a:pt x="469" y="73"/>
                    </a:lnTo>
                    <a:lnTo>
                      <a:pt x="195" y="73"/>
                    </a:lnTo>
                    <a:cubicBezTo>
                      <a:pt x="96" y="73"/>
                      <a:pt x="22" y="165"/>
                      <a:pt x="10" y="250"/>
                    </a:cubicBezTo>
                    <a:cubicBezTo>
                      <a:pt x="3" y="299"/>
                      <a:pt x="0" y="362"/>
                      <a:pt x="0" y="436"/>
                    </a:cubicBezTo>
                    <a:lnTo>
                      <a:pt x="0" y="440"/>
                    </a:lnTo>
                    <a:lnTo>
                      <a:pt x="0" y="443"/>
                    </a:lnTo>
                    <a:cubicBezTo>
                      <a:pt x="0" y="517"/>
                      <a:pt x="3" y="580"/>
                      <a:pt x="10" y="629"/>
                    </a:cubicBezTo>
                    <a:cubicBezTo>
                      <a:pt x="22" y="715"/>
                      <a:pt x="96" y="807"/>
                      <a:pt x="195" y="807"/>
                    </a:cubicBezTo>
                    <a:lnTo>
                      <a:pt x="469" y="807"/>
                    </a:lnTo>
                    <a:lnTo>
                      <a:pt x="566" y="872"/>
                    </a:lnTo>
                    <a:cubicBezTo>
                      <a:pt x="572" y="876"/>
                      <a:pt x="578" y="878"/>
                      <a:pt x="585" y="878"/>
                    </a:cubicBezTo>
                    <a:cubicBezTo>
                      <a:pt x="590" y="878"/>
                      <a:pt x="595" y="876"/>
                      <a:pt x="600" y="874"/>
                    </a:cubicBezTo>
                    <a:cubicBezTo>
                      <a:pt x="611" y="868"/>
                      <a:pt x="618" y="857"/>
                      <a:pt x="618" y="844"/>
                    </a:cubicBezTo>
                    <a:lnTo>
                      <a:pt x="618" y="807"/>
                    </a:lnTo>
                    <a:lnTo>
                      <a:pt x="834" y="807"/>
                    </a:lnTo>
                    <a:cubicBezTo>
                      <a:pt x="846" y="828"/>
                      <a:pt x="869" y="843"/>
                      <a:pt x="895" y="843"/>
                    </a:cubicBezTo>
                    <a:cubicBezTo>
                      <a:pt x="933" y="843"/>
                      <a:pt x="965" y="812"/>
                      <a:pt x="965" y="774"/>
                    </a:cubicBezTo>
                    <a:cubicBezTo>
                      <a:pt x="965" y="735"/>
                      <a:pt x="933" y="704"/>
                      <a:pt x="895" y="704"/>
                    </a:cubicBezTo>
                    <a:cubicBezTo>
                      <a:pt x="869" y="704"/>
                      <a:pt x="847" y="719"/>
                      <a:pt x="835" y="740"/>
                    </a:cubicBezTo>
                    <a:lnTo>
                      <a:pt x="480" y="740"/>
                    </a:lnTo>
                    <a:lnTo>
                      <a:pt x="195" y="740"/>
                    </a:lnTo>
                    <a:cubicBezTo>
                      <a:pt x="152" y="740"/>
                      <a:pt x="87" y="698"/>
                      <a:pt x="76" y="620"/>
                    </a:cubicBezTo>
                    <a:cubicBezTo>
                      <a:pt x="72" y="588"/>
                      <a:pt x="66" y="531"/>
                      <a:pt x="67" y="443"/>
                    </a:cubicBezTo>
                    <a:lnTo>
                      <a:pt x="67" y="440"/>
                    </a:lnTo>
                    <a:lnTo>
                      <a:pt x="67" y="436"/>
                    </a:lnTo>
                    <a:cubicBezTo>
                      <a:pt x="66" y="348"/>
                      <a:pt x="72" y="291"/>
                      <a:pt x="76" y="259"/>
                    </a:cubicBezTo>
                    <a:cubicBezTo>
                      <a:pt x="87" y="181"/>
                      <a:pt x="152" y="139"/>
                      <a:pt x="195" y="139"/>
                    </a:cubicBezTo>
                    <a:lnTo>
                      <a:pt x="1432" y="139"/>
                    </a:lnTo>
                    <a:cubicBezTo>
                      <a:pt x="1474" y="139"/>
                      <a:pt x="1539" y="181"/>
                      <a:pt x="1550" y="259"/>
                    </a:cubicBezTo>
                    <a:cubicBezTo>
                      <a:pt x="1555" y="291"/>
                      <a:pt x="1560" y="348"/>
                      <a:pt x="1560" y="436"/>
                    </a:cubicBezTo>
                    <a:lnTo>
                      <a:pt x="1560" y="440"/>
                    </a:lnTo>
                    <a:lnTo>
                      <a:pt x="1560" y="443"/>
                    </a:lnTo>
                    <a:cubicBezTo>
                      <a:pt x="1560" y="531"/>
                      <a:pt x="1555" y="588"/>
                      <a:pt x="1550" y="620"/>
                    </a:cubicBezTo>
                    <a:cubicBezTo>
                      <a:pt x="1539" y="698"/>
                      <a:pt x="1474" y="740"/>
                      <a:pt x="1432" y="740"/>
                    </a:cubicBezTo>
                    <a:lnTo>
                      <a:pt x="1170" y="740"/>
                    </a:lnTo>
                    <a:cubicBezTo>
                      <a:pt x="1158" y="718"/>
                      <a:pt x="1135" y="703"/>
                      <a:pt x="1109" y="703"/>
                    </a:cubicBezTo>
                    <a:cubicBezTo>
                      <a:pt x="1070" y="703"/>
                      <a:pt x="1040" y="735"/>
                      <a:pt x="1040" y="773"/>
                    </a:cubicBezTo>
                    <a:cubicBezTo>
                      <a:pt x="1040" y="811"/>
                      <a:pt x="1070" y="842"/>
                      <a:pt x="1109" y="842"/>
                    </a:cubicBezTo>
                    <a:cubicBezTo>
                      <a:pt x="1135" y="842"/>
                      <a:pt x="1157" y="828"/>
                      <a:pt x="1169" y="807"/>
                    </a:cubicBezTo>
                    <a:lnTo>
                      <a:pt x="1432" y="807"/>
                    </a:lnTo>
                    <a:cubicBezTo>
                      <a:pt x="1530" y="807"/>
                      <a:pt x="1604" y="715"/>
                      <a:pt x="1616" y="629"/>
                    </a:cubicBezTo>
                    <a:cubicBezTo>
                      <a:pt x="1623" y="580"/>
                      <a:pt x="1626" y="517"/>
                      <a:pt x="1626" y="443"/>
                    </a:cubicBezTo>
                    <a:lnTo>
                      <a:pt x="1626" y="440"/>
                    </a:lnTo>
                    <a:lnTo>
                      <a:pt x="1626" y="436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/>
                </a:endParaRPr>
              </a:p>
            </p:txBody>
          </p:sp>
          <p:sp>
            <p:nvSpPr>
              <p:cNvPr id="354" name="Freeform 60"/>
              <p:cNvSpPr/>
              <p:nvPr/>
            </p:nvSpPr>
            <p:spPr bwMode="auto">
              <a:xfrm>
                <a:off x="4302125" y="2713038"/>
                <a:ext cx="90488" cy="85725"/>
              </a:xfrm>
              <a:custGeom>
                <a:avLst/>
                <a:gdLst>
                  <a:gd name="T0" fmla="*/ 2147483646 w 214"/>
                  <a:gd name="T1" fmla="*/ 2147483646 h 205"/>
                  <a:gd name="T2" fmla="*/ 2147483646 w 214"/>
                  <a:gd name="T3" fmla="*/ 2147483646 h 205"/>
                  <a:gd name="T4" fmla="*/ 2147483646 w 214"/>
                  <a:gd name="T5" fmla="*/ 2147483646 h 205"/>
                  <a:gd name="T6" fmla="*/ 2147483646 w 214"/>
                  <a:gd name="T7" fmla="*/ 2147483646 h 205"/>
                  <a:gd name="T8" fmla="*/ 2147483646 w 214"/>
                  <a:gd name="T9" fmla="*/ 2147483646 h 2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4"/>
                  <a:gd name="T16" fmla="*/ 0 h 205"/>
                  <a:gd name="T17" fmla="*/ 214 w 214"/>
                  <a:gd name="T18" fmla="*/ 205 h 2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4" h="205">
                    <a:moveTo>
                      <a:pt x="23" y="56"/>
                    </a:moveTo>
                    <a:lnTo>
                      <a:pt x="23" y="56"/>
                    </a:lnTo>
                    <a:cubicBezTo>
                      <a:pt x="23" y="56"/>
                      <a:pt x="0" y="101"/>
                      <a:pt x="95" y="153"/>
                    </a:cubicBezTo>
                    <a:cubicBezTo>
                      <a:pt x="190" y="205"/>
                      <a:pt x="214" y="176"/>
                      <a:pt x="207" y="159"/>
                    </a:cubicBezTo>
                    <a:cubicBezTo>
                      <a:pt x="194" y="127"/>
                      <a:pt x="51" y="0"/>
                      <a:pt x="23" y="56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/>
                </a:endParaRPr>
              </a:p>
            </p:txBody>
          </p:sp>
          <p:sp>
            <p:nvSpPr>
              <p:cNvPr id="355" name="Freeform 61"/>
              <p:cNvSpPr/>
              <p:nvPr/>
            </p:nvSpPr>
            <p:spPr bwMode="auto">
              <a:xfrm>
                <a:off x="4302125" y="2532063"/>
                <a:ext cx="90488" cy="85725"/>
              </a:xfrm>
              <a:custGeom>
                <a:avLst/>
                <a:gdLst>
                  <a:gd name="T0" fmla="*/ 2147483646 w 214"/>
                  <a:gd name="T1" fmla="*/ 2147483646 h 205"/>
                  <a:gd name="T2" fmla="*/ 2147483646 w 214"/>
                  <a:gd name="T3" fmla="*/ 2147483646 h 205"/>
                  <a:gd name="T4" fmla="*/ 2147483646 w 214"/>
                  <a:gd name="T5" fmla="*/ 2147483646 h 205"/>
                  <a:gd name="T6" fmla="*/ 2147483646 w 214"/>
                  <a:gd name="T7" fmla="*/ 2147483646 h 205"/>
                  <a:gd name="T8" fmla="*/ 2147483646 w 214"/>
                  <a:gd name="T9" fmla="*/ 2147483646 h 2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4"/>
                  <a:gd name="T16" fmla="*/ 0 h 205"/>
                  <a:gd name="T17" fmla="*/ 214 w 214"/>
                  <a:gd name="T18" fmla="*/ 205 h 2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4" h="205">
                    <a:moveTo>
                      <a:pt x="95" y="52"/>
                    </a:moveTo>
                    <a:lnTo>
                      <a:pt x="95" y="52"/>
                    </a:lnTo>
                    <a:cubicBezTo>
                      <a:pt x="0" y="104"/>
                      <a:pt x="23" y="149"/>
                      <a:pt x="23" y="149"/>
                    </a:cubicBezTo>
                    <a:cubicBezTo>
                      <a:pt x="51" y="205"/>
                      <a:pt x="194" y="78"/>
                      <a:pt x="207" y="47"/>
                    </a:cubicBezTo>
                    <a:cubicBezTo>
                      <a:pt x="214" y="29"/>
                      <a:pt x="190" y="0"/>
                      <a:pt x="95" y="52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/>
                </a:endParaRPr>
              </a:p>
            </p:txBody>
          </p:sp>
          <p:sp>
            <p:nvSpPr>
              <p:cNvPr id="356" name="Freeform 62"/>
              <p:cNvSpPr>
                <a:spLocks noEditPoints="1"/>
              </p:cNvSpPr>
              <p:nvPr/>
            </p:nvSpPr>
            <p:spPr bwMode="auto">
              <a:xfrm>
                <a:off x="4754563" y="2552700"/>
                <a:ext cx="136525" cy="228600"/>
              </a:xfrm>
              <a:custGeom>
                <a:avLst/>
                <a:gdLst>
                  <a:gd name="T0" fmla="*/ 2147483646 w 322"/>
                  <a:gd name="T1" fmla="*/ 2147483646 h 544"/>
                  <a:gd name="T2" fmla="*/ 2147483646 w 322"/>
                  <a:gd name="T3" fmla="*/ 2147483646 h 544"/>
                  <a:gd name="T4" fmla="*/ 2147483646 w 322"/>
                  <a:gd name="T5" fmla="*/ 2147483646 h 544"/>
                  <a:gd name="T6" fmla="*/ 2147483646 w 322"/>
                  <a:gd name="T7" fmla="*/ 2147483646 h 544"/>
                  <a:gd name="T8" fmla="*/ 2147483646 w 322"/>
                  <a:gd name="T9" fmla="*/ 2147483646 h 544"/>
                  <a:gd name="T10" fmla="*/ 2147483646 w 322"/>
                  <a:gd name="T11" fmla="*/ 2147483646 h 544"/>
                  <a:gd name="T12" fmla="*/ 2147483646 w 322"/>
                  <a:gd name="T13" fmla="*/ 2147483646 h 544"/>
                  <a:gd name="T14" fmla="*/ 2147483646 w 322"/>
                  <a:gd name="T15" fmla="*/ 2147483646 h 544"/>
                  <a:gd name="T16" fmla="*/ 2147483646 w 322"/>
                  <a:gd name="T17" fmla="*/ 2147483646 h 544"/>
                  <a:gd name="T18" fmla="*/ 2147483646 w 322"/>
                  <a:gd name="T19" fmla="*/ 2147483646 h 544"/>
                  <a:gd name="T20" fmla="*/ 2147483646 w 322"/>
                  <a:gd name="T21" fmla="*/ 2147483646 h 544"/>
                  <a:gd name="T22" fmla="*/ 2147483646 w 322"/>
                  <a:gd name="T23" fmla="*/ 2147483646 h 544"/>
                  <a:gd name="T24" fmla="*/ 2147483646 w 322"/>
                  <a:gd name="T25" fmla="*/ 2147483646 h 544"/>
                  <a:gd name="T26" fmla="*/ 2147483646 w 322"/>
                  <a:gd name="T27" fmla="*/ 2147483646 h 544"/>
                  <a:gd name="T28" fmla="*/ 2147483646 w 322"/>
                  <a:gd name="T29" fmla="*/ 2147483646 h 544"/>
                  <a:gd name="T30" fmla="*/ 2147483646 w 322"/>
                  <a:gd name="T31" fmla="*/ 2147483646 h 544"/>
                  <a:gd name="T32" fmla="*/ 2147483646 w 322"/>
                  <a:gd name="T33" fmla="*/ 2147483646 h 544"/>
                  <a:gd name="T34" fmla="*/ 2147483646 w 322"/>
                  <a:gd name="T35" fmla="*/ 2147483646 h 544"/>
                  <a:gd name="T36" fmla="*/ 2147483646 w 322"/>
                  <a:gd name="T37" fmla="*/ 2147483646 h 544"/>
                  <a:gd name="T38" fmla="*/ 2147483646 w 322"/>
                  <a:gd name="T39" fmla="*/ 2147483646 h 544"/>
                  <a:gd name="T40" fmla="*/ 2147483646 w 322"/>
                  <a:gd name="T41" fmla="*/ 2147483646 h 54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22"/>
                  <a:gd name="T64" fmla="*/ 0 h 544"/>
                  <a:gd name="T65" fmla="*/ 322 w 322"/>
                  <a:gd name="T66" fmla="*/ 544 h 54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22" h="544">
                    <a:moveTo>
                      <a:pt x="202" y="57"/>
                    </a:moveTo>
                    <a:lnTo>
                      <a:pt x="202" y="57"/>
                    </a:lnTo>
                    <a:cubicBezTo>
                      <a:pt x="221" y="77"/>
                      <a:pt x="269" y="140"/>
                      <a:pt x="269" y="277"/>
                    </a:cubicBezTo>
                    <a:cubicBezTo>
                      <a:pt x="269" y="419"/>
                      <a:pt x="227" y="473"/>
                      <a:pt x="211" y="489"/>
                    </a:cubicBezTo>
                    <a:lnTo>
                      <a:pt x="64" y="461"/>
                    </a:lnTo>
                    <a:cubicBezTo>
                      <a:pt x="82" y="406"/>
                      <a:pt x="106" y="284"/>
                      <a:pt x="60" y="89"/>
                    </a:cubicBezTo>
                    <a:lnTo>
                      <a:pt x="202" y="57"/>
                    </a:lnTo>
                    <a:close/>
                    <a:moveTo>
                      <a:pt x="3" y="492"/>
                    </a:moveTo>
                    <a:lnTo>
                      <a:pt x="3" y="492"/>
                    </a:lnTo>
                    <a:cubicBezTo>
                      <a:pt x="7" y="500"/>
                      <a:pt x="14" y="505"/>
                      <a:pt x="22" y="507"/>
                    </a:cubicBezTo>
                    <a:lnTo>
                      <a:pt x="213" y="544"/>
                    </a:lnTo>
                    <a:cubicBezTo>
                      <a:pt x="215" y="544"/>
                      <a:pt x="217" y="544"/>
                      <a:pt x="218" y="544"/>
                    </a:cubicBezTo>
                    <a:cubicBezTo>
                      <a:pt x="223" y="544"/>
                      <a:pt x="227" y="544"/>
                      <a:pt x="230" y="542"/>
                    </a:cubicBezTo>
                    <a:cubicBezTo>
                      <a:pt x="231" y="541"/>
                      <a:pt x="322" y="493"/>
                      <a:pt x="322" y="277"/>
                    </a:cubicBezTo>
                    <a:cubicBezTo>
                      <a:pt x="322" y="76"/>
                      <a:pt x="228" y="9"/>
                      <a:pt x="224" y="6"/>
                    </a:cubicBezTo>
                    <a:cubicBezTo>
                      <a:pt x="218" y="2"/>
                      <a:pt x="210" y="0"/>
                      <a:pt x="203" y="2"/>
                    </a:cubicBezTo>
                    <a:lnTo>
                      <a:pt x="21" y="43"/>
                    </a:lnTo>
                    <a:cubicBezTo>
                      <a:pt x="14" y="45"/>
                      <a:pt x="8" y="49"/>
                      <a:pt x="5" y="55"/>
                    </a:cubicBezTo>
                    <a:cubicBezTo>
                      <a:pt x="1" y="61"/>
                      <a:pt x="0" y="69"/>
                      <a:pt x="2" y="76"/>
                    </a:cubicBezTo>
                    <a:cubicBezTo>
                      <a:pt x="70" y="339"/>
                      <a:pt x="5" y="466"/>
                      <a:pt x="4" y="468"/>
                    </a:cubicBezTo>
                    <a:cubicBezTo>
                      <a:pt x="0" y="475"/>
                      <a:pt x="0" y="484"/>
                      <a:pt x="3" y="492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/>
                </a:endParaRPr>
              </a:p>
            </p:txBody>
          </p:sp>
          <p:sp>
            <p:nvSpPr>
              <p:cNvPr id="357" name="Freeform 63"/>
              <p:cNvSpPr>
                <a:spLocks noEditPoints="1"/>
              </p:cNvSpPr>
              <p:nvPr/>
            </p:nvSpPr>
            <p:spPr bwMode="auto">
              <a:xfrm>
                <a:off x="4435475" y="2547938"/>
                <a:ext cx="138113" cy="233363"/>
              </a:xfrm>
              <a:custGeom>
                <a:avLst/>
                <a:gdLst>
                  <a:gd name="T0" fmla="*/ 2147483646 w 330"/>
                  <a:gd name="T1" fmla="*/ 2147483646 h 557"/>
                  <a:gd name="T2" fmla="*/ 2147483646 w 330"/>
                  <a:gd name="T3" fmla="*/ 2147483646 h 557"/>
                  <a:gd name="T4" fmla="*/ 2147483646 w 330"/>
                  <a:gd name="T5" fmla="*/ 2147483646 h 557"/>
                  <a:gd name="T6" fmla="*/ 2147483646 w 330"/>
                  <a:gd name="T7" fmla="*/ 2147483646 h 557"/>
                  <a:gd name="T8" fmla="*/ 2147483646 w 330"/>
                  <a:gd name="T9" fmla="*/ 2147483646 h 557"/>
                  <a:gd name="T10" fmla="*/ 2147483646 w 330"/>
                  <a:gd name="T11" fmla="*/ 2147483646 h 557"/>
                  <a:gd name="T12" fmla="*/ 2147483646 w 330"/>
                  <a:gd name="T13" fmla="*/ 2147483646 h 557"/>
                  <a:gd name="T14" fmla="*/ 2147483646 w 330"/>
                  <a:gd name="T15" fmla="*/ 2147483646 h 557"/>
                  <a:gd name="T16" fmla="*/ 2147483646 w 330"/>
                  <a:gd name="T17" fmla="*/ 2147483646 h 557"/>
                  <a:gd name="T18" fmla="*/ 2147483646 w 330"/>
                  <a:gd name="T19" fmla="*/ 2147483646 h 557"/>
                  <a:gd name="T20" fmla="*/ 2147483646 w 330"/>
                  <a:gd name="T21" fmla="*/ 2147483646 h 557"/>
                  <a:gd name="T22" fmla="*/ 2147483646 w 330"/>
                  <a:gd name="T23" fmla="*/ 2147483646 h 557"/>
                  <a:gd name="T24" fmla="*/ 2147483646 w 330"/>
                  <a:gd name="T25" fmla="*/ 2147483646 h 557"/>
                  <a:gd name="T26" fmla="*/ 2147483646 w 330"/>
                  <a:gd name="T27" fmla="*/ 2147483646 h 557"/>
                  <a:gd name="T28" fmla="*/ 2147483646 w 330"/>
                  <a:gd name="T29" fmla="*/ 2147483646 h 557"/>
                  <a:gd name="T30" fmla="*/ 2147483646 w 330"/>
                  <a:gd name="T31" fmla="*/ 2147483646 h 557"/>
                  <a:gd name="T32" fmla="*/ 2147483646 w 330"/>
                  <a:gd name="T33" fmla="*/ 2147483646 h 557"/>
                  <a:gd name="T34" fmla="*/ 2147483646 w 330"/>
                  <a:gd name="T35" fmla="*/ 2147483646 h 557"/>
                  <a:gd name="T36" fmla="*/ 2147483646 w 330"/>
                  <a:gd name="T37" fmla="*/ 2147483646 h 55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0"/>
                  <a:gd name="T58" fmla="*/ 0 h 557"/>
                  <a:gd name="T59" fmla="*/ 330 w 330"/>
                  <a:gd name="T60" fmla="*/ 557 h 55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0" h="557">
                    <a:moveTo>
                      <a:pt x="277" y="473"/>
                    </a:moveTo>
                    <a:lnTo>
                      <a:pt x="277" y="473"/>
                    </a:lnTo>
                    <a:cubicBezTo>
                      <a:pt x="230" y="481"/>
                      <a:pt x="122" y="500"/>
                      <a:pt x="97" y="504"/>
                    </a:cubicBezTo>
                    <a:cubicBezTo>
                      <a:pt x="92" y="500"/>
                      <a:pt x="53" y="467"/>
                      <a:pt x="54" y="279"/>
                    </a:cubicBezTo>
                    <a:cubicBezTo>
                      <a:pt x="53" y="92"/>
                      <a:pt x="92" y="59"/>
                      <a:pt x="97" y="55"/>
                    </a:cubicBezTo>
                    <a:cubicBezTo>
                      <a:pt x="122" y="59"/>
                      <a:pt x="230" y="78"/>
                      <a:pt x="277" y="86"/>
                    </a:cubicBezTo>
                    <a:lnTo>
                      <a:pt x="277" y="473"/>
                    </a:lnTo>
                    <a:close/>
                    <a:moveTo>
                      <a:pt x="103" y="2"/>
                    </a:moveTo>
                    <a:lnTo>
                      <a:pt x="103" y="2"/>
                    </a:lnTo>
                    <a:cubicBezTo>
                      <a:pt x="88" y="0"/>
                      <a:pt x="73" y="5"/>
                      <a:pt x="60" y="17"/>
                    </a:cubicBezTo>
                    <a:cubicBezTo>
                      <a:pt x="20" y="51"/>
                      <a:pt x="0" y="142"/>
                      <a:pt x="1" y="279"/>
                    </a:cubicBezTo>
                    <a:cubicBezTo>
                      <a:pt x="0" y="417"/>
                      <a:pt x="20" y="508"/>
                      <a:pt x="60" y="543"/>
                    </a:cubicBezTo>
                    <a:cubicBezTo>
                      <a:pt x="71" y="552"/>
                      <a:pt x="84" y="557"/>
                      <a:pt x="96" y="557"/>
                    </a:cubicBezTo>
                    <a:cubicBezTo>
                      <a:pt x="98" y="557"/>
                      <a:pt x="101" y="557"/>
                      <a:pt x="103" y="557"/>
                    </a:cubicBezTo>
                    <a:cubicBezTo>
                      <a:pt x="131" y="553"/>
                      <a:pt x="301" y="523"/>
                      <a:pt x="308" y="522"/>
                    </a:cubicBezTo>
                    <a:cubicBezTo>
                      <a:pt x="321" y="520"/>
                      <a:pt x="330" y="509"/>
                      <a:pt x="330" y="496"/>
                    </a:cubicBezTo>
                    <a:lnTo>
                      <a:pt x="330" y="64"/>
                    </a:lnTo>
                    <a:cubicBezTo>
                      <a:pt x="330" y="51"/>
                      <a:pt x="321" y="40"/>
                      <a:pt x="308" y="37"/>
                    </a:cubicBezTo>
                    <a:cubicBezTo>
                      <a:pt x="301" y="36"/>
                      <a:pt x="131" y="6"/>
                      <a:pt x="103" y="2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/>
                </a:endParaRPr>
              </a:p>
            </p:txBody>
          </p:sp>
          <p:sp>
            <p:nvSpPr>
              <p:cNvPr id="358" name="Freeform 64"/>
              <p:cNvSpPr>
                <a:spLocks noEditPoints="1"/>
              </p:cNvSpPr>
              <p:nvPr/>
            </p:nvSpPr>
            <p:spPr bwMode="auto">
              <a:xfrm>
                <a:off x="4487863" y="2271713"/>
                <a:ext cx="250825" cy="225425"/>
              </a:xfrm>
              <a:custGeom>
                <a:avLst/>
                <a:gdLst>
                  <a:gd name="T0" fmla="*/ 2147483646 w 594"/>
                  <a:gd name="T1" fmla="*/ 2147483646 h 537"/>
                  <a:gd name="T2" fmla="*/ 2147483646 w 594"/>
                  <a:gd name="T3" fmla="*/ 2147483646 h 537"/>
                  <a:gd name="T4" fmla="*/ 2147483646 w 594"/>
                  <a:gd name="T5" fmla="*/ 2147483646 h 537"/>
                  <a:gd name="T6" fmla="*/ 2147483646 w 594"/>
                  <a:gd name="T7" fmla="*/ 2147483646 h 537"/>
                  <a:gd name="T8" fmla="*/ 2147483646 w 594"/>
                  <a:gd name="T9" fmla="*/ 2147483646 h 537"/>
                  <a:gd name="T10" fmla="*/ 2147483646 w 594"/>
                  <a:gd name="T11" fmla="*/ 2147483646 h 537"/>
                  <a:gd name="T12" fmla="*/ 2147483646 w 594"/>
                  <a:gd name="T13" fmla="*/ 2147483646 h 537"/>
                  <a:gd name="T14" fmla="*/ 2147483646 w 594"/>
                  <a:gd name="T15" fmla="*/ 2147483646 h 537"/>
                  <a:gd name="T16" fmla="*/ 2147483646 w 594"/>
                  <a:gd name="T17" fmla="*/ 2147483646 h 537"/>
                  <a:gd name="T18" fmla="*/ 2147483646 w 594"/>
                  <a:gd name="T19" fmla="*/ 2147483646 h 537"/>
                  <a:gd name="T20" fmla="*/ 2147483646 w 594"/>
                  <a:gd name="T21" fmla="*/ 2147483646 h 537"/>
                  <a:gd name="T22" fmla="*/ 2147483646 w 594"/>
                  <a:gd name="T23" fmla="*/ 2147483646 h 537"/>
                  <a:gd name="T24" fmla="*/ 2147483646 w 594"/>
                  <a:gd name="T25" fmla="*/ 2147483646 h 537"/>
                  <a:gd name="T26" fmla="*/ 2147483646 w 594"/>
                  <a:gd name="T27" fmla="*/ 2147483646 h 537"/>
                  <a:gd name="T28" fmla="*/ 2147483646 w 594"/>
                  <a:gd name="T29" fmla="*/ 2147483646 h 537"/>
                  <a:gd name="T30" fmla="*/ 2147483646 w 594"/>
                  <a:gd name="T31" fmla="*/ 2147483646 h 537"/>
                  <a:gd name="T32" fmla="*/ 2147483646 w 594"/>
                  <a:gd name="T33" fmla="*/ 2147483646 h 537"/>
                  <a:gd name="T34" fmla="*/ 2147483646 w 594"/>
                  <a:gd name="T35" fmla="*/ 2147483646 h 537"/>
                  <a:gd name="T36" fmla="*/ 2147483646 w 594"/>
                  <a:gd name="T37" fmla="*/ 2147483646 h 537"/>
                  <a:gd name="T38" fmla="*/ 2147483646 w 594"/>
                  <a:gd name="T39" fmla="*/ 2147483646 h 537"/>
                  <a:gd name="T40" fmla="*/ 2147483646 w 594"/>
                  <a:gd name="T41" fmla="*/ 2147483646 h 537"/>
                  <a:gd name="T42" fmla="*/ 2147483646 w 594"/>
                  <a:gd name="T43" fmla="*/ 2147483646 h 537"/>
                  <a:gd name="T44" fmla="*/ 2147483646 w 594"/>
                  <a:gd name="T45" fmla="*/ 2147483646 h 537"/>
                  <a:gd name="T46" fmla="*/ 2147483646 w 594"/>
                  <a:gd name="T47" fmla="*/ 2147483646 h 537"/>
                  <a:gd name="T48" fmla="*/ 2147483646 w 594"/>
                  <a:gd name="T49" fmla="*/ 2147483646 h 537"/>
                  <a:gd name="T50" fmla="*/ 2147483646 w 594"/>
                  <a:gd name="T51" fmla="*/ 2147483646 h 537"/>
                  <a:gd name="T52" fmla="*/ 2147483646 w 594"/>
                  <a:gd name="T53" fmla="*/ 2147483646 h 537"/>
                  <a:gd name="T54" fmla="*/ 2147483646 w 594"/>
                  <a:gd name="T55" fmla="*/ 2147483646 h 537"/>
                  <a:gd name="T56" fmla="*/ 2147483646 w 594"/>
                  <a:gd name="T57" fmla="*/ 2147483646 h 537"/>
                  <a:gd name="T58" fmla="*/ 2147483646 w 594"/>
                  <a:gd name="T59" fmla="*/ 0 h 537"/>
                  <a:gd name="T60" fmla="*/ 2147483646 w 594"/>
                  <a:gd name="T61" fmla="*/ 2147483646 h 537"/>
                  <a:gd name="T62" fmla="*/ 2147483646 w 594"/>
                  <a:gd name="T63" fmla="*/ 2147483646 h 537"/>
                  <a:gd name="T64" fmla="*/ 2147483646 w 594"/>
                  <a:gd name="T65" fmla="*/ 2147483646 h 537"/>
                  <a:gd name="T66" fmla="*/ 2147483646 w 594"/>
                  <a:gd name="T67" fmla="*/ 2147483646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94"/>
                  <a:gd name="T103" fmla="*/ 0 h 537"/>
                  <a:gd name="T104" fmla="*/ 594 w 594"/>
                  <a:gd name="T105" fmla="*/ 537 h 53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94" h="537">
                    <a:moveTo>
                      <a:pt x="297" y="67"/>
                    </a:moveTo>
                    <a:lnTo>
                      <a:pt x="297" y="67"/>
                    </a:lnTo>
                    <a:cubicBezTo>
                      <a:pt x="371" y="67"/>
                      <a:pt x="444" y="82"/>
                      <a:pt x="511" y="110"/>
                    </a:cubicBezTo>
                    <a:lnTo>
                      <a:pt x="478" y="161"/>
                    </a:lnTo>
                    <a:cubicBezTo>
                      <a:pt x="423" y="138"/>
                      <a:pt x="362" y="124"/>
                      <a:pt x="297" y="124"/>
                    </a:cubicBezTo>
                    <a:cubicBezTo>
                      <a:pt x="232" y="124"/>
                      <a:pt x="171" y="138"/>
                      <a:pt x="116" y="161"/>
                    </a:cubicBezTo>
                    <a:lnTo>
                      <a:pt x="84" y="110"/>
                    </a:lnTo>
                    <a:cubicBezTo>
                      <a:pt x="150" y="82"/>
                      <a:pt x="223" y="67"/>
                      <a:pt x="297" y="67"/>
                    </a:cubicBezTo>
                    <a:close/>
                    <a:moveTo>
                      <a:pt x="297" y="442"/>
                    </a:moveTo>
                    <a:lnTo>
                      <a:pt x="297" y="442"/>
                    </a:lnTo>
                    <a:lnTo>
                      <a:pt x="228" y="334"/>
                    </a:lnTo>
                    <a:cubicBezTo>
                      <a:pt x="249" y="327"/>
                      <a:pt x="273" y="323"/>
                      <a:pt x="297" y="323"/>
                    </a:cubicBezTo>
                    <a:cubicBezTo>
                      <a:pt x="322" y="323"/>
                      <a:pt x="345" y="327"/>
                      <a:pt x="367" y="334"/>
                    </a:cubicBezTo>
                    <a:lnTo>
                      <a:pt x="297" y="442"/>
                    </a:lnTo>
                    <a:close/>
                    <a:moveTo>
                      <a:pt x="153" y="218"/>
                    </a:moveTo>
                    <a:lnTo>
                      <a:pt x="153" y="218"/>
                    </a:lnTo>
                    <a:cubicBezTo>
                      <a:pt x="197" y="201"/>
                      <a:pt x="246" y="191"/>
                      <a:pt x="297" y="191"/>
                    </a:cubicBezTo>
                    <a:cubicBezTo>
                      <a:pt x="349" y="191"/>
                      <a:pt x="397" y="201"/>
                      <a:pt x="441" y="218"/>
                    </a:cubicBezTo>
                    <a:lnTo>
                      <a:pt x="404" y="277"/>
                    </a:lnTo>
                    <a:cubicBezTo>
                      <a:pt x="371" y="264"/>
                      <a:pt x="335" y="257"/>
                      <a:pt x="297" y="257"/>
                    </a:cubicBezTo>
                    <a:cubicBezTo>
                      <a:pt x="259" y="257"/>
                      <a:pt x="223" y="264"/>
                      <a:pt x="191" y="277"/>
                    </a:cubicBezTo>
                    <a:lnTo>
                      <a:pt x="153" y="218"/>
                    </a:lnTo>
                    <a:close/>
                    <a:moveTo>
                      <a:pt x="269" y="522"/>
                    </a:moveTo>
                    <a:lnTo>
                      <a:pt x="269" y="522"/>
                    </a:lnTo>
                    <a:cubicBezTo>
                      <a:pt x="275" y="531"/>
                      <a:pt x="286" y="537"/>
                      <a:pt x="297" y="537"/>
                    </a:cubicBezTo>
                    <a:cubicBezTo>
                      <a:pt x="308" y="537"/>
                      <a:pt x="319" y="531"/>
                      <a:pt x="325" y="522"/>
                    </a:cubicBezTo>
                    <a:lnTo>
                      <a:pt x="587" y="115"/>
                    </a:lnTo>
                    <a:cubicBezTo>
                      <a:pt x="592" y="107"/>
                      <a:pt x="594" y="97"/>
                      <a:pt x="592" y="88"/>
                    </a:cubicBezTo>
                    <a:cubicBezTo>
                      <a:pt x="589" y="79"/>
                      <a:pt x="583" y="71"/>
                      <a:pt x="575" y="67"/>
                    </a:cubicBezTo>
                    <a:cubicBezTo>
                      <a:pt x="490" y="23"/>
                      <a:pt x="394" y="0"/>
                      <a:pt x="297" y="0"/>
                    </a:cubicBezTo>
                    <a:cubicBezTo>
                      <a:pt x="200" y="0"/>
                      <a:pt x="104" y="23"/>
                      <a:pt x="20" y="67"/>
                    </a:cubicBezTo>
                    <a:cubicBezTo>
                      <a:pt x="11" y="71"/>
                      <a:pt x="5" y="79"/>
                      <a:pt x="3" y="88"/>
                    </a:cubicBezTo>
                    <a:cubicBezTo>
                      <a:pt x="0" y="97"/>
                      <a:pt x="2" y="107"/>
                      <a:pt x="7" y="115"/>
                    </a:cubicBezTo>
                    <a:lnTo>
                      <a:pt x="269" y="522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Arial" panose="020B0604020202090204"/>
                </a:endParaRPr>
              </a:p>
            </p:txBody>
          </p:sp>
        </p:grpSp>
        <p:pic>
          <p:nvPicPr>
            <p:cNvPr id="359" name="图片 358"/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0" b="89256" l="1493" r="100000">
                          <a14:foregroundMark x1="27612" y1="19835" x2="27612" y2="19835"/>
                          <a14:foregroundMark x1="29104" y1="12810" x2="29104" y2="12810"/>
                          <a14:foregroundMark x1="73134" y1="19421" x2="73134" y2="19421"/>
                          <a14:foregroundMark x1="73881" y1="14050" x2="73881" y2="14050"/>
                          <a14:foregroundMark x1="34701" y1="47107" x2="34701" y2="47107"/>
                          <a14:foregroundMark x1="50746" y1="55372" x2="50746" y2="55372"/>
                          <a14:foregroundMark x1="68284" y1="50000" x2="68284" y2="500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566580" y="4415082"/>
              <a:ext cx="352684" cy="142645"/>
            </a:xfrm>
            <a:prstGeom prst="rect">
              <a:avLst/>
            </a:prstGeom>
            <a:ln>
              <a:noFill/>
            </a:ln>
          </p:spPr>
        </p:pic>
        <p:sp>
          <p:nvSpPr>
            <p:cNvPr id="360" name="矩形 359"/>
            <p:cNvSpPr/>
            <p:nvPr/>
          </p:nvSpPr>
          <p:spPr>
            <a:xfrm>
              <a:off x="1480998" y="4659855"/>
              <a:ext cx="655175" cy="1574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3119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rPr>
                <a:t>移动接入</a:t>
              </a: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cxnSp>
          <p:nvCxnSpPr>
            <p:cNvPr id="361" name="直接连接符 7"/>
            <p:cNvCxnSpPr>
              <a:endCxn id="359" idx="0"/>
            </p:cNvCxnSpPr>
            <p:nvPr/>
          </p:nvCxnSpPr>
          <p:spPr>
            <a:xfrm flipH="1">
              <a:off x="1742922" y="4252785"/>
              <a:ext cx="771087" cy="162297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cxnSp>
          <p:nvCxnSpPr>
            <p:cNvPr id="362" name="直接连接符 7"/>
            <p:cNvCxnSpPr>
              <a:endCxn id="349" idx="1"/>
            </p:cNvCxnSpPr>
            <p:nvPr/>
          </p:nvCxnSpPr>
          <p:spPr>
            <a:xfrm flipH="1">
              <a:off x="2079066" y="4257501"/>
              <a:ext cx="434943" cy="314770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cxnSp>
          <p:nvCxnSpPr>
            <p:cNvPr id="363" name="直接连接符 7"/>
            <p:cNvCxnSpPr/>
            <p:nvPr/>
          </p:nvCxnSpPr>
          <p:spPr>
            <a:xfrm flipH="1" flipV="1">
              <a:off x="1844755" y="3986432"/>
              <a:ext cx="699549" cy="263583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cxnSp>
          <p:nvCxnSpPr>
            <p:cNvPr id="364" name="直接连接符 7"/>
            <p:cNvCxnSpPr>
              <a:endCxn id="350" idx="3"/>
            </p:cNvCxnSpPr>
            <p:nvPr/>
          </p:nvCxnSpPr>
          <p:spPr>
            <a:xfrm flipH="1" flipV="1">
              <a:off x="1480709" y="4179408"/>
              <a:ext cx="1033300" cy="71555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</p:grpSp>
      <p:cxnSp>
        <p:nvCxnSpPr>
          <p:cNvPr id="365" name="直接连接符 208"/>
          <p:cNvCxnSpPr>
            <a:stCxn id="389" idx="2"/>
          </p:cNvCxnSpPr>
          <p:nvPr/>
        </p:nvCxnSpPr>
        <p:spPr>
          <a:xfrm flipH="1">
            <a:off x="2040255" y="5250815"/>
            <a:ext cx="655320" cy="9525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dash"/>
            <a:miter lim="800000"/>
          </a:ln>
          <a:effectLst/>
        </p:spPr>
      </p:cxnSp>
      <p:grpSp>
        <p:nvGrpSpPr>
          <p:cNvPr id="366" name="组合 365"/>
          <p:cNvGrpSpPr>
            <a:grpSpLocks noChangeAspect="1"/>
          </p:cNvGrpSpPr>
          <p:nvPr/>
        </p:nvGrpSpPr>
        <p:grpSpPr>
          <a:xfrm rot="0">
            <a:off x="1906270" y="4088765"/>
            <a:ext cx="240665" cy="255905"/>
            <a:chOff x="5811837" y="914400"/>
            <a:chExt cx="536574" cy="420688"/>
          </a:xfrm>
          <a:solidFill>
            <a:srgbClr val="842423"/>
          </a:solidFill>
        </p:grpSpPr>
        <p:sp>
          <p:nvSpPr>
            <p:cNvPr id="367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solidFill>
                <a:srgbClr val="84242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68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solidFill>
                <a:srgbClr val="84242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69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solidFill>
                <a:srgbClr val="84242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0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solidFill>
                <a:srgbClr val="84242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1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sp>
        <p:nvSpPr>
          <p:cNvPr id="372" name="文本框 371"/>
          <p:cNvSpPr txBox="1"/>
          <p:nvPr/>
        </p:nvSpPr>
        <p:spPr>
          <a:xfrm>
            <a:off x="1696720" y="4301490"/>
            <a:ext cx="673735" cy="245110"/>
          </a:xfrm>
          <a:prstGeom prst="rect">
            <a:avLst/>
          </a:prstGeom>
          <a:noFill/>
          <a:ln w="3175" cap="flat" cmpd="sng" algn="ctr">
            <a:noFill/>
            <a:prstDash val="sysDot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CPE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73" name="文本框 372"/>
          <p:cNvSpPr txBox="1"/>
          <p:nvPr/>
        </p:nvSpPr>
        <p:spPr>
          <a:xfrm>
            <a:off x="6226175" y="4635500"/>
            <a:ext cx="574040" cy="245110"/>
          </a:xfrm>
          <a:prstGeom prst="rect">
            <a:avLst/>
          </a:prstGeom>
          <a:noFill/>
          <a:ln w="3175" cap="flat" cmpd="sng" algn="ctr">
            <a:noFill/>
            <a:prstDash val="sysDot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网关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374" name="组合 373"/>
          <p:cNvGrpSpPr>
            <a:grpSpLocks noChangeAspect="1"/>
          </p:cNvGrpSpPr>
          <p:nvPr/>
        </p:nvGrpSpPr>
        <p:grpSpPr>
          <a:xfrm rot="0">
            <a:off x="5607050" y="4424045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375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6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7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8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9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grpSp>
        <p:nvGrpSpPr>
          <p:cNvPr id="380" name="组合 379"/>
          <p:cNvGrpSpPr>
            <a:grpSpLocks noChangeAspect="1"/>
          </p:cNvGrpSpPr>
          <p:nvPr/>
        </p:nvGrpSpPr>
        <p:grpSpPr>
          <a:xfrm rot="0">
            <a:off x="5554980" y="3813175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381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82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83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84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85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cxnSp>
        <p:nvCxnSpPr>
          <p:cNvPr id="386" name="直接连接符 50"/>
          <p:cNvCxnSpPr/>
          <p:nvPr/>
        </p:nvCxnSpPr>
        <p:spPr>
          <a:xfrm flipH="1" flipV="1">
            <a:off x="5782945" y="3968750"/>
            <a:ext cx="511810" cy="86360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cxnSp>
        <p:nvCxnSpPr>
          <p:cNvPr id="387" name="直接连接符 50"/>
          <p:cNvCxnSpPr/>
          <p:nvPr/>
        </p:nvCxnSpPr>
        <p:spPr>
          <a:xfrm flipH="1">
            <a:off x="5727700" y="4531360"/>
            <a:ext cx="567055" cy="73025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sp>
        <p:nvSpPr>
          <p:cNvPr id="388" name="Freeform 6"/>
          <p:cNvSpPr/>
          <p:nvPr/>
        </p:nvSpPr>
        <p:spPr bwMode="auto">
          <a:xfrm>
            <a:off x="2780030" y="3467735"/>
            <a:ext cx="517525" cy="228600"/>
          </a:xfrm>
          <a:custGeom>
            <a:avLst/>
            <a:gdLst>
              <a:gd name="T0" fmla="*/ 637 w 754"/>
              <a:gd name="T1" fmla="*/ 407 h 415"/>
              <a:gd name="T2" fmla="*/ 92 w 754"/>
              <a:gd name="T3" fmla="*/ 403 h 415"/>
              <a:gd name="T4" fmla="*/ 15 w 754"/>
              <a:gd name="T5" fmla="*/ 290 h 415"/>
              <a:gd name="T6" fmla="*/ 139 w 754"/>
              <a:gd name="T7" fmla="*/ 204 h 415"/>
              <a:gd name="T8" fmla="*/ 287 w 754"/>
              <a:gd name="T9" fmla="*/ 26 h 415"/>
              <a:gd name="T10" fmla="*/ 504 w 754"/>
              <a:gd name="T11" fmla="*/ 122 h 415"/>
              <a:gd name="T12" fmla="*/ 650 w 754"/>
              <a:gd name="T13" fmla="*/ 119 h 415"/>
              <a:gd name="T14" fmla="*/ 678 w 754"/>
              <a:gd name="T15" fmla="*/ 244 h 415"/>
              <a:gd name="T16" fmla="*/ 742 w 754"/>
              <a:gd name="T17" fmla="*/ 336 h 415"/>
              <a:gd name="T18" fmla="*/ 637 w 754"/>
              <a:gd name="T19" fmla="*/ 407 h 415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8992 w 10000"/>
              <a:gd name="connsiteY7" fmla="*/ 5880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-1" fmla="*/ 8448 w 10000"/>
              <a:gd name="connsiteY0-2" fmla="*/ 9807 h 10000"/>
              <a:gd name="connsiteX1-3" fmla="*/ 1220 w 10000"/>
              <a:gd name="connsiteY1-4" fmla="*/ 9711 h 10000"/>
              <a:gd name="connsiteX2-5" fmla="*/ 199 w 10000"/>
              <a:gd name="connsiteY2-6" fmla="*/ 6988 h 10000"/>
              <a:gd name="connsiteX3-7" fmla="*/ 1470 w 10000"/>
              <a:gd name="connsiteY3-8" fmla="*/ 4211 h 10000"/>
              <a:gd name="connsiteX4-9" fmla="*/ 3806 w 10000"/>
              <a:gd name="connsiteY4-10" fmla="*/ 627 h 10000"/>
              <a:gd name="connsiteX5-11" fmla="*/ 6684 w 10000"/>
              <a:gd name="connsiteY5-12" fmla="*/ 2940 h 10000"/>
              <a:gd name="connsiteX6-13" fmla="*/ 8621 w 10000"/>
              <a:gd name="connsiteY6-14" fmla="*/ 2867 h 10000"/>
              <a:gd name="connsiteX7-15" fmla="*/ 9353 w 10000"/>
              <a:gd name="connsiteY7-16" fmla="*/ 5815 h 10000"/>
              <a:gd name="connsiteX8-17" fmla="*/ 9841 w 10000"/>
              <a:gd name="connsiteY8-18" fmla="*/ 8096 h 10000"/>
              <a:gd name="connsiteX9-19" fmla="*/ 8448 w 10000"/>
              <a:gd name="connsiteY9-20" fmla="*/ 9807 h 10000"/>
              <a:gd name="connsiteX0-21" fmla="*/ 8448 w 10000"/>
              <a:gd name="connsiteY0-22" fmla="*/ 9807 h 10000"/>
              <a:gd name="connsiteX1-23" fmla="*/ 1220 w 10000"/>
              <a:gd name="connsiteY1-24" fmla="*/ 9711 h 10000"/>
              <a:gd name="connsiteX2-25" fmla="*/ 199 w 10000"/>
              <a:gd name="connsiteY2-26" fmla="*/ 6988 h 10000"/>
              <a:gd name="connsiteX3-27" fmla="*/ 1638 w 10000"/>
              <a:gd name="connsiteY3-28" fmla="*/ 4336 h 10000"/>
              <a:gd name="connsiteX4-29" fmla="*/ 3806 w 10000"/>
              <a:gd name="connsiteY4-30" fmla="*/ 627 h 10000"/>
              <a:gd name="connsiteX5-31" fmla="*/ 6684 w 10000"/>
              <a:gd name="connsiteY5-32" fmla="*/ 2940 h 10000"/>
              <a:gd name="connsiteX6-33" fmla="*/ 8621 w 10000"/>
              <a:gd name="connsiteY6-34" fmla="*/ 2867 h 10000"/>
              <a:gd name="connsiteX7-35" fmla="*/ 9353 w 10000"/>
              <a:gd name="connsiteY7-36" fmla="*/ 5815 h 10000"/>
              <a:gd name="connsiteX8-37" fmla="*/ 9841 w 10000"/>
              <a:gd name="connsiteY8-38" fmla="*/ 8096 h 10000"/>
              <a:gd name="connsiteX9-39" fmla="*/ 8448 w 10000"/>
              <a:gd name="connsiteY9-40" fmla="*/ 9807 h 10000"/>
              <a:gd name="connsiteX0-41" fmla="*/ 8448 w 10000"/>
              <a:gd name="connsiteY0-42" fmla="*/ 9807 h 10000"/>
              <a:gd name="connsiteX1-43" fmla="*/ 1220 w 10000"/>
              <a:gd name="connsiteY1-44" fmla="*/ 9711 h 10000"/>
              <a:gd name="connsiteX2-45" fmla="*/ 199 w 10000"/>
              <a:gd name="connsiteY2-46" fmla="*/ 6988 h 10000"/>
              <a:gd name="connsiteX3-47" fmla="*/ 1638 w 10000"/>
              <a:gd name="connsiteY3-48" fmla="*/ 4336 h 10000"/>
              <a:gd name="connsiteX4-49" fmla="*/ 3806 w 10000"/>
              <a:gd name="connsiteY4-50" fmla="*/ 627 h 10000"/>
              <a:gd name="connsiteX5-51" fmla="*/ 6684 w 10000"/>
              <a:gd name="connsiteY5-52" fmla="*/ 2940 h 10000"/>
              <a:gd name="connsiteX6-53" fmla="*/ 8621 w 10000"/>
              <a:gd name="connsiteY6-54" fmla="*/ 2867 h 10000"/>
              <a:gd name="connsiteX7-55" fmla="*/ 9054 w 10000"/>
              <a:gd name="connsiteY7-56" fmla="*/ 5692 h 10000"/>
              <a:gd name="connsiteX8-57" fmla="*/ 9841 w 10000"/>
              <a:gd name="connsiteY8-58" fmla="*/ 8096 h 10000"/>
              <a:gd name="connsiteX9-59" fmla="*/ 8448 w 10000"/>
              <a:gd name="connsiteY9-60" fmla="*/ 980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10000">
                <a:moveTo>
                  <a:pt x="8448" y="9807"/>
                </a:moveTo>
                <a:lnTo>
                  <a:pt x="1220" y="9711"/>
                </a:lnTo>
                <a:cubicBezTo>
                  <a:pt x="1220" y="9711"/>
                  <a:pt x="0" y="9253"/>
                  <a:pt x="199" y="6988"/>
                </a:cubicBezTo>
                <a:cubicBezTo>
                  <a:pt x="424" y="4530"/>
                  <a:pt x="1638" y="4336"/>
                  <a:pt x="1638" y="4336"/>
                </a:cubicBezTo>
                <a:cubicBezTo>
                  <a:pt x="1638" y="4336"/>
                  <a:pt x="1711" y="1277"/>
                  <a:pt x="3806" y="627"/>
                </a:cubicBezTo>
                <a:cubicBezTo>
                  <a:pt x="5849" y="0"/>
                  <a:pt x="6684" y="2940"/>
                  <a:pt x="6684" y="2940"/>
                </a:cubicBezTo>
                <a:cubicBezTo>
                  <a:pt x="6684" y="2940"/>
                  <a:pt x="7732" y="1542"/>
                  <a:pt x="8621" y="2867"/>
                </a:cubicBezTo>
                <a:cubicBezTo>
                  <a:pt x="9363" y="3952"/>
                  <a:pt x="9054" y="5692"/>
                  <a:pt x="9054" y="5692"/>
                </a:cubicBezTo>
                <a:cubicBezTo>
                  <a:pt x="9054" y="5692"/>
                  <a:pt x="10000" y="6361"/>
                  <a:pt x="9841" y="8096"/>
                </a:cubicBezTo>
                <a:cubicBezTo>
                  <a:pt x="9668" y="10000"/>
                  <a:pt x="8448" y="9807"/>
                  <a:pt x="8448" y="9807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842423"/>
            </a:solidFill>
            <a:round/>
          </a:ln>
        </p:spPr>
        <p:txBody>
          <a:bodyPr lIns="99481" tIns="49742" rIns="99481" bIns="49742" anchor="ctr"/>
          <a:lstStyle/>
          <a:p>
            <a:pPr marL="0" marR="0" lvl="0" indent="0" algn="ctr" defTabSz="1210945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00" b="1" kern="0" dirty="0" err="1">
                <a:solidFill>
                  <a:srgbClr val="842423"/>
                </a:solidFill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vBRAS</a:t>
            </a:r>
            <a:endParaRPr kumimoji="0" lang="en-US" altLang="zh-CN" sz="700" b="1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89" name="Freeform 6"/>
          <p:cNvSpPr/>
          <p:nvPr/>
        </p:nvSpPr>
        <p:spPr bwMode="auto">
          <a:xfrm>
            <a:off x="2685415" y="5051425"/>
            <a:ext cx="499745" cy="285115"/>
          </a:xfrm>
          <a:custGeom>
            <a:avLst/>
            <a:gdLst>
              <a:gd name="T0" fmla="*/ 637 w 754"/>
              <a:gd name="T1" fmla="*/ 407 h 415"/>
              <a:gd name="T2" fmla="*/ 92 w 754"/>
              <a:gd name="T3" fmla="*/ 403 h 415"/>
              <a:gd name="T4" fmla="*/ 15 w 754"/>
              <a:gd name="T5" fmla="*/ 290 h 415"/>
              <a:gd name="T6" fmla="*/ 139 w 754"/>
              <a:gd name="T7" fmla="*/ 204 h 415"/>
              <a:gd name="T8" fmla="*/ 287 w 754"/>
              <a:gd name="T9" fmla="*/ 26 h 415"/>
              <a:gd name="T10" fmla="*/ 504 w 754"/>
              <a:gd name="T11" fmla="*/ 122 h 415"/>
              <a:gd name="T12" fmla="*/ 650 w 754"/>
              <a:gd name="T13" fmla="*/ 119 h 415"/>
              <a:gd name="T14" fmla="*/ 678 w 754"/>
              <a:gd name="T15" fmla="*/ 244 h 415"/>
              <a:gd name="T16" fmla="*/ 742 w 754"/>
              <a:gd name="T17" fmla="*/ 336 h 415"/>
              <a:gd name="T18" fmla="*/ 637 w 754"/>
              <a:gd name="T19" fmla="*/ 407 h 415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8992 w 10000"/>
              <a:gd name="connsiteY7" fmla="*/ 5880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-1" fmla="*/ 8448 w 10000"/>
              <a:gd name="connsiteY0-2" fmla="*/ 9807 h 10000"/>
              <a:gd name="connsiteX1-3" fmla="*/ 1220 w 10000"/>
              <a:gd name="connsiteY1-4" fmla="*/ 9711 h 10000"/>
              <a:gd name="connsiteX2-5" fmla="*/ 199 w 10000"/>
              <a:gd name="connsiteY2-6" fmla="*/ 6988 h 10000"/>
              <a:gd name="connsiteX3-7" fmla="*/ 1470 w 10000"/>
              <a:gd name="connsiteY3-8" fmla="*/ 4211 h 10000"/>
              <a:gd name="connsiteX4-9" fmla="*/ 3806 w 10000"/>
              <a:gd name="connsiteY4-10" fmla="*/ 627 h 10000"/>
              <a:gd name="connsiteX5-11" fmla="*/ 6684 w 10000"/>
              <a:gd name="connsiteY5-12" fmla="*/ 2940 h 10000"/>
              <a:gd name="connsiteX6-13" fmla="*/ 8621 w 10000"/>
              <a:gd name="connsiteY6-14" fmla="*/ 2867 h 10000"/>
              <a:gd name="connsiteX7-15" fmla="*/ 9353 w 10000"/>
              <a:gd name="connsiteY7-16" fmla="*/ 5815 h 10000"/>
              <a:gd name="connsiteX8-17" fmla="*/ 9841 w 10000"/>
              <a:gd name="connsiteY8-18" fmla="*/ 8096 h 10000"/>
              <a:gd name="connsiteX9-19" fmla="*/ 8448 w 10000"/>
              <a:gd name="connsiteY9-20" fmla="*/ 9807 h 10000"/>
              <a:gd name="connsiteX0-21" fmla="*/ 8448 w 10000"/>
              <a:gd name="connsiteY0-22" fmla="*/ 9807 h 10000"/>
              <a:gd name="connsiteX1-23" fmla="*/ 1220 w 10000"/>
              <a:gd name="connsiteY1-24" fmla="*/ 9711 h 10000"/>
              <a:gd name="connsiteX2-25" fmla="*/ 199 w 10000"/>
              <a:gd name="connsiteY2-26" fmla="*/ 6988 h 10000"/>
              <a:gd name="connsiteX3-27" fmla="*/ 1638 w 10000"/>
              <a:gd name="connsiteY3-28" fmla="*/ 4336 h 10000"/>
              <a:gd name="connsiteX4-29" fmla="*/ 3806 w 10000"/>
              <a:gd name="connsiteY4-30" fmla="*/ 627 h 10000"/>
              <a:gd name="connsiteX5-31" fmla="*/ 6684 w 10000"/>
              <a:gd name="connsiteY5-32" fmla="*/ 2940 h 10000"/>
              <a:gd name="connsiteX6-33" fmla="*/ 8621 w 10000"/>
              <a:gd name="connsiteY6-34" fmla="*/ 2867 h 10000"/>
              <a:gd name="connsiteX7-35" fmla="*/ 9353 w 10000"/>
              <a:gd name="connsiteY7-36" fmla="*/ 5815 h 10000"/>
              <a:gd name="connsiteX8-37" fmla="*/ 9841 w 10000"/>
              <a:gd name="connsiteY8-38" fmla="*/ 8096 h 10000"/>
              <a:gd name="connsiteX9-39" fmla="*/ 8448 w 10000"/>
              <a:gd name="connsiteY9-40" fmla="*/ 9807 h 10000"/>
              <a:gd name="connsiteX0-41" fmla="*/ 8448 w 10000"/>
              <a:gd name="connsiteY0-42" fmla="*/ 9807 h 10000"/>
              <a:gd name="connsiteX1-43" fmla="*/ 1220 w 10000"/>
              <a:gd name="connsiteY1-44" fmla="*/ 9711 h 10000"/>
              <a:gd name="connsiteX2-45" fmla="*/ 199 w 10000"/>
              <a:gd name="connsiteY2-46" fmla="*/ 6988 h 10000"/>
              <a:gd name="connsiteX3-47" fmla="*/ 1638 w 10000"/>
              <a:gd name="connsiteY3-48" fmla="*/ 4336 h 10000"/>
              <a:gd name="connsiteX4-49" fmla="*/ 3806 w 10000"/>
              <a:gd name="connsiteY4-50" fmla="*/ 627 h 10000"/>
              <a:gd name="connsiteX5-51" fmla="*/ 6684 w 10000"/>
              <a:gd name="connsiteY5-52" fmla="*/ 2940 h 10000"/>
              <a:gd name="connsiteX6-53" fmla="*/ 8621 w 10000"/>
              <a:gd name="connsiteY6-54" fmla="*/ 2867 h 10000"/>
              <a:gd name="connsiteX7-55" fmla="*/ 9054 w 10000"/>
              <a:gd name="connsiteY7-56" fmla="*/ 5692 h 10000"/>
              <a:gd name="connsiteX8-57" fmla="*/ 9841 w 10000"/>
              <a:gd name="connsiteY8-58" fmla="*/ 8096 h 10000"/>
              <a:gd name="connsiteX9-59" fmla="*/ 8448 w 10000"/>
              <a:gd name="connsiteY9-60" fmla="*/ 980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0000" h="10000">
                <a:moveTo>
                  <a:pt x="8448" y="9807"/>
                </a:moveTo>
                <a:lnTo>
                  <a:pt x="1220" y="9711"/>
                </a:lnTo>
                <a:cubicBezTo>
                  <a:pt x="1220" y="9711"/>
                  <a:pt x="0" y="9253"/>
                  <a:pt x="199" y="6988"/>
                </a:cubicBezTo>
                <a:cubicBezTo>
                  <a:pt x="424" y="4530"/>
                  <a:pt x="1638" y="4336"/>
                  <a:pt x="1638" y="4336"/>
                </a:cubicBezTo>
                <a:cubicBezTo>
                  <a:pt x="1638" y="4336"/>
                  <a:pt x="1711" y="1277"/>
                  <a:pt x="3806" y="627"/>
                </a:cubicBezTo>
                <a:cubicBezTo>
                  <a:pt x="5849" y="0"/>
                  <a:pt x="6684" y="2940"/>
                  <a:pt x="6684" y="2940"/>
                </a:cubicBezTo>
                <a:cubicBezTo>
                  <a:pt x="6684" y="2940"/>
                  <a:pt x="7732" y="1542"/>
                  <a:pt x="8621" y="2867"/>
                </a:cubicBezTo>
                <a:cubicBezTo>
                  <a:pt x="9363" y="3952"/>
                  <a:pt x="9054" y="5692"/>
                  <a:pt x="9054" y="5692"/>
                </a:cubicBezTo>
                <a:cubicBezTo>
                  <a:pt x="9054" y="5692"/>
                  <a:pt x="10000" y="6361"/>
                  <a:pt x="9841" y="8096"/>
                </a:cubicBezTo>
                <a:cubicBezTo>
                  <a:pt x="9668" y="10000"/>
                  <a:pt x="8448" y="9807"/>
                  <a:pt x="8448" y="9807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842423"/>
            </a:solidFill>
            <a:round/>
          </a:ln>
        </p:spPr>
        <p:txBody>
          <a:bodyPr lIns="99481" tIns="49742" rIns="99481" bIns="49742" anchor="ctr"/>
          <a:lstStyle/>
          <a:p>
            <a:pPr marL="0" marR="0" lvl="0" indent="0" algn="ctr" defTabSz="1210945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核心网</a:t>
            </a:r>
            <a:endParaRPr kumimoji="0" lang="en-US" altLang="zh-CN" sz="700" b="1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2934970" y="4176395"/>
            <a:ext cx="2849880" cy="184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>
            <a:defPPr>
              <a:defRPr lang="en-US"/>
            </a:defPPr>
            <a:lvl1pPr marL="0" marR="0" lvl="0" indent="0" algn="ctr" defTabSz="913765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kern="0">
                <a:solidFill>
                  <a:srgbClr val="000000"/>
                </a:solidFill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376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互联网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政企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专网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391" name="组合 390"/>
          <p:cNvGrpSpPr>
            <a:grpSpLocks noChangeAspect="1"/>
          </p:cNvGrpSpPr>
          <p:nvPr/>
        </p:nvGrpSpPr>
        <p:grpSpPr>
          <a:xfrm rot="0">
            <a:off x="6275070" y="3193415"/>
            <a:ext cx="240665" cy="255905"/>
            <a:chOff x="5811837" y="914400"/>
            <a:chExt cx="536574" cy="42068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392" name="Freeform 69"/>
            <p:cNvSpPr/>
            <p:nvPr/>
          </p:nvSpPr>
          <p:spPr bwMode="auto">
            <a:xfrm>
              <a:off x="6003925" y="1077913"/>
              <a:ext cx="152400" cy="87313"/>
            </a:xfrm>
            <a:custGeom>
              <a:avLst/>
              <a:gdLst>
                <a:gd name="T0" fmla="*/ 308 w 351"/>
                <a:gd name="T1" fmla="*/ 73 h 202"/>
                <a:gd name="T2" fmla="*/ 308 w 351"/>
                <a:gd name="T3" fmla="*/ 73 h 202"/>
                <a:gd name="T4" fmla="*/ 202 w 351"/>
                <a:gd name="T5" fmla="*/ 131 h 202"/>
                <a:gd name="T6" fmla="*/ 202 w 351"/>
                <a:gd name="T7" fmla="*/ 53 h 202"/>
                <a:gd name="T8" fmla="*/ 258 w 351"/>
                <a:gd name="T9" fmla="*/ 53 h 202"/>
                <a:gd name="T10" fmla="*/ 258 w 351"/>
                <a:gd name="T11" fmla="*/ 0 h 202"/>
                <a:gd name="T12" fmla="*/ 176 w 351"/>
                <a:gd name="T13" fmla="*/ 0 h 202"/>
                <a:gd name="T14" fmla="*/ 149 w 351"/>
                <a:gd name="T15" fmla="*/ 26 h 202"/>
                <a:gd name="T16" fmla="*/ 149 w 351"/>
                <a:gd name="T17" fmla="*/ 131 h 202"/>
                <a:gd name="T18" fmla="*/ 44 w 351"/>
                <a:gd name="T19" fmla="*/ 73 h 202"/>
                <a:gd name="T20" fmla="*/ 7 w 351"/>
                <a:gd name="T21" fmla="*/ 84 h 202"/>
                <a:gd name="T22" fmla="*/ 18 w 351"/>
                <a:gd name="T23" fmla="*/ 120 h 202"/>
                <a:gd name="T24" fmla="*/ 163 w 351"/>
                <a:gd name="T25" fmla="*/ 199 h 202"/>
                <a:gd name="T26" fmla="*/ 164 w 351"/>
                <a:gd name="T27" fmla="*/ 199 h 202"/>
                <a:gd name="T28" fmla="*/ 168 w 351"/>
                <a:gd name="T29" fmla="*/ 201 h 202"/>
                <a:gd name="T30" fmla="*/ 169 w 351"/>
                <a:gd name="T31" fmla="*/ 201 h 202"/>
                <a:gd name="T32" fmla="*/ 170 w 351"/>
                <a:gd name="T33" fmla="*/ 201 h 202"/>
                <a:gd name="T34" fmla="*/ 176 w 351"/>
                <a:gd name="T35" fmla="*/ 202 h 202"/>
                <a:gd name="T36" fmla="*/ 176 w 351"/>
                <a:gd name="T37" fmla="*/ 202 h 202"/>
                <a:gd name="T38" fmla="*/ 176 w 351"/>
                <a:gd name="T39" fmla="*/ 202 h 202"/>
                <a:gd name="T40" fmla="*/ 176 w 351"/>
                <a:gd name="T41" fmla="*/ 202 h 202"/>
                <a:gd name="T42" fmla="*/ 182 w 351"/>
                <a:gd name="T43" fmla="*/ 201 h 202"/>
                <a:gd name="T44" fmla="*/ 182 w 351"/>
                <a:gd name="T45" fmla="*/ 201 h 202"/>
                <a:gd name="T46" fmla="*/ 184 w 351"/>
                <a:gd name="T47" fmla="*/ 201 h 202"/>
                <a:gd name="T48" fmla="*/ 188 w 351"/>
                <a:gd name="T49" fmla="*/ 199 h 202"/>
                <a:gd name="T50" fmla="*/ 188 w 351"/>
                <a:gd name="T51" fmla="*/ 199 h 202"/>
                <a:gd name="T52" fmla="*/ 333 w 351"/>
                <a:gd name="T53" fmla="*/ 120 h 202"/>
                <a:gd name="T54" fmla="*/ 344 w 351"/>
                <a:gd name="T55" fmla="*/ 84 h 202"/>
                <a:gd name="T56" fmla="*/ 308 w 351"/>
                <a:gd name="T57" fmla="*/ 7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1" h="202">
                  <a:moveTo>
                    <a:pt x="308" y="73"/>
                  </a:moveTo>
                  <a:lnTo>
                    <a:pt x="308" y="73"/>
                  </a:lnTo>
                  <a:lnTo>
                    <a:pt x="202" y="131"/>
                  </a:lnTo>
                  <a:lnTo>
                    <a:pt x="202" y="53"/>
                  </a:lnTo>
                  <a:lnTo>
                    <a:pt x="258" y="53"/>
                  </a:lnTo>
                  <a:lnTo>
                    <a:pt x="258" y="0"/>
                  </a:lnTo>
                  <a:lnTo>
                    <a:pt x="176" y="0"/>
                  </a:lnTo>
                  <a:cubicBezTo>
                    <a:pt x="161" y="0"/>
                    <a:pt x="149" y="12"/>
                    <a:pt x="149" y="26"/>
                  </a:cubicBezTo>
                  <a:lnTo>
                    <a:pt x="149" y="131"/>
                  </a:lnTo>
                  <a:lnTo>
                    <a:pt x="44" y="73"/>
                  </a:lnTo>
                  <a:cubicBezTo>
                    <a:pt x="31" y="66"/>
                    <a:pt x="14" y="71"/>
                    <a:pt x="7" y="84"/>
                  </a:cubicBezTo>
                  <a:cubicBezTo>
                    <a:pt x="0" y="97"/>
                    <a:pt x="5" y="113"/>
                    <a:pt x="18" y="120"/>
                  </a:cubicBezTo>
                  <a:lnTo>
                    <a:pt x="163" y="199"/>
                  </a:lnTo>
                  <a:cubicBezTo>
                    <a:pt x="163" y="199"/>
                    <a:pt x="164" y="199"/>
                    <a:pt x="164" y="199"/>
                  </a:cubicBezTo>
                  <a:cubicBezTo>
                    <a:pt x="165" y="200"/>
                    <a:pt x="166" y="200"/>
                    <a:pt x="168" y="201"/>
                  </a:cubicBezTo>
                  <a:cubicBezTo>
                    <a:pt x="168" y="201"/>
                    <a:pt x="168" y="201"/>
                    <a:pt x="169" y="201"/>
                  </a:cubicBezTo>
                  <a:cubicBezTo>
                    <a:pt x="169" y="201"/>
                    <a:pt x="169" y="201"/>
                    <a:pt x="170" y="201"/>
                  </a:cubicBezTo>
                  <a:cubicBezTo>
                    <a:pt x="172" y="202"/>
                    <a:pt x="174" y="202"/>
                    <a:pt x="176" y="202"/>
                  </a:cubicBezTo>
                  <a:cubicBezTo>
                    <a:pt x="176" y="202"/>
                    <a:pt x="176" y="202"/>
                    <a:pt x="176" y="202"/>
                  </a:cubicBezTo>
                  <a:lnTo>
                    <a:pt x="176" y="202"/>
                  </a:lnTo>
                  <a:lnTo>
                    <a:pt x="176" y="202"/>
                  </a:lnTo>
                  <a:cubicBezTo>
                    <a:pt x="178" y="202"/>
                    <a:pt x="180" y="202"/>
                    <a:pt x="182" y="201"/>
                  </a:cubicBezTo>
                  <a:cubicBezTo>
                    <a:pt x="182" y="201"/>
                    <a:pt x="182" y="201"/>
                    <a:pt x="182" y="201"/>
                  </a:cubicBezTo>
                  <a:cubicBezTo>
                    <a:pt x="183" y="201"/>
                    <a:pt x="183" y="201"/>
                    <a:pt x="184" y="201"/>
                  </a:cubicBezTo>
                  <a:cubicBezTo>
                    <a:pt x="185" y="200"/>
                    <a:pt x="186" y="200"/>
                    <a:pt x="188" y="199"/>
                  </a:cubicBezTo>
                  <a:cubicBezTo>
                    <a:pt x="188" y="199"/>
                    <a:pt x="188" y="199"/>
                    <a:pt x="188" y="199"/>
                  </a:cubicBezTo>
                  <a:lnTo>
                    <a:pt x="333" y="120"/>
                  </a:lnTo>
                  <a:cubicBezTo>
                    <a:pt x="346" y="113"/>
                    <a:pt x="351" y="97"/>
                    <a:pt x="344" y="84"/>
                  </a:cubicBezTo>
                  <a:cubicBezTo>
                    <a:pt x="337" y="71"/>
                    <a:pt x="321" y="66"/>
                    <a:pt x="308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93" name="Freeform 70"/>
            <p:cNvSpPr/>
            <p:nvPr/>
          </p:nvSpPr>
          <p:spPr bwMode="auto">
            <a:xfrm>
              <a:off x="6003925" y="957263"/>
              <a:ext cx="152400" cy="85725"/>
            </a:xfrm>
            <a:custGeom>
              <a:avLst/>
              <a:gdLst>
                <a:gd name="T0" fmla="*/ 30 w 350"/>
                <a:gd name="T1" fmla="*/ 132 h 200"/>
                <a:gd name="T2" fmla="*/ 30 w 350"/>
                <a:gd name="T3" fmla="*/ 132 h 200"/>
                <a:gd name="T4" fmla="*/ 43 w 350"/>
                <a:gd name="T5" fmla="*/ 129 h 200"/>
                <a:gd name="T6" fmla="*/ 148 w 350"/>
                <a:gd name="T7" fmla="*/ 71 h 200"/>
                <a:gd name="T8" fmla="*/ 148 w 350"/>
                <a:gd name="T9" fmla="*/ 146 h 200"/>
                <a:gd name="T10" fmla="*/ 92 w 350"/>
                <a:gd name="T11" fmla="*/ 146 h 200"/>
                <a:gd name="T12" fmla="*/ 92 w 350"/>
                <a:gd name="T13" fmla="*/ 200 h 200"/>
                <a:gd name="T14" fmla="*/ 175 w 350"/>
                <a:gd name="T15" fmla="*/ 200 h 200"/>
                <a:gd name="T16" fmla="*/ 202 w 350"/>
                <a:gd name="T17" fmla="*/ 173 h 200"/>
                <a:gd name="T18" fmla="*/ 202 w 350"/>
                <a:gd name="T19" fmla="*/ 71 h 200"/>
                <a:gd name="T20" fmla="*/ 307 w 350"/>
                <a:gd name="T21" fmla="*/ 129 h 200"/>
                <a:gd name="T22" fmla="*/ 320 w 350"/>
                <a:gd name="T23" fmla="*/ 132 h 200"/>
                <a:gd name="T24" fmla="*/ 343 w 350"/>
                <a:gd name="T25" fmla="*/ 118 h 200"/>
                <a:gd name="T26" fmla="*/ 333 w 350"/>
                <a:gd name="T27" fmla="*/ 82 h 200"/>
                <a:gd name="T28" fmla="*/ 188 w 350"/>
                <a:gd name="T29" fmla="*/ 3 h 200"/>
                <a:gd name="T30" fmla="*/ 187 w 350"/>
                <a:gd name="T31" fmla="*/ 3 h 200"/>
                <a:gd name="T32" fmla="*/ 186 w 350"/>
                <a:gd name="T33" fmla="*/ 2 h 200"/>
                <a:gd name="T34" fmla="*/ 184 w 350"/>
                <a:gd name="T35" fmla="*/ 1 h 200"/>
                <a:gd name="T36" fmla="*/ 183 w 350"/>
                <a:gd name="T37" fmla="*/ 1 h 200"/>
                <a:gd name="T38" fmla="*/ 181 w 350"/>
                <a:gd name="T39" fmla="*/ 0 h 200"/>
                <a:gd name="T40" fmla="*/ 179 w 350"/>
                <a:gd name="T41" fmla="*/ 0 h 200"/>
                <a:gd name="T42" fmla="*/ 177 w 350"/>
                <a:gd name="T43" fmla="*/ 0 h 200"/>
                <a:gd name="T44" fmla="*/ 176 w 350"/>
                <a:gd name="T45" fmla="*/ 0 h 200"/>
                <a:gd name="T46" fmla="*/ 175 w 350"/>
                <a:gd name="T47" fmla="*/ 0 h 200"/>
                <a:gd name="T48" fmla="*/ 174 w 350"/>
                <a:gd name="T49" fmla="*/ 0 h 200"/>
                <a:gd name="T50" fmla="*/ 172 w 350"/>
                <a:gd name="T51" fmla="*/ 0 h 200"/>
                <a:gd name="T52" fmla="*/ 171 w 350"/>
                <a:gd name="T53" fmla="*/ 0 h 200"/>
                <a:gd name="T54" fmla="*/ 168 w 350"/>
                <a:gd name="T55" fmla="*/ 0 h 200"/>
                <a:gd name="T56" fmla="*/ 167 w 350"/>
                <a:gd name="T57" fmla="*/ 1 h 200"/>
                <a:gd name="T58" fmla="*/ 166 w 350"/>
                <a:gd name="T59" fmla="*/ 1 h 200"/>
                <a:gd name="T60" fmla="*/ 164 w 350"/>
                <a:gd name="T61" fmla="*/ 2 h 200"/>
                <a:gd name="T62" fmla="*/ 162 w 350"/>
                <a:gd name="T63" fmla="*/ 3 h 200"/>
                <a:gd name="T64" fmla="*/ 162 w 350"/>
                <a:gd name="T65" fmla="*/ 3 h 200"/>
                <a:gd name="T66" fmla="*/ 17 w 350"/>
                <a:gd name="T67" fmla="*/ 82 h 200"/>
                <a:gd name="T68" fmla="*/ 7 w 350"/>
                <a:gd name="T69" fmla="*/ 118 h 200"/>
                <a:gd name="T70" fmla="*/ 30 w 350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0" h="200">
                  <a:moveTo>
                    <a:pt x="30" y="132"/>
                  </a:moveTo>
                  <a:lnTo>
                    <a:pt x="30" y="132"/>
                  </a:lnTo>
                  <a:cubicBezTo>
                    <a:pt x="34" y="132"/>
                    <a:pt x="39" y="131"/>
                    <a:pt x="43" y="129"/>
                  </a:cubicBezTo>
                  <a:lnTo>
                    <a:pt x="148" y="71"/>
                  </a:lnTo>
                  <a:lnTo>
                    <a:pt x="148" y="146"/>
                  </a:lnTo>
                  <a:lnTo>
                    <a:pt x="92" y="146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1"/>
                  </a:lnTo>
                  <a:lnTo>
                    <a:pt x="307" y="129"/>
                  </a:lnTo>
                  <a:cubicBezTo>
                    <a:pt x="311" y="131"/>
                    <a:pt x="315" y="132"/>
                    <a:pt x="320" y="132"/>
                  </a:cubicBezTo>
                  <a:cubicBezTo>
                    <a:pt x="329" y="132"/>
                    <a:pt x="338" y="127"/>
                    <a:pt x="343" y="118"/>
                  </a:cubicBezTo>
                  <a:cubicBezTo>
                    <a:pt x="350" y="105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7" y="2"/>
                    <a:pt x="186" y="2"/>
                  </a:cubicBezTo>
                  <a:cubicBezTo>
                    <a:pt x="185" y="2"/>
                    <a:pt x="185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1"/>
                    <a:pt x="182" y="1"/>
                    <a:pt x="181" y="0"/>
                  </a:cubicBezTo>
                  <a:cubicBezTo>
                    <a:pt x="181" y="0"/>
                    <a:pt x="180" y="0"/>
                    <a:pt x="179" y="0"/>
                  </a:cubicBezTo>
                  <a:cubicBezTo>
                    <a:pt x="178" y="0"/>
                    <a:pt x="178" y="0"/>
                    <a:pt x="177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5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1" y="0"/>
                    <a:pt x="171" y="0"/>
                  </a:cubicBezTo>
                  <a:cubicBezTo>
                    <a:pt x="170" y="0"/>
                    <a:pt x="169" y="0"/>
                    <a:pt x="168" y="0"/>
                  </a:cubicBezTo>
                  <a:cubicBezTo>
                    <a:pt x="168" y="1"/>
                    <a:pt x="168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cubicBezTo>
                    <a:pt x="165" y="2"/>
                    <a:pt x="164" y="2"/>
                    <a:pt x="164" y="2"/>
                  </a:cubicBezTo>
                  <a:cubicBezTo>
                    <a:pt x="163" y="2"/>
                    <a:pt x="163" y="3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lnTo>
                    <a:pt x="17" y="82"/>
                  </a:lnTo>
                  <a:cubicBezTo>
                    <a:pt x="4" y="89"/>
                    <a:pt x="0" y="105"/>
                    <a:pt x="7" y="118"/>
                  </a:cubicBezTo>
                  <a:cubicBezTo>
                    <a:pt x="11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94" name="Freeform 71"/>
            <p:cNvSpPr/>
            <p:nvPr/>
          </p:nvSpPr>
          <p:spPr bwMode="auto">
            <a:xfrm>
              <a:off x="5899150" y="1014413"/>
              <a:ext cx="139700" cy="92075"/>
            </a:xfrm>
            <a:custGeom>
              <a:avLst/>
              <a:gdLst>
                <a:gd name="T0" fmla="*/ 183 w 324"/>
                <a:gd name="T1" fmla="*/ 167 h 217"/>
                <a:gd name="T2" fmla="*/ 183 w 324"/>
                <a:gd name="T3" fmla="*/ 167 h 217"/>
                <a:gd name="T4" fmla="*/ 129 w 324"/>
                <a:gd name="T5" fmla="*/ 137 h 217"/>
                <a:gd name="T6" fmla="*/ 270 w 324"/>
                <a:gd name="T7" fmla="*/ 137 h 217"/>
                <a:gd name="T8" fmla="*/ 270 w 324"/>
                <a:gd name="T9" fmla="*/ 176 h 217"/>
                <a:gd name="T10" fmla="*/ 324 w 324"/>
                <a:gd name="T11" fmla="*/ 176 h 217"/>
                <a:gd name="T12" fmla="*/ 324 w 324"/>
                <a:gd name="T13" fmla="*/ 110 h 217"/>
                <a:gd name="T14" fmla="*/ 297 w 324"/>
                <a:gd name="T15" fmla="*/ 84 h 217"/>
                <a:gd name="T16" fmla="*/ 129 w 324"/>
                <a:gd name="T17" fmla="*/ 84 h 217"/>
                <a:gd name="T18" fmla="*/ 183 w 324"/>
                <a:gd name="T19" fmla="*/ 54 h 217"/>
                <a:gd name="T20" fmla="*/ 193 w 324"/>
                <a:gd name="T21" fmla="*/ 18 h 217"/>
                <a:gd name="T22" fmla="*/ 157 w 324"/>
                <a:gd name="T23" fmla="*/ 7 h 217"/>
                <a:gd name="T24" fmla="*/ 13 w 324"/>
                <a:gd name="T25" fmla="*/ 87 h 217"/>
                <a:gd name="T26" fmla="*/ 13 w 324"/>
                <a:gd name="T27" fmla="*/ 88 h 217"/>
                <a:gd name="T28" fmla="*/ 11 w 324"/>
                <a:gd name="T29" fmla="*/ 89 h 217"/>
                <a:gd name="T30" fmla="*/ 9 w 324"/>
                <a:gd name="T31" fmla="*/ 90 h 217"/>
                <a:gd name="T32" fmla="*/ 8 w 324"/>
                <a:gd name="T33" fmla="*/ 91 h 217"/>
                <a:gd name="T34" fmla="*/ 7 w 324"/>
                <a:gd name="T35" fmla="*/ 92 h 217"/>
                <a:gd name="T36" fmla="*/ 6 w 324"/>
                <a:gd name="T37" fmla="*/ 93 h 217"/>
                <a:gd name="T38" fmla="*/ 5 w 324"/>
                <a:gd name="T39" fmla="*/ 95 h 217"/>
                <a:gd name="T40" fmla="*/ 4 w 324"/>
                <a:gd name="T41" fmla="*/ 96 h 217"/>
                <a:gd name="T42" fmla="*/ 3 w 324"/>
                <a:gd name="T43" fmla="*/ 97 h 217"/>
                <a:gd name="T44" fmla="*/ 3 w 324"/>
                <a:gd name="T45" fmla="*/ 98 h 217"/>
                <a:gd name="T46" fmla="*/ 2 w 324"/>
                <a:gd name="T47" fmla="*/ 99 h 217"/>
                <a:gd name="T48" fmla="*/ 1 w 324"/>
                <a:gd name="T49" fmla="*/ 101 h 217"/>
                <a:gd name="T50" fmla="*/ 1 w 324"/>
                <a:gd name="T51" fmla="*/ 103 h 217"/>
                <a:gd name="T52" fmla="*/ 1 w 324"/>
                <a:gd name="T53" fmla="*/ 104 h 217"/>
                <a:gd name="T54" fmla="*/ 0 w 324"/>
                <a:gd name="T55" fmla="*/ 106 h 217"/>
                <a:gd name="T56" fmla="*/ 0 w 324"/>
                <a:gd name="T57" fmla="*/ 108 h 217"/>
                <a:gd name="T58" fmla="*/ 0 w 324"/>
                <a:gd name="T59" fmla="*/ 109 h 217"/>
                <a:gd name="T60" fmla="*/ 0 w 324"/>
                <a:gd name="T61" fmla="*/ 110 h 217"/>
                <a:gd name="T62" fmla="*/ 0 w 324"/>
                <a:gd name="T63" fmla="*/ 111 h 217"/>
                <a:gd name="T64" fmla="*/ 0 w 324"/>
                <a:gd name="T65" fmla="*/ 113 h 217"/>
                <a:gd name="T66" fmla="*/ 0 w 324"/>
                <a:gd name="T67" fmla="*/ 115 h 217"/>
                <a:gd name="T68" fmla="*/ 1 w 324"/>
                <a:gd name="T69" fmla="*/ 117 h 217"/>
                <a:gd name="T70" fmla="*/ 1 w 324"/>
                <a:gd name="T71" fmla="*/ 118 h 217"/>
                <a:gd name="T72" fmla="*/ 1 w 324"/>
                <a:gd name="T73" fmla="*/ 119 h 217"/>
                <a:gd name="T74" fmla="*/ 2 w 324"/>
                <a:gd name="T75" fmla="*/ 122 h 217"/>
                <a:gd name="T76" fmla="*/ 3 w 324"/>
                <a:gd name="T77" fmla="*/ 123 h 217"/>
                <a:gd name="T78" fmla="*/ 3 w 324"/>
                <a:gd name="T79" fmla="*/ 123 h 217"/>
                <a:gd name="T80" fmla="*/ 4 w 324"/>
                <a:gd name="T81" fmla="*/ 124 h 217"/>
                <a:gd name="T82" fmla="*/ 5 w 324"/>
                <a:gd name="T83" fmla="*/ 126 h 217"/>
                <a:gd name="T84" fmla="*/ 7 w 324"/>
                <a:gd name="T85" fmla="*/ 128 h 217"/>
                <a:gd name="T86" fmla="*/ 7 w 324"/>
                <a:gd name="T87" fmla="*/ 129 h 217"/>
                <a:gd name="T88" fmla="*/ 8 w 324"/>
                <a:gd name="T89" fmla="*/ 129 h 217"/>
                <a:gd name="T90" fmla="*/ 8 w 324"/>
                <a:gd name="T91" fmla="*/ 130 h 217"/>
                <a:gd name="T92" fmla="*/ 10 w 324"/>
                <a:gd name="T93" fmla="*/ 131 h 217"/>
                <a:gd name="T94" fmla="*/ 12 w 324"/>
                <a:gd name="T95" fmla="*/ 133 h 217"/>
                <a:gd name="T96" fmla="*/ 13 w 324"/>
                <a:gd name="T97" fmla="*/ 134 h 217"/>
                <a:gd name="T98" fmla="*/ 13 w 324"/>
                <a:gd name="T99" fmla="*/ 134 h 217"/>
                <a:gd name="T100" fmla="*/ 157 w 324"/>
                <a:gd name="T101" fmla="*/ 213 h 217"/>
                <a:gd name="T102" fmla="*/ 170 w 324"/>
                <a:gd name="T103" fmla="*/ 217 h 217"/>
                <a:gd name="T104" fmla="*/ 193 w 324"/>
                <a:gd name="T105" fmla="*/ 203 h 217"/>
                <a:gd name="T106" fmla="*/ 183 w 324"/>
                <a:gd name="T107" fmla="*/ 16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183" y="167"/>
                  </a:moveTo>
                  <a:lnTo>
                    <a:pt x="183" y="167"/>
                  </a:lnTo>
                  <a:lnTo>
                    <a:pt x="129" y="137"/>
                  </a:lnTo>
                  <a:lnTo>
                    <a:pt x="270" y="137"/>
                  </a:lnTo>
                  <a:lnTo>
                    <a:pt x="270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6"/>
                    <a:pt x="312" y="84"/>
                    <a:pt x="297" y="84"/>
                  </a:cubicBezTo>
                  <a:lnTo>
                    <a:pt x="129" y="84"/>
                  </a:lnTo>
                  <a:lnTo>
                    <a:pt x="183" y="54"/>
                  </a:lnTo>
                  <a:cubicBezTo>
                    <a:pt x="196" y="47"/>
                    <a:pt x="200" y="30"/>
                    <a:pt x="193" y="18"/>
                  </a:cubicBezTo>
                  <a:cubicBezTo>
                    <a:pt x="186" y="5"/>
                    <a:pt x="170" y="0"/>
                    <a:pt x="157" y="7"/>
                  </a:cubicBezTo>
                  <a:lnTo>
                    <a:pt x="13" y="87"/>
                  </a:lnTo>
                  <a:cubicBezTo>
                    <a:pt x="13" y="87"/>
                    <a:pt x="13" y="87"/>
                    <a:pt x="13" y="88"/>
                  </a:cubicBezTo>
                  <a:cubicBezTo>
                    <a:pt x="12" y="88"/>
                    <a:pt x="11" y="88"/>
                    <a:pt x="11" y="89"/>
                  </a:cubicBezTo>
                  <a:cubicBezTo>
                    <a:pt x="10" y="89"/>
                    <a:pt x="10" y="89"/>
                    <a:pt x="9" y="90"/>
                  </a:cubicBezTo>
                  <a:cubicBezTo>
                    <a:pt x="9" y="90"/>
                    <a:pt x="9" y="91"/>
                    <a:pt x="8" y="91"/>
                  </a:cubicBezTo>
                  <a:cubicBezTo>
                    <a:pt x="8" y="91"/>
                    <a:pt x="7" y="92"/>
                    <a:pt x="7" y="92"/>
                  </a:cubicBezTo>
                  <a:cubicBezTo>
                    <a:pt x="7" y="93"/>
                    <a:pt x="6" y="93"/>
                    <a:pt x="6" y="93"/>
                  </a:cubicBezTo>
                  <a:cubicBezTo>
                    <a:pt x="5" y="94"/>
                    <a:pt x="5" y="94"/>
                    <a:pt x="5" y="95"/>
                  </a:cubicBezTo>
                  <a:cubicBezTo>
                    <a:pt x="4" y="95"/>
                    <a:pt x="4" y="96"/>
                    <a:pt x="4" y="96"/>
                  </a:cubicBezTo>
                  <a:cubicBezTo>
                    <a:pt x="4" y="97"/>
                    <a:pt x="3" y="97"/>
                    <a:pt x="3" y="97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2" y="99"/>
                    <a:pt x="2" y="99"/>
                  </a:cubicBezTo>
                  <a:cubicBezTo>
                    <a:pt x="2" y="100"/>
                    <a:pt x="2" y="101"/>
                    <a:pt x="1" y="101"/>
                  </a:cubicBezTo>
                  <a:cubicBezTo>
                    <a:pt x="1" y="102"/>
                    <a:pt x="1" y="102"/>
                    <a:pt x="1" y="103"/>
                  </a:cubicBezTo>
                  <a:cubicBezTo>
                    <a:pt x="1" y="103"/>
                    <a:pt x="1" y="104"/>
                    <a:pt x="1" y="104"/>
                  </a:cubicBezTo>
                  <a:cubicBezTo>
                    <a:pt x="0" y="105"/>
                    <a:pt x="0" y="105"/>
                    <a:pt x="0" y="106"/>
                  </a:cubicBezTo>
                  <a:cubicBezTo>
                    <a:pt x="0" y="107"/>
                    <a:pt x="0" y="107"/>
                    <a:pt x="0" y="108"/>
                  </a:cubicBezTo>
                  <a:cubicBezTo>
                    <a:pt x="0" y="108"/>
                    <a:pt x="0" y="109"/>
                    <a:pt x="0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0" y="112"/>
                    <a:pt x="0" y="113"/>
                  </a:cubicBezTo>
                  <a:cubicBezTo>
                    <a:pt x="0" y="113"/>
                    <a:pt x="0" y="114"/>
                    <a:pt x="0" y="115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" y="117"/>
                    <a:pt x="1" y="118"/>
                    <a:pt x="1" y="118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20"/>
                    <a:pt x="2" y="121"/>
                    <a:pt x="2" y="122"/>
                  </a:cubicBezTo>
                  <a:cubicBezTo>
                    <a:pt x="2" y="122"/>
                    <a:pt x="3" y="122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4"/>
                    <a:pt x="3" y="124"/>
                    <a:pt x="4" y="124"/>
                  </a:cubicBezTo>
                  <a:cubicBezTo>
                    <a:pt x="4" y="125"/>
                    <a:pt x="4" y="125"/>
                    <a:pt x="5" y="126"/>
                  </a:cubicBezTo>
                  <a:cubicBezTo>
                    <a:pt x="5" y="127"/>
                    <a:pt x="6" y="127"/>
                    <a:pt x="7" y="128"/>
                  </a:cubicBezTo>
                  <a:cubicBezTo>
                    <a:pt x="7" y="128"/>
                    <a:pt x="7" y="129"/>
                    <a:pt x="7" y="129"/>
                  </a:cubicBezTo>
                  <a:cubicBezTo>
                    <a:pt x="7" y="129"/>
                    <a:pt x="7" y="129"/>
                    <a:pt x="8" y="129"/>
                  </a:cubicBezTo>
                  <a:cubicBezTo>
                    <a:pt x="8" y="129"/>
                    <a:pt x="8" y="130"/>
                    <a:pt x="8" y="130"/>
                  </a:cubicBezTo>
                  <a:cubicBezTo>
                    <a:pt x="9" y="130"/>
                    <a:pt x="10" y="131"/>
                    <a:pt x="10" y="131"/>
                  </a:cubicBezTo>
                  <a:cubicBezTo>
                    <a:pt x="11" y="132"/>
                    <a:pt x="12" y="133"/>
                    <a:pt x="12" y="133"/>
                  </a:cubicBezTo>
                  <a:cubicBezTo>
                    <a:pt x="13" y="133"/>
                    <a:pt x="13" y="133"/>
                    <a:pt x="13" y="134"/>
                  </a:cubicBezTo>
                  <a:cubicBezTo>
                    <a:pt x="13" y="134"/>
                    <a:pt x="13" y="134"/>
                    <a:pt x="13" y="134"/>
                  </a:cubicBezTo>
                  <a:lnTo>
                    <a:pt x="157" y="213"/>
                  </a:lnTo>
                  <a:cubicBezTo>
                    <a:pt x="161" y="216"/>
                    <a:pt x="165" y="217"/>
                    <a:pt x="170" y="217"/>
                  </a:cubicBezTo>
                  <a:cubicBezTo>
                    <a:pt x="179" y="217"/>
                    <a:pt x="188" y="212"/>
                    <a:pt x="193" y="203"/>
                  </a:cubicBezTo>
                  <a:cubicBezTo>
                    <a:pt x="200" y="190"/>
                    <a:pt x="196" y="174"/>
                    <a:pt x="183" y="16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95" name="Freeform 72"/>
            <p:cNvSpPr/>
            <p:nvPr/>
          </p:nvSpPr>
          <p:spPr bwMode="auto">
            <a:xfrm>
              <a:off x="6121400" y="1012825"/>
              <a:ext cx="139700" cy="93663"/>
            </a:xfrm>
            <a:custGeom>
              <a:avLst/>
              <a:gdLst>
                <a:gd name="T0" fmla="*/ 324 w 324"/>
                <a:gd name="T1" fmla="*/ 109 h 217"/>
                <a:gd name="T2" fmla="*/ 324 w 324"/>
                <a:gd name="T3" fmla="*/ 109 h 217"/>
                <a:gd name="T4" fmla="*/ 324 w 324"/>
                <a:gd name="T5" fmla="*/ 108 h 217"/>
                <a:gd name="T6" fmla="*/ 324 w 324"/>
                <a:gd name="T7" fmla="*/ 106 h 217"/>
                <a:gd name="T8" fmla="*/ 323 w 324"/>
                <a:gd name="T9" fmla="*/ 104 h 217"/>
                <a:gd name="T10" fmla="*/ 323 w 324"/>
                <a:gd name="T11" fmla="*/ 103 h 217"/>
                <a:gd name="T12" fmla="*/ 322 w 324"/>
                <a:gd name="T13" fmla="*/ 101 h 217"/>
                <a:gd name="T14" fmla="*/ 321 w 324"/>
                <a:gd name="T15" fmla="*/ 99 h 217"/>
                <a:gd name="T16" fmla="*/ 321 w 324"/>
                <a:gd name="T17" fmla="*/ 98 h 217"/>
                <a:gd name="T18" fmla="*/ 321 w 324"/>
                <a:gd name="T19" fmla="*/ 97 h 217"/>
                <a:gd name="T20" fmla="*/ 320 w 324"/>
                <a:gd name="T21" fmla="*/ 97 h 217"/>
                <a:gd name="T22" fmla="*/ 319 w 324"/>
                <a:gd name="T23" fmla="*/ 95 h 217"/>
                <a:gd name="T24" fmla="*/ 318 w 324"/>
                <a:gd name="T25" fmla="*/ 94 h 217"/>
                <a:gd name="T26" fmla="*/ 317 w 324"/>
                <a:gd name="T27" fmla="*/ 92 h 217"/>
                <a:gd name="T28" fmla="*/ 315 w 324"/>
                <a:gd name="T29" fmla="*/ 91 h 217"/>
                <a:gd name="T30" fmla="*/ 314 w 324"/>
                <a:gd name="T31" fmla="*/ 90 h 217"/>
                <a:gd name="T32" fmla="*/ 313 w 324"/>
                <a:gd name="T33" fmla="*/ 89 h 217"/>
                <a:gd name="T34" fmla="*/ 311 w 324"/>
                <a:gd name="T35" fmla="*/ 88 h 217"/>
                <a:gd name="T36" fmla="*/ 310 w 324"/>
                <a:gd name="T37" fmla="*/ 87 h 217"/>
                <a:gd name="T38" fmla="*/ 167 w 324"/>
                <a:gd name="T39" fmla="*/ 7 h 217"/>
                <a:gd name="T40" fmla="*/ 130 w 324"/>
                <a:gd name="T41" fmla="*/ 18 h 217"/>
                <a:gd name="T42" fmla="*/ 141 w 324"/>
                <a:gd name="T43" fmla="*/ 54 h 217"/>
                <a:gd name="T44" fmla="*/ 194 w 324"/>
                <a:gd name="T45" fmla="*/ 84 h 217"/>
                <a:gd name="T46" fmla="*/ 53 w 324"/>
                <a:gd name="T47" fmla="*/ 84 h 217"/>
                <a:gd name="T48" fmla="*/ 53 w 324"/>
                <a:gd name="T49" fmla="*/ 43 h 217"/>
                <a:gd name="T50" fmla="*/ 0 w 324"/>
                <a:gd name="T51" fmla="*/ 43 h 217"/>
                <a:gd name="T52" fmla="*/ 0 w 324"/>
                <a:gd name="T53" fmla="*/ 110 h 217"/>
                <a:gd name="T54" fmla="*/ 27 w 324"/>
                <a:gd name="T55" fmla="*/ 137 h 217"/>
                <a:gd name="T56" fmla="*/ 194 w 324"/>
                <a:gd name="T57" fmla="*/ 137 h 217"/>
                <a:gd name="T58" fmla="*/ 141 w 324"/>
                <a:gd name="T59" fmla="*/ 167 h 217"/>
                <a:gd name="T60" fmla="*/ 130 w 324"/>
                <a:gd name="T61" fmla="*/ 203 h 217"/>
                <a:gd name="T62" fmla="*/ 154 w 324"/>
                <a:gd name="T63" fmla="*/ 217 h 217"/>
                <a:gd name="T64" fmla="*/ 167 w 324"/>
                <a:gd name="T65" fmla="*/ 214 h 217"/>
                <a:gd name="T66" fmla="*/ 310 w 324"/>
                <a:gd name="T67" fmla="*/ 134 h 217"/>
                <a:gd name="T68" fmla="*/ 310 w 324"/>
                <a:gd name="T69" fmla="*/ 134 h 217"/>
                <a:gd name="T70" fmla="*/ 311 w 324"/>
                <a:gd name="T71" fmla="*/ 133 h 217"/>
                <a:gd name="T72" fmla="*/ 313 w 324"/>
                <a:gd name="T73" fmla="*/ 132 h 217"/>
                <a:gd name="T74" fmla="*/ 315 w 324"/>
                <a:gd name="T75" fmla="*/ 130 h 217"/>
                <a:gd name="T76" fmla="*/ 316 w 324"/>
                <a:gd name="T77" fmla="*/ 129 h 217"/>
                <a:gd name="T78" fmla="*/ 316 w 324"/>
                <a:gd name="T79" fmla="*/ 129 h 217"/>
                <a:gd name="T80" fmla="*/ 317 w 324"/>
                <a:gd name="T81" fmla="*/ 128 h 217"/>
                <a:gd name="T82" fmla="*/ 319 w 324"/>
                <a:gd name="T83" fmla="*/ 126 h 217"/>
                <a:gd name="T84" fmla="*/ 320 w 324"/>
                <a:gd name="T85" fmla="*/ 124 h 217"/>
                <a:gd name="T86" fmla="*/ 321 w 324"/>
                <a:gd name="T87" fmla="*/ 123 h 217"/>
                <a:gd name="T88" fmla="*/ 321 w 324"/>
                <a:gd name="T89" fmla="*/ 123 h 217"/>
                <a:gd name="T90" fmla="*/ 321 w 324"/>
                <a:gd name="T91" fmla="*/ 122 h 217"/>
                <a:gd name="T92" fmla="*/ 322 w 324"/>
                <a:gd name="T93" fmla="*/ 120 h 217"/>
                <a:gd name="T94" fmla="*/ 323 w 324"/>
                <a:gd name="T95" fmla="*/ 118 h 217"/>
                <a:gd name="T96" fmla="*/ 323 w 324"/>
                <a:gd name="T97" fmla="*/ 117 h 217"/>
                <a:gd name="T98" fmla="*/ 324 w 324"/>
                <a:gd name="T99" fmla="*/ 115 h 217"/>
                <a:gd name="T100" fmla="*/ 324 w 324"/>
                <a:gd name="T101" fmla="*/ 113 h 217"/>
                <a:gd name="T102" fmla="*/ 324 w 324"/>
                <a:gd name="T103" fmla="*/ 111 h 217"/>
                <a:gd name="T104" fmla="*/ 324 w 324"/>
                <a:gd name="T105" fmla="*/ 110 h 217"/>
                <a:gd name="T106" fmla="*/ 324 w 324"/>
                <a:gd name="T107" fmla="*/ 1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7">
                  <a:moveTo>
                    <a:pt x="324" y="109"/>
                  </a:moveTo>
                  <a:lnTo>
                    <a:pt x="324" y="109"/>
                  </a:lnTo>
                  <a:cubicBezTo>
                    <a:pt x="324" y="109"/>
                    <a:pt x="324" y="108"/>
                    <a:pt x="324" y="108"/>
                  </a:cubicBezTo>
                  <a:cubicBezTo>
                    <a:pt x="324" y="107"/>
                    <a:pt x="324" y="107"/>
                    <a:pt x="324" y="106"/>
                  </a:cubicBezTo>
                  <a:cubicBezTo>
                    <a:pt x="323" y="106"/>
                    <a:pt x="323" y="105"/>
                    <a:pt x="323" y="104"/>
                  </a:cubicBezTo>
                  <a:cubicBezTo>
                    <a:pt x="323" y="104"/>
                    <a:pt x="323" y="103"/>
                    <a:pt x="323" y="103"/>
                  </a:cubicBezTo>
                  <a:cubicBezTo>
                    <a:pt x="323" y="102"/>
                    <a:pt x="322" y="102"/>
                    <a:pt x="322" y="101"/>
                  </a:cubicBezTo>
                  <a:cubicBezTo>
                    <a:pt x="322" y="101"/>
                    <a:pt x="322" y="100"/>
                    <a:pt x="321" y="99"/>
                  </a:cubicBezTo>
                  <a:cubicBezTo>
                    <a:pt x="321" y="99"/>
                    <a:pt x="321" y="98"/>
                    <a:pt x="321" y="98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0" y="96"/>
                    <a:pt x="319" y="95"/>
                    <a:pt x="319" y="95"/>
                  </a:cubicBezTo>
                  <a:cubicBezTo>
                    <a:pt x="319" y="94"/>
                    <a:pt x="318" y="94"/>
                    <a:pt x="318" y="94"/>
                  </a:cubicBezTo>
                  <a:cubicBezTo>
                    <a:pt x="317" y="93"/>
                    <a:pt x="317" y="93"/>
                    <a:pt x="317" y="92"/>
                  </a:cubicBezTo>
                  <a:cubicBezTo>
                    <a:pt x="316" y="92"/>
                    <a:pt x="316" y="91"/>
                    <a:pt x="315" y="91"/>
                  </a:cubicBezTo>
                  <a:cubicBezTo>
                    <a:pt x="315" y="91"/>
                    <a:pt x="315" y="90"/>
                    <a:pt x="314" y="90"/>
                  </a:cubicBezTo>
                  <a:cubicBezTo>
                    <a:pt x="314" y="90"/>
                    <a:pt x="313" y="89"/>
                    <a:pt x="313" y="89"/>
                  </a:cubicBezTo>
                  <a:cubicBezTo>
                    <a:pt x="312" y="89"/>
                    <a:pt x="312" y="88"/>
                    <a:pt x="311" y="88"/>
                  </a:cubicBezTo>
                  <a:cubicBezTo>
                    <a:pt x="311" y="88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5"/>
                    <a:pt x="130" y="18"/>
                  </a:cubicBezTo>
                  <a:cubicBezTo>
                    <a:pt x="123" y="31"/>
                    <a:pt x="128" y="47"/>
                    <a:pt x="141" y="54"/>
                  </a:cubicBezTo>
                  <a:lnTo>
                    <a:pt x="194" y="84"/>
                  </a:lnTo>
                  <a:lnTo>
                    <a:pt x="53" y="84"/>
                  </a:lnTo>
                  <a:lnTo>
                    <a:pt x="53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4" y="137"/>
                  </a:lnTo>
                  <a:lnTo>
                    <a:pt x="141" y="167"/>
                  </a:lnTo>
                  <a:cubicBezTo>
                    <a:pt x="128" y="174"/>
                    <a:pt x="123" y="190"/>
                    <a:pt x="130" y="203"/>
                  </a:cubicBezTo>
                  <a:cubicBezTo>
                    <a:pt x="135" y="212"/>
                    <a:pt x="144" y="217"/>
                    <a:pt x="154" y="217"/>
                  </a:cubicBezTo>
                  <a:cubicBezTo>
                    <a:pt x="158" y="217"/>
                    <a:pt x="163" y="216"/>
                    <a:pt x="167" y="214"/>
                  </a:cubicBezTo>
                  <a:lnTo>
                    <a:pt x="310" y="134"/>
                  </a:lnTo>
                  <a:cubicBezTo>
                    <a:pt x="310" y="134"/>
                    <a:pt x="310" y="134"/>
                    <a:pt x="310" y="134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3"/>
                    <a:pt x="313" y="132"/>
                    <a:pt x="313" y="132"/>
                  </a:cubicBezTo>
                  <a:cubicBezTo>
                    <a:pt x="314" y="131"/>
                    <a:pt x="315" y="130"/>
                    <a:pt x="315" y="130"/>
                  </a:cubicBezTo>
                  <a:cubicBezTo>
                    <a:pt x="316" y="130"/>
                    <a:pt x="316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7" y="129"/>
                    <a:pt x="317" y="128"/>
                    <a:pt x="317" y="128"/>
                  </a:cubicBezTo>
                  <a:cubicBezTo>
                    <a:pt x="318" y="127"/>
                    <a:pt x="318" y="127"/>
                    <a:pt x="319" y="126"/>
                  </a:cubicBezTo>
                  <a:cubicBezTo>
                    <a:pt x="319" y="125"/>
                    <a:pt x="320" y="125"/>
                    <a:pt x="320" y="124"/>
                  </a:cubicBezTo>
                  <a:cubicBezTo>
                    <a:pt x="320" y="124"/>
                    <a:pt x="320" y="124"/>
                    <a:pt x="321" y="123"/>
                  </a:cubicBezTo>
                  <a:cubicBezTo>
                    <a:pt x="321" y="123"/>
                    <a:pt x="321" y="123"/>
                    <a:pt x="321" y="123"/>
                  </a:cubicBezTo>
                  <a:cubicBezTo>
                    <a:pt x="321" y="123"/>
                    <a:pt x="321" y="122"/>
                    <a:pt x="321" y="122"/>
                  </a:cubicBezTo>
                  <a:cubicBezTo>
                    <a:pt x="322" y="121"/>
                    <a:pt x="322" y="120"/>
                    <a:pt x="322" y="120"/>
                  </a:cubicBezTo>
                  <a:cubicBezTo>
                    <a:pt x="322" y="119"/>
                    <a:pt x="323" y="119"/>
                    <a:pt x="323" y="118"/>
                  </a:cubicBezTo>
                  <a:cubicBezTo>
                    <a:pt x="323" y="118"/>
                    <a:pt x="323" y="117"/>
                    <a:pt x="323" y="117"/>
                  </a:cubicBezTo>
                  <a:cubicBezTo>
                    <a:pt x="323" y="116"/>
                    <a:pt x="323" y="115"/>
                    <a:pt x="324" y="115"/>
                  </a:cubicBezTo>
                  <a:cubicBezTo>
                    <a:pt x="324" y="114"/>
                    <a:pt x="324" y="114"/>
                    <a:pt x="324" y="113"/>
                  </a:cubicBezTo>
                  <a:cubicBezTo>
                    <a:pt x="324" y="112"/>
                    <a:pt x="324" y="112"/>
                    <a:pt x="324" y="111"/>
                  </a:cubicBezTo>
                  <a:cubicBezTo>
                    <a:pt x="324" y="111"/>
                    <a:pt x="324" y="111"/>
                    <a:pt x="324" y="110"/>
                  </a:cubicBezTo>
                  <a:cubicBezTo>
                    <a:pt x="324" y="110"/>
                    <a:pt x="324" y="110"/>
                    <a:pt x="324" y="10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96" name="Freeform 73"/>
            <p:cNvSpPr>
              <a:spLocks noEditPoints="1"/>
            </p:cNvSpPr>
            <p:nvPr/>
          </p:nvSpPr>
          <p:spPr bwMode="auto">
            <a:xfrm>
              <a:off x="5811837" y="914400"/>
              <a:ext cx="536574" cy="420688"/>
            </a:xfrm>
            <a:custGeom>
              <a:avLst/>
              <a:gdLst>
                <a:gd name="T0" fmla="*/ 620 w 1240"/>
                <a:gd name="T1" fmla="*/ 622 h 977"/>
                <a:gd name="T2" fmla="*/ 620 w 1240"/>
                <a:gd name="T3" fmla="*/ 622 h 977"/>
                <a:gd name="T4" fmla="*/ 66 w 1240"/>
                <a:gd name="T5" fmla="*/ 344 h 977"/>
                <a:gd name="T6" fmla="*/ 620 w 1240"/>
                <a:gd name="T7" fmla="*/ 65 h 977"/>
                <a:gd name="T8" fmla="*/ 1173 w 1240"/>
                <a:gd name="T9" fmla="*/ 344 h 977"/>
                <a:gd name="T10" fmla="*/ 620 w 1240"/>
                <a:gd name="T11" fmla="*/ 622 h 977"/>
                <a:gd name="T12" fmla="*/ 1240 w 1240"/>
                <a:gd name="T13" fmla="*/ 594 h 977"/>
                <a:gd name="T14" fmla="*/ 1240 w 1240"/>
                <a:gd name="T15" fmla="*/ 594 h 977"/>
                <a:gd name="T16" fmla="*/ 1240 w 1240"/>
                <a:gd name="T17" fmla="*/ 364 h 977"/>
                <a:gd name="T18" fmla="*/ 1240 w 1240"/>
                <a:gd name="T19" fmla="*/ 358 h 977"/>
                <a:gd name="T20" fmla="*/ 1240 w 1240"/>
                <a:gd name="T21" fmla="*/ 344 h 977"/>
                <a:gd name="T22" fmla="*/ 620 w 1240"/>
                <a:gd name="T23" fmla="*/ 0 h 977"/>
                <a:gd name="T24" fmla="*/ 0 w 1240"/>
                <a:gd name="T25" fmla="*/ 344 h 977"/>
                <a:gd name="T26" fmla="*/ 0 w 1240"/>
                <a:gd name="T27" fmla="*/ 358 h 977"/>
                <a:gd name="T28" fmla="*/ 0 w 1240"/>
                <a:gd name="T29" fmla="*/ 364 h 977"/>
                <a:gd name="T30" fmla="*/ 0 w 1240"/>
                <a:gd name="T31" fmla="*/ 594 h 977"/>
                <a:gd name="T32" fmla="*/ 442 w 1240"/>
                <a:gd name="T33" fmla="*/ 925 h 977"/>
                <a:gd name="T34" fmla="*/ 509 w 1240"/>
                <a:gd name="T35" fmla="*/ 977 h 977"/>
                <a:gd name="T36" fmla="*/ 579 w 1240"/>
                <a:gd name="T37" fmla="*/ 908 h 977"/>
                <a:gd name="T38" fmla="*/ 509 w 1240"/>
                <a:gd name="T39" fmla="*/ 839 h 977"/>
                <a:gd name="T40" fmla="*/ 459 w 1240"/>
                <a:gd name="T41" fmla="*/ 860 h 977"/>
                <a:gd name="T42" fmla="*/ 66 w 1240"/>
                <a:gd name="T43" fmla="*/ 594 h 977"/>
                <a:gd name="T44" fmla="*/ 66 w 1240"/>
                <a:gd name="T45" fmla="*/ 502 h 977"/>
                <a:gd name="T46" fmla="*/ 620 w 1240"/>
                <a:gd name="T47" fmla="*/ 689 h 977"/>
                <a:gd name="T48" fmla="*/ 1173 w 1240"/>
                <a:gd name="T49" fmla="*/ 502 h 977"/>
                <a:gd name="T50" fmla="*/ 1173 w 1240"/>
                <a:gd name="T51" fmla="*/ 594 h 977"/>
                <a:gd name="T52" fmla="*/ 773 w 1240"/>
                <a:gd name="T53" fmla="*/ 861 h 977"/>
                <a:gd name="T54" fmla="*/ 722 w 1240"/>
                <a:gd name="T55" fmla="*/ 839 h 977"/>
                <a:gd name="T56" fmla="*/ 653 w 1240"/>
                <a:gd name="T57" fmla="*/ 908 h 977"/>
                <a:gd name="T58" fmla="*/ 722 w 1240"/>
                <a:gd name="T59" fmla="*/ 977 h 977"/>
                <a:gd name="T60" fmla="*/ 789 w 1240"/>
                <a:gd name="T61" fmla="*/ 926 h 977"/>
                <a:gd name="T62" fmla="*/ 1240 w 1240"/>
                <a:gd name="T63" fmla="*/ 594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40" h="977">
                  <a:moveTo>
                    <a:pt x="620" y="622"/>
                  </a:moveTo>
                  <a:lnTo>
                    <a:pt x="620" y="622"/>
                  </a:ln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5"/>
                    <a:pt x="620" y="65"/>
                  </a:cubicBezTo>
                  <a:cubicBezTo>
                    <a:pt x="920" y="65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lose/>
                  <a:moveTo>
                    <a:pt x="1240" y="594"/>
                  </a:moveTo>
                  <a:lnTo>
                    <a:pt x="1240" y="594"/>
                  </a:lnTo>
                  <a:lnTo>
                    <a:pt x="1240" y="364"/>
                  </a:lnTo>
                  <a:cubicBezTo>
                    <a:pt x="1240" y="362"/>
                    <a:pt x="1240" y="360"/>
                    <a:pt x="1240" y="358"/>
                  </a:cubicBezTo>
                  <a:cubicBezTo>
                    <a:pt x="1240" y="353"/>
                    <a:pt x="1240" y="348"/>
                    <a:pt x="1240" y="344"/>
                  </a:cubicBezTo>
                  <a:cubicBezTo>
                    <a:pt x="1240" y="150"/>
                    <a:pt x="968" y="0"/>
                    <a:pt x="620" y="0"/>
                  </a:cubicBezTo>
                  <a:cubicBezTo>
                    <a:pt x="272" y="0"/>
                    <a:pt x="0" y="150"/>
                    <a:pt x="0" y="344"/>
                  </a:cubicBezTo>
                  <a:cubicBezTo>
                    <a:pt x="0" y="348"/>
                    <a:pt x="0" y="353"/>
                    <a:pt x="0" y="358"/>
                  </a:cubicBezTo>
                  <a:cubicBezTo>
                    <a:pt x="0" y="360"/>
                    <a:pt x="0" y="362"/>
                    <a:pt x="0" y="364"/>
                  </a:cubicBezTo>
                  <a:lnTo>
                    <a:pt x="0" y="594"/>
                  </a:lnTo>
                  <a:cubicBezTo>
                    <a:pt x="0" y="749"/>
                    <a:pt x="182" y="882"/>
                    <a:pt x="442" y="925"/>
                  </a:cubicBezTo>
                  <a:cubicBezTo>
                    <a:pt x="450" y="955"/>
                    <a:pt x="477" y="977"/>
                    <a:pt x="509" y="977"/>
                  </a:cubicBezTo>
                  <a:cubicBezTo>
                    <a:pt x="548" y="977"/>
                    <a:pt x="579" y="946"/>
                    <a:pt x="579" y="908"/>
                  </a:cubicBezTo>
                  <a:cubicBezTo>
                    <a:pt x="579" y="870"/>
                    <a:pt x="548" y="839"/>
                    <a:pt x="509" y="839"/>
                  </a:cubicBezTo>
                  <a:cubicBezTo>
                    <a:pt x="490" y="839"/>
                    <a:pt x="472" y="847"/>
                    <a:pt x="459" y="860"/>
                  </a:cubicBezTo>
                  <a:cubicBezTo>
                    <a:pt x="231" y="824"/>
                    <a:pt x="66" y="715"/>
                    <a:pt x="66" y="594"/>
                  </a:cubicBezTo>
                  <a:lnTo>
                    <a:pt x="66" y="502"/>
                  </a:lnTo>
                  <a:cubicBezTo>
                    <a:pt x="168" y="613"/>
                    <a:pt x="375" y="689"/>
                    <a:pt x="620" y="689"/>
                  </a:cubicBezTo>
                  <a:cubicBezTo>
                    <a:pt x="865" y="689"/>
                    <a:pt x="1072" y="613"/>
                    <a:pt x="1173" y="502"/>
                  </a:cubicBezTo>
                  <a:lnTo>
                    <a:pt x="1173" y="594"/>
                  </a:lnTo>
                  <a:cubicBezTo>
                    <a:pt x="1173" y="717"/>
                    <a:pt x="1005" y="827"/>
                    <a:pt x="773" y="861"/>
                  </a:cubicBezTo>
                  <a:cubicBezTo>
                    <a:pt x="761" y="847"/>
                    <a:pt x="743" y="839"/>
                    <a:pt x="722" y="839"/>
                  </a:cubicBezTo>
                  <a:cubicBezTo>
                    <a:pt x="684" y="839"/>
                    <a:pt x="653" y="870"/>
                    <a:pt x="653" y="908"/>
                  </a:cubicBezTo>
                  <a:cubicBezTo>
                    <a:pt x="653" y="946"/>
                    <a:pt x="684" y="977"/>
                    <a:pt x="722" y="977"/>
                  </a:cubicBezTo>
                  <a:cubicBezTo>
                    <a:pt x="754" y="977"/>
                    <a:pt x="781" y="956"/>
                    <a:pt x="789" y="926"/>
                  </a:cubicBezTo>
                  <a:cubicBezTo>
                    <a:pt x="1054" y="885"/>
                    <a:pt x="1240" y="751"/>
                    <a:pt x="1240" y="59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54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58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</p:grpSp>
      <p:sp>
        <p:nvSpPr>
          <p:cNvPr id="408" name="文本框 407"/>
          <p:cNvSpPr txBox="1"/>
          <p:nvPr/>
        </p:nvSpPr>
        <p:spPr>
          <a:xfrm>
            <a:off x="5923915" y="2974340"/>
            <a:ext cx="962025" cy="245110"/>
          </a:xfrm>
          <a:prstGeom prst="rect">
            <a:avLst/>
          </a:prstGeom>
          <a:noFill/>
          <a:ln w="3175" cap="flat" cmpd="sng" algn="ctr">
            <a:noFill/>
            <a:prstDash val="sysDot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智能体网关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cxnSp>
        <p:nvCxnSpPr>
          <p:cNvPr id="409" name="直接连接符 50"/>
          <p:cNvCxnSpPr>
            <a:stCxn id="408" idx="2"/>
          </p:cNvCxnSpPr>
          <p:nvPr/>
        </p:nvCxnSpPr>
        <p:spPr>
          <a:xfrm flipH="1">
            <a:off x="5675630" y="3219450"/>
            <a:ext cx="729615" cy="756920"/>
          </a:xfrm>
          <a:prstGeom prst="line">
            <a:avLst/>
          </a:prstGeom>
          <a:noFill/>
          <a:ln w="3175" cap="flat" cmpd="sng" algn="ctr">
            <a:solidFill>
              <a:srgbClr val="DDDDDD">
                <a:lumMod val="90000"/>
              </a:srgbClr>
            </a:solidFill>
            <a:prstDash val="sysDot"/>
            <a:miter lim="800000"/>
          </a:ln>
          <a:effectLst/>
        </p:spPr>
      </p:cxnSp>
      <p:sp>
        <p:nvSpPr>
          <p:cNvPr id="410" name="文本框 409"/>
          <p:cNvSpPr txBox="1"/>
          <p:nvPr/>
        </p:nvSpPr>
        <p:spPr>
          <a:xfrm>
            <a:off x="7108825" y="4208145"/>
            <a:ext cx="110299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资源池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7172325" y="5276850"/>
            <a:ext cx="110299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rPr>
              <a:t>第三方资源池</a:t>
            </a:r>
            <a:endParaRPr kumimoji="1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2040204020203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3.1.1 </a:t>
            </a:r>
            <a:r>
              <a:rPr>
                <a:solidFill>
                  <a:schemeClr val="accent1">
                    <a:lumMod val="75000"/>
                  </a:schemeClr>
                </a:solidFill>
                <a:sym typeface="+mn-ea"/>
              </a:rPr>
              <a:t>智能体网关</a:t>
            </a:r>
            <a:endParaRPr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40863" y="877870"/>
            <a:ext cx="10910274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为解决多归属智能体间“找不到、语言不通、协同不畅”的问题，研发智能体网关和智能体平台，构建标准化跨域互通底座，实现智能体自动发现、语义互通和有序协同</a:t>
            </a:r>
            <a:endParaRPr kumimoji="0" lang="zh-CN" altLang="en-US" sz="20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25" y="1955165"/>
            <a:ext cx="4336415" cy="29419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25335" y="5156200"/>
            <a:ext cx="1713230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统一可信接入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9915" y="5156200"/>
            <a:ext cx="1713230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多协议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转译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25335" y="5805170"/>
            <a:ext cx="1713230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任务路由与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协同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479915" y="5805170"/>
            <a:ext cx="1713230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避免用户面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暴露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5630" y="2281555"/>
            <a:ext cx="2324100" cy="17430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95245" y="3298825"/>
            <a:ext cx="2209800" cy="18573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46600" y="4405630"/>
            <a:ext cx="2333625" cy="18383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90215" y="2370455"/>
            <a:ext cx="175768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直接重构路由器、交换机等底层网络设备协议栈</a:t>
            </a:r>
            <a:endParaRPr lang="zh-CN" altLang="en-US" sz="14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92675" y="3472815"/>
            <a:ext cx="18154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全部智能体业务流量与控制信令上送至中心云平台</a:t>
            </a:r>
            <a:endParaRPr lang="zh-CN" altLang="en-US" sz="14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15820" y="5405120"/>
            <a:ext cx="23742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全局管控平面与分布式数据平面分离，智能体</a:t>
            </a:r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网关以 Overlay 模式起步</a:t>
            </a:r>
            <a:endParaRPr lang="zh-CN" altLang="en-US" sz="1400"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3.1.2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智能体互联管控平台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5" name="文本框 64"/>
          <p:cNvSpPr txBox="1"/>
          <p:nvPr/>
        </p:nvSpPr>
        <p:spPr>
          <a:xfrm>
            <a:off x="640863" y="877870"/>
            <a:ext cx="10910274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为解决多归属智能体间“找不到、语言不通、协同不畅”的问题，研发智能体通信网关和智能体平台，构建标准化跨域互通底座，实现智能体自动发现、语义互通和有序协同</a:t>
            </a:r>
            <a:endParaRPr kumimoji="0" lang="zh-CN" altLang="en-US" sz="20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15" y="1991360"/>
            <a:ext cx="4476115" cy="351218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20725" y="5605145"/>
            <a:ext cx="2139315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身份与接入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治理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947670" y="5605145"/>
            <a:ext cx="2139315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能力与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路由治理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20725" y="6043930"/>
            <a:ext cx="2139315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任务编排与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调度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947670" y="6043930"/>
            <a:ext cx="2139315" cy="33718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监控审计与</a:t>
            </a:r>
            <a:r>
              <a:rPr lang="zh-CN" altLang="en-US" sz="1600" b="1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</a:rPr>
              <a:t>运维</a:t>
            </a:r>
            <a:endParaRPr lang="zh-CN" altLang="en-US" sz="1600" b="1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76215" y="2095500"/>
            <a:ext cx="6661785" cy="31819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455285" y="5427980"/>
            <a:ext cx="6096000" cy="95313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latin typeface="微软雅黑" panose="020B0502040204020203" charset="-122"/>
                <a:ea typeface="微软雅黑" panose="020B0502040204020203" charset="-122"/>
              </a:rPr>
              <a:t>将完整跨域智能体协同交互拆解为智能体身份注册与安全准入、意图提交与控制域会话编排、智能体网关间高速数据通道建立、智能体接入与业务对接四个流程阶段，遵循安全准入优先、控制先行、数据通道后置、协议适配收尾的执行逻辑</a:t>
            </a:r>
            <a:endParaRPr lang="zh-CN" altLang="en-US" sz="1400"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 发布首个智能体跨域互联协同重大试验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6249035" y="2446020"/>
            <a:ext cx="5287645" cy="3891915"/>
          </a:xfrm>
          <a:prstGeom prst="roundRect">
            <a:avLst>
              <a:gd name="adj" fmla="val 7086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82905" y="852805"/>
            <a:ext cx="1105662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月，依托智能体通信网关和智能体平台，完成业界首个智能跨域协同重大验证实验，突破异构跨域互联协同关键技术，相关创新成果在</a:t>
            </a: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517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世界电信日大会正式发布。</a:t>
            </a:r>
            <a:endParaRPr kumimoji="0" lang="zh-CN" altLang="en-US" sz="20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68423" y="2446211"/>
            <a:ext cx="5132705" cy="3891757"/>
          </a:xfrm>
          <a:prstGeom prst="roundRect">
            <a:avLst>
              <a:gd name="adj" fmla="val 7086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357" y="2670863"/>
            <a:ext cx="4026837" cy="2230354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4"/>
            </p:custDataLst>
          </p:nvPr>
        </p:nvSpPr>
        <p:spPr>
          <a:xfrm>
            <a:off x="916075" y="1883571"/>
            <a:ext cx="4637401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实验概况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5"/>
            </p:custDataLst>
          </p:nvPr>
        </p:nvSpPr>
        <p:spPr>
          <a:xfrm>
            <a:off x="6487018" y="1909352"/>
            <a:ext cx="4637401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试验实现两项创新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60" name="矩形: 圆角 18"/>
          <p:cNvSpPr/>
          <p:nvPr/>
        </p:nvSpPr>
        <p:spPr>
          <a:xfrm>
            <a:off x="734695" y="5751830"/>
            <a:ext cx="1967865" cy="384810"/>
          </a:xfrm>
          <a:prstGeom prst="roundRect">
            <a:avLst>
              <a:gd name="adj" fmla="val 50000"/>
            </a:avLst>
          </a:prstGeom>
          <a:noFill/>
          <a:ln w="3175" cap="flat">
            <a:noFill/>
            <a:prstDash val="solid"/>
            <a:miter lim="800000"/>
          </a:ln>
          <a:effectLst/>
        </p:spPr>
        <p:txBody>
          <a:bodyPr wrap="square" lIns="40643" tIns="40643" rIns="40643" bIns="40643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智能体网关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lt"/>
            </a:endParaRPr>
          </a:p>
        </p:txBody>
      </p:sp>
      <p:sp>
        <p:nvSpPr>
          <p:cNvPr id="161" name="矩形: 圆角 18"/>
          <p:cNvSpPr/>
          <p:nvPr/>
        </p:nvSpPr>
        <p:spPr>
          <a:xfrm>
            <a:off x="3518535" y="5114290"/>
            <a:ext cx="1967865" cy="384810"/>
          </a:xfrm>
          <a:prstGeom prst="roundRect">
            <a:avLst>
              <a:gd name="adj" fmla="val 50000"/>
            </a:avLst>
          </a:prstGeom>
          <a:noFill/>
          <a:ln w="3175" cap="flat">
            <a:noFill/>
            <a:prstDash val="solid"/>
            <a:miter lim="800000"/>
          </a:ln>
          <a:effectLst/>
        </p:spPr>
        <p:txBody>
          <a:bodyPr wrap="square" lIns="40643" tIns="40643" rIns="40643" bIns="40643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智能体网络平台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lt"/>
            </a:endParaRPr>
          </a:p>
        </p:txBody>
      </p:sp>
      <p:sp>
        <p:nvSpPr>
          <p:cNvPr id="162" name="矩形: 圆角 18"/>
          <p:cNvSpPr/>
          <p:nvPr/>
        </p:nvSpPr>
        <p:spPr>
          <a:xfrm>
            <a:off x="3190875" y="5751830"/>
            <a:ext cx="2610485" cy="384810"/>
          </a:xfrm>
          <a:prstGeom prst="roundRect">
            <a:avLst>
              <a:gd name="adj" fmla="val 50000"/>
            </a:avLst>
          </a:prstGeom>
          <a:noFill/>
          <a:ln w="3175" cap="flat">
            <a:noFill/>
            <a:prstDash val="solid"/>
            <a:miter lim="800000"/>
          </a:ln>
          <a:effectLst/>
        </p:spPr>
        <p:txBody>
          <a:bodyPr wrap="square" lIns="40643" tIns="40643" rIns="40643" bIns="40643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注册智能体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1000+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lt"/>
            </a:endParaRPr>
          </a:p>
        </p:txBody>
      </p:sp>
      <p:sp>
        <p:nvSpPr>
          <p:cNvPr id="163" name="矩形: 圆角 18"/>
          <p:cNvSpPr/>
          <p:nvPr/>
        </p:nvSpPr>
        <p:spPr>
          <a:xfrm>
            <a:off x="810260" y="5133975"/>
            <a:ext cx="1967865" cy="384810"/>
          </a:xfrm>
          <a:prstGeom prst="roundRect">
            <a:avLst>
              <a:gd name="adj" fmla="val 50000"/>
            </a:avLst>
          </a:prstGeom>
          <a:noFill/>
          <a:ln w="3175" cap="flat">
            <a:noFill/>
            <a:prstDash val="solid"/>
            <a:miter lim="800000"/>
          </a:ln>
          <a:effectLst/>
        </p:spPr>
        <p:txBody>
          <a:bodyPr wrap="square" lIns="40643" tIns="40643" rIns="40643" bIns="40643" numCol="1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异地跨域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600+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lt"/>
              </a:rPr>
              <a:t>公里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lt"/>
            </a:endParaRPr>
          </a:p>
        </p:txBody>
      </p:sp>
      <p:sp>
        <p:nvSpPr>
          <p:cNvPr id="18" name="Text 5"/>
          <p:cNvSpPr/>
          <p:nvPr>
            <p:custDataLst>
              <p:tags r:id="rId6"/>
            </p:custDataLst>
          </p:nvPr>
        </p:nvSpPr>
        <p:spPr>
          <a:xfrm>
            <a:off x="8150038" y="3916525"/>
            <a:ext cx="1448831" cy="1676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AID：统一身份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21" name="Text 6"/>
          <p:cNvSpPr/>
          <p:nvPr>
            <p:custDataLst>
              <p:tags r:id="rId7"/>
            </p:custDataLst>
          </p:nvPr>
        </p:nvSpPr>
        <p:spPr>
          <a:xfrm>
            <a:off x="8317158" y="3682982"/>
            <a:ext cx="1592766" cy="41908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智能体标识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，贯通应用层身份表达与网络层解析寻址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31" name="Text 8"/>
          <p:cNvSpPr/>
          <p:nvPr>
            <p:custDataLst>
              <p:tags r:id="rId8"/>
            </p:custDataLst>
          </p:nvPr>
        </p:nvSpPr>
        <p:spPr>
          <a:xfrm>
            <a:off x="8149328" y="3396460"/>
            <a:ext cx="1448831" cy="1676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NID：网络位置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34" name="Text 9"/>
          <p:cNvSpPr/>
          <p:nvPr>
            <p:custDataLst>
              <p:tags r:id="rId9"/>
            </p:custDataLst>
          </p:nvPr>
        </p:nvSpPr>
        <p:spPr>
          <a:xfrm>
            <a:off x="8134350" y="3572510"/>
            <a:ext cx="1536700" cy="41910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标识</a:t>
            </a:r>
            <a:r>
              <a:rPr kumimoji="0" lang="zh-CN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网关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位置</a:t>
            </a:r>
            <a:r>
              <a:rPr kumimoji="0" lang="zh-CN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，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与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AID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解耦，支撑跨域映射和移动性</a:t>
            </a:r>
            <a:endParaRPr kumimoji="0" lang="en-US" sz="1000" b="0" i="0" u="none" strike="noStrike" kern="1200" cap="none" spc="0" normalizeH="0" baseline="0" noProof="0" dirty="0" err="1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35" name="Text 11"/>
          <p:cNvSpPr/>
          <p:nvPr>
            <p:custDataLst>
              <p:tags r:id="rId10"/>
            </p:custDataLst>
          </p:nvPr>
        </p:nvSpPr>
        <p:spPr>
          <a:xfrm>
            <a:off x="6487459" y="3370425"/>
            <a:ext cx="1448831" cy="1676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AID：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统一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身份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36" name="Text 12"/>
          <p:cNvSpPr/>
          <p:nvPr>
            <p:custDataLst>
              <p:tags r:id="rId11"/>
            </p:custDataLst>
          </p:nvPr>
        </p:nvSpPr>
        <p:spPr>
          <a:xfrm>
            <a:off x="6379126" y="3669975"/>
            <a:ext cx="1577589" cy="41908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  <a:sym typeface="+mn-ea"/>
              </a:rPr>
              <a:t>智能体标识</a:t>
            </a:r>
            <a:r>
              <a:rPr lang="en-US" sz="1000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  <a:sym typeface="+mn-ea"/>
              </a:rPr>
              <a:t>，贯通应用层身份表达与网络层解析寻址</a:t>
            </a:r>
            <a:endParaRPr lang="en-US" sz="1000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37" name="Shape 16"/>
          <p:cNvSpPr/>
          <p:nvPr>
            <p:custDataLst>
              <p:tags r:id="rId12"/>
            </p:custDataLst>
          </p:nvPr>
        </p:nvSpPr>
        <p:spPr>
          <a:xfrm>
            <a:off x="6542564" y="3047261"/>
            <a:ext cx="1257250" cy="239476"/>
          </a:xfrm>
          <a:prstGeom prst="roundRect">
            <a:avLst>
              <a:gd name="adj" fmla="val 15000"/>
            </a:avLst>
          </a:prstGeom>
          <a:solidFill>
            <a:srgbClr val="DAE0EA"/>
          </a:solidFill>
          <a:ln w="12700">
            <a:solidFill>
              <a:srgbClr val="2D6AA6"/>
            </a:solidFill>
            <a:prstDash val="solid"/>
          </a:ln>
          <a:effectLst>
            <a:outerShdw blurRad="12700" dist="50800" dir="27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Text 17"/>
          <p:cNvSpPr/>
          <p:nvPr>
            <p:custDataLst>
              <p:tags r:id="rId13"/>
            </p:custDataLst>
          </p:nvPr>
        </p:nvSpPr>
        <p:spPr>
          <a:xfrm>
            <a:off x="6536849" y="3101143"/>
            <a:ext cx="1257250" cy="131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统一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身份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39" name="Shape 18"/>
          <p:cNvSpPr/>
          <p:nvPr>
            <p:custDataLst>
              <p:tags r:id="rId14"/>
            </p:custDataLst>
          </p:nvPr>
        </p:nvSpPr>
        <p:spPr>
          <a:xfrm>
            <a:off x="8232115" y="3047261"/>
            <a:ext cx="1257250" cy="239476"/>
          </a:xfrm>
          <a:prstGeom prst="roundRect">
            <a:avLst>
              <a:gd name="adj" fmla="val 15000"/>
            </a:avLst>
          </a:prstGeom>
          <a:solidFill>
            <a:srgbClr val="DAE0EA"/>
          </a:solidFill>
          <a:ln w="12700">
            <a:solidFill>
              <a:schemeClr val="accent1"/>
            </a:solidFill>
            <a:prstDash val="solid"/>
          </a:ln>
          <a:effectLst>
            <a:outerShdw blurRad="12700" dist="50800" dir="2700000" algn="bl" rotWithShape="0">
              <a:srgbClr val="999999">
                <a:alpha val="22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位置解耦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40" name="Shape 20"/>
          <p:cNvSpPr/>
          <p:nvPr>
            <p:custDataLst>
              <p:tags r:id="rId15"/>
            </p:custDataLst>
          </p:nvPr>
        </p:nvSpPr>
        <p:spPr>
          <a:xfrm>
            <a:off x="9867181" y="3051706"/>
            <a:ext cx="1257250" cy="239476"/>
          </a:xfrm>
          <a:prstGeom prst="roundRect">
            <a:avLst>
              <a:gd name="adj" fmla="val 15000"/>
            </a:avLst>
          </a:prstGeom>
          <a:solidFill>
            <a:srgbClr val="DAE0EA"/>
          </a:solidFill>
          <a:ln w="12700">
            <a:solidFill>
              <a:schemeClr val="accent5"/>
            </a:solidFill>
            <a:prstDash val="solid"/>
          </a:ln>
          <a:effectLst>
            <a:outerShdw blurRad="12700" dist="50800" dir="27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Text 21"/>
          <p:cNvSpPr/>
          <p:nvPr>
            <p:custDataLst>
              <p:tags r:id="rId16"/>
            </p:custDataLst>
          </p:nvPr>
        </p:nvSpPr>
        <p:spPr>
          <a:xfrm>
            <a:off x="9909728" y="3109398"/>
            <a:ext cx="1257250" cy="131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任务可追溯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54" name="Text 11"/>
          <p:cNvSpPr/>
          <p:nvPr>
            <p:custDataLst>
              <p:tags r:id="rId17"/>
            </p:custDataLst>
          </p:nvPr>
        </p:nvSpPr>
        <p:spPr>
          <a:xfrm>
            <a:off x="9823749" y="3396460"/>
            <a:ext cx="1448831" cy="1676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TID：任务上下文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56" name="Text 12"/>
          <p:cNvSpPr/>
          <p:nvPr>
            <p:custDataLst>
              <p:tags r:id="rId18"/>
            </p:custDataLst>
          </p:nvPr>
        </p:nvSpPr>
        <p:spPr>
          <a:xfrm>
            <a:off x="9829716" y="3559485"/>
            <a:ext cx="1577589" cy="41908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携带意图、权限、会话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等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字段，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支持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认证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3020204020204" pitchFamily="34" charset="-120"/>
              </a:rPr>
              <a:t>与协同追踪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3020204020204" pitchFamily="34" charset="-12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249035" y="2557780"/>
            <a:ext cx="5274310" cy="349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创新点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1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：构建基于标识网络的标识技术体系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478905" y="4068445"/>
            <a:ext cx="49282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创新点2：基于大语言模型的任务编排方法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6478905" y="4434840"/>
            <a:ext cx="739140" cy="574396"/>
            <a:chOff x="1000" y="5675"/>
            <a:chExt cx="1910" cy="1739"/>
          </a:xfrm>
        </p:grpSpPr>
        <p:sp>
          <p:nvSpPr>
            <p:cNvPr id="186" name="圆角矩形 185"/>
            <p:cNvSpPr/>
            <p:nvPr/>
          </p:nvSpPr>
          <p:spPr>
            <a:xfrm>
              <a:off x="1214" y="5675"/>
              <a:ext cx="1476" cy="1736"/>
            </a:xfrm>
            <a:prstGeom prst="roundRect">
              <a:avLst/>
            </a:prstGeom>
            <a:solidFill>
              <a:srgbClr val="EEEDFD">
                <a:alpha val="80000"/>
              </a:srgbClr>
            </a:solidFill>
            <a:ln>
              <a:solidFill>
                <a:srgbClr val="665CA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187" name="组合 186"/>
            <p:cNvGrpSpPr/>
            <p:nvPr/>
          </p:nvGrpSpPr>
          <p:grpSpPr>
            <a:xfrm>
              <a:off x="1545" y="5928"/>
              <a:ext cx="825" cy="1136"/>
              <a:chOff x="4312" y="3037"/>
              <a:chExt cx="1744" cy="2319"/>
            </a:xfrm>
          </p:grpSpPr>
          <p:sp>
            <p:nvSpPr>
              <p:cNvPr id="188" name="椭圆 187"/>
              <p:cNvSpPr/>
              <p:nvPr/>
            </p:nvSpPr>
            <p:spPr>
              <a:xfrm>
                <a:off x="4789" y="3037"/>
                <a:ext cx="768" cy="740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189" name="椭圆 188"/>
              <p:cNvSpPr/>
              <p:nvPr/>
            </p:nvSpPr>
            <p:spPr>
              <a:xfrm>
                <a:off x="4312" y="3899"/>
                <a:ext cx="1744" cy="1457"/>
              </a:xfrm>
              <a:prstGeom prst="ellipse">
                <a:avLst/>
              </a:prstGeom>
              <a:ln w="19050">
                <a:gradFill>
                  <a:gsLst>
                    <a:gs pos="50000">
                      <a:srgbClr val="665CAC">
                        <a:alpha val="100000"/>
                      </a:srgbClr>
                    </a:gs>
                    <a:gs pos="5000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</p:grpSp>
        <p:sp>
          <p:nvSpPr>
            <p:cNvPr id="190" name="文本框 189"/>
            <p:cNvSpPr txBox="1"/>
            <p:nvPr/>
          </p:nvSpPr>
          <p:spPr>
            <a:xfrm>
              <a:off x="1000" y="6718"/>
              <a:ext cx="1910" cy="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84FA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用户请求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584FA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7740650" y="4434840"/>
            <a:ext cx="739140" cy="573405"/>
            <a:chOff x="2823" y="5675"/>
            <a:chExt cx="1910" cy="1736"/>
          </a:xfrm>
        </p:grpSpPr>
        <p:sp>
          <p:nvSpPr>
            <p:cNvPr id="192" name="圆角矩形 191"/>
            <p:cNvSpPr/>
            <p:nvPr/>
          </p:nvSpPr>
          <p:spPr>
            <a:xfrm>
              <a:off x="3040" y="5675"/>
              <a:ext cx="1476" cy="1736"/>
            </a:xfrm>
            <a:prstGeom prst="roundRect">
              <a:avLst/>
            </a:prstGeom>
            <a:solidFill>
              <a:srgbClr val="EEEDFD">
                <a:alpha val="80000"/>
              </a:srgbClr>
            </a:solidFill>
            <a:ln>
              <a:solidFill>
                <a:srgbClr val="665CA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3279" y="6020"/>
              <a:ext cx="1067" cy="650"/>
              <a:chOff x="4463" y="5470"/>
              <a:chExt cx="6978" cy="3415"/>
            </a:xfrm>
          </p:grpSpPr>
          <p:sp>
            <p:nvSpPr>
              <p:cNvPr id="194" name="椭圆 193"/>
              <p:cNvSpPr/>
              <p:nvPr/>
            </p:nvSpPr>
            <p:spPr>
              <a:xfrm>
                <a:off x="4463" y="5470"/>
                <a:ext cx="1027" cy="883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195" name="圆角矩形 194"/>
              <p:cNvSpPr/>
              <p:nvPr/>
            </p:nvSpPr>
            <p:spPr>
              <a:xfrm>
                <a:off x="5699" y="5598"/>
                <a:ext cx="5742" cy="630"/>
              </a:xfrm>
              <a:prstGeom prst="roundRect">
                <a:avLst>
                  <a:gd name="adj" fmla="val 50000"/>
                </a:avLst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196" name="椭圆 195"/>
              <p:cNvSpPr/>
              <p:nvPr/>
            </p:nvSpPr>
            <p:spPr>
              <a:xfrm>
                <a:off x="4463" y="6736"/>
                <a:ext cx="1027" cy="883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197" name="圆角矩形 196"/>
              <p:cNvSpPr/>
              <p:nvPr/>
            </p:nvSpPr>
            <p:spPr>
              <a:xfrm>
                <a:off x="5699" y="6886"/>
                <a:ext cx="4055" cy="630"/>
              </a:xfrm>
              <a:prstGeom prst="roundRect">
                <a:avLst>
                  <a:gd name="adj" fmla="val 50000"/>
                </a:avLst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198" name="椭圆 197"/>
              <p:cNvSpPr/>
              <p:nvPr/>
            </p:nvSpPr>
            <p:spPr>
              <a:xfrm>
                <a:off x="4463" y="8002"/>
                <a:ext cx="1027" cy="883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199" name="圆角矩形 198"/>
              <p:cNvSpPr/>
              <p:nvPr/>
            </p:nvSpPr>
            <p:spPr>
              <a:xfrm>
                <a:off x="5699" y="8134"/>
                <a:ext cx="5239" cy="630"/>
              </a:xfrm>
              <a:prstGeom prst="roundRect">
                <a:avLst>
                  <a:gd name="adj" fmla="val 50000"/>
                </a:avLst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</p:grpSp>
        <p:sp>
          <p:nvSpPr>
            <p:cNvPr id="200" name="文本框 199"/>
            <p:cNvSpPr txBox="1"/>
            <p:nvPr/>
          </p:nvSpPr>
          <p:spPr>
            <a:xfrm>
              <a:off x="2823" y="6699"/>
              <a:ext cx="1910" cy="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84FA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任务分解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584FA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9002395" y="4434840"/>
            <a:ext cx="739140" cy="574396"/>
            <a:chOff x="4624" y="5675"/>
            <a:chExt cx="1910" cy="1739"/>
          </a:xfrm>
        </p:grpSpPr>
        <p:sp>
          <p:nvSpPr>
            <p:cNvPr id="202" name="圆角矩形 201"/>
            <p:cNvSpPr/>
            <p:nvPr/>
          </p:nvSpPr>
          <p:spPr>
            <a:xfrm>
              <a:off x="4843" y="5675"/>
              <a:ext cx="1476" cy="1736"/>
            </a:xfrm>
            <a:prstGeom prst="roundRect">
              <a:avLst/>
            </a:prstGeom>
            <a:solidFill>
              <a:srgbClr val="EEEDFD">
                <a:alpha val="80000"/>
              </a:srgbClr>
            </a:solidFill>
            <a:ln>
              <a:solidFill>
                <a:srgbClr val="665CA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206" name="组合 205"/>
            <p:cNvGrpSpPr/>
            <p:nvPr/>
          </p:nvGrpSpPr>
          <p:grpSpPr>
            <a:xfrm>
              <a:off x="5083" y="5914"/>
              <a:ext cx="996" cy="784"/>
              <a:chOff x="5723" y="6042"/>
              <a:chExt cx="996" cy="784"/>
            </a:xfrm>
          </p:grpSpPr>
          <p:sp>
            <p:nvSpPr>
              <p:cNvPr id="207" name="椭圆 206"/>
              <p:cNvSpPr/>
              <p:nvPr/>
            </p:nvSpPr>
            <p:spPr>
              <a:xfrm>
                <a:off x="5723" y="6042"/>
                <a:ext cx="257" cy="265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08" name="椭圆 207"/>
              <p:cNvSpPr/>
              <p:nvPr/>
            </p:nvSpPr>
            <p:spPr>
              <a:xfrm>
                <a:off x="6463" y="6042"/>
                <a:ext cx="257" cy="265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09" name="椭圆 208"/>
              <p:cNvSpPr/>
              <p:nvPr/>
            </p:nvSpPr>
            <p:spPr>
              <a:xfrm>
                <a:off x="6096" y="6562"/>
                <a:ext cx="257" cy="265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210" name="直接连接符 209"/>
              <p:cNvCxnSpPr>
                <a:stCxn id="207" idx="5"/>
                <a:endCxn id="209" idx="1"/>
              </p:cNvCxnSpPr>
              <p:nvPr/>
            </p:nvCxnSpPr>
            <p:spPr>
              <a:xfrm>
                <a:off x="5942" y="6268"/>
                <a:ext cx="192" cy="333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>
                <a:stCxn id="207" idx="6"/>
                <a:endCxn id="208" idx="2"/>
              </p:cNvCxnSpPr>
              <p:nvPr/>
            </p:nvCxnSpPr>
            <p:spPr>
              <a:xfrm>
                <a:off x="5980" y="6175"/>
                <a:ext cx="483" cy="0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>
                <a:stCxn id="209" idx="7"/>
                <a:endCxn id="208" idx="3"/>
              </p:cNvCxnSpPr>
              <p:nvPr/>
            </p:nvCxnSpPr>
            <p:spPr>
              <a:xfrm flipV="1">
                <a:off x="6315" y="6268"/>
                <a:ext cx="186" cy="333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13" name="文本框 212"/>
            <p:cNvSpPr txBox="1"/>
            <p:nvPr/>
          </p:nvSpPr>
          <p:spPr>
            <a:xfrm>
              <a:off x="4624" y="6718"/>
              <a:ext cx="1910" cy="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84FA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构建</a:t>
              </a: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rgbClr val="584FA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DAG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584FA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10264140" y="4416425"/>
            <a:ext cx="739140" cy="574396"/>
            <a:chOff x="6378" y="5675"/>
            <a:chExt cx="1910" cy="1739"/>
          </a:xfrm>
        </p:grpSpPr>
        <p:sp>
          <p:nvSpPr>
            <p:cNvPr id="215" name="圆角矩形 214"/>
            <p:cNvSpPr/>
            <p:nvPr/>
          </p:nvSpPr>
          <p:spPr>
            <a:xfrm>
              <a:off x="6560" y="5675"/>
              <a:ext cx="1476" cy="1736"/>
            </a:xfrm>
            <a:prstGeom prst="roundRect">
              <a:avLst/>
            </a:prstGeom>
            <a:solidFill>
              <a:srgbClr val="EEEDFD">
                <a:alpha val="80000"/>
              </a:srgbClr>
            </a:solidFill>
            <a:ln>
              <a:solidFill>
                <a:srgbClr val="665CA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239" name="组合 238"/>
            <p:cNvGrpSpPr/>
            <p:nvPr/>
          </p:nvGrpSpPr>
          <p:grpSpPr>
            <a:xfrm>
              <a:off x="6835" y="5951"/>
              <a:ext cx="941" cy="767"/>
              <a:chOff x="8580" y="6079"/>
              <a:chExt cx="941" cy="767"/>
            </a:xfrm>
          </p:grpSpPr>
          <p:cxnSp>
            <p:nvCxnSpPr>
              <p:cNvPr id="240" name="直接连接符 239"/>
              <p:cNvCxnSpPr/>
              <p:nvPr/>
            </p:nvCxnSpPr>
            <p:spPr>
              <a:xfrm flipV="1">
                <a:off x="8580" y="6079"/>
                <a:ext cx="927" cy="1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/>
              <p:cNvCxnSpPr/>
              <p:nvPr/>
            </p:nvCxnSpPr>
            <p:spPr>
              <a:xfrm>
                <a:off x="8587" y="6086"/>
                <a:ext cx="10" cy="420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/>
              <p:cNvCxnSpPr/>
              <p:nvPr/>
            </p:nvCxnSpPr>
            <p:spPr>
              <a:xfrm>
                <a:off x="9507" y="6080"/>
                <a:ext cx="10" cy="420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/>
              <p:cNvCxnSpPr/>
              <p:nvPr/>
            </p:nvCxnSpPr>
            <p:spPr>
              <a:xfrm>
                <a:off x="8597" y="6491"/>
                <a:ext cx="490" cy="355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 flipV="1">
                <a:off x="9081" y="6496"/>
                <a:ext cx="440" cy="350"/>
              </a:xfrm>
              <a:prstGeom prst="lin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6" name="椭圆 245"/>
              <p:cNvSpPr/>
              <p:nvPr/>
            </p:nvSpPr>
            <p:spPr>
              <a:xfrm>
                <a:off x="8673" y="6153"/>
                <a:ext cx="200" cy="208"/>
              </a:xfrm>
              <a:prstGeom prst="ellipse">
                <a:avLst/>
              </a:prstGeom>
              <a:ln w="19050">
                <a:solidFill>
                  <a:srgbClr val="584F9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</p:grpSp>
        <p:sp>
          <p:nvSpPr>
            <p:cNvPr id="247" name="文本框 246"/>
            <p:cNvSpPr txBox="1"/>
            <p:nvPr/>
          </p:nvSpPr>
          <p:spPr>
            <a:xfrm>
              <a:off x="6378" y="6718"/>
              <a:ext cx="1910" cy="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584FA0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提取能力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584FA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cxnSp>
        <p:nvCxnSpPr>
          <p:cNvPr id="248" name="直接箭头连接符 247"/>
          <p:cNvCxnSpPr/>
          <p:nvPr/>
        </p:nvCxnSpPr>
        <p:spPr>
          <a:xfrm flipV="1">
            <a:off x="7359015" y="4706620"/>
            <a:ext cx="293370" cy="1270"/>
          </a:xfrm>
          <a:prstGeom prst="straightConnector1">
            <a:avLst/>
          </a:prstGeom>
          <a:ln>
            <a:solidFill>
              <a:srgbClr val="584F9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9" name="直接箭头连接符 248"/>
          <p:cNvCxnSpPr/>
          <p:nvPr/>
        </p:nvCxnSpPr>
        <p:spPr>
          <a:xfrm flipV="1">
            <a:off x="8642350" y="4705350"/>
            <a:ext cx="293370" cy="1270"/>
          </a:xfrm>
          <a:prstGeom prst="straightConnector1">
            <a:avLst/>
          </a:prstGeom>
          <a:ln>
            <a:solidFill>
              <a:srgbClr val="584F9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/>
          <p:nvPr/>
        </p:nvCxnSpPr>
        <p:spPr>
          <a:xfrm flipV="1">
            <a:off x="9867265" y="4697095"/>
            <a:ext cx="293370" cy="1270"/>
          </a:xfrm>
          <a:prstGeom prst="straightConnector1">
            <a:avLst/>
          </a:prstGeom>
          <a:ln>
            <a:solidFill>
              <a:srgbClr val="584F9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1" name="组合 250"/>
          <p:cNvGrpSpPr/>
          <p:nvPr/>
        </p:nvGrpSpPr>
        <p:grpSpPr>
          <a:xfrm>
            <a:off x="10264140" y="5146675"/>
            <a:ext cx="738505" cy="621030"/>
            <a:chOff x="8053" y="5675"/>
            <a:chExt cx="1732" cy="1736"/>
          </a:xfrm>
        </p:grpSpPr>
        <p:sp>
          <p:nvSpPr>
            <p:cNvPr id="252" name="圆角矩形 251"/>
            <p:cNvSpPr/>
            <p:nvPr/>
          </p:nvSpPr>
          <p:spPr>
            <a:xfrm>
              <a:off x="8212" y="5675"/>
              <a:ext cx="1476" cy="1736"/>
            </a:xfrm>
            <a:prstGeom prst="roundRect">
              <a:avLst/>
            </a:prstGeom>
            <a:solidFill>
              <a:srgbClr val="E1F4EE">
                <a:alpha val="80000"/>
              </a:srgbClr>
            </a:solidFill>
            <a:ln>
              <a:solidFill>
                <a:srgbClr val="14675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253" name="组合 252"/>
            <p:cNvGrpSpPr/>
            <p:nvPr/>
          </p:nvGrpSpPr>
          <p:grpSpPr>
            <a:xfrm>
              <a:off x="8605" y="5924"/>
              <a:ext cx="624" cy="670"/>
              <a:chOff x="9359" y="6128"/>
              <a:chExt cx="408" cy="461"/>
            </a:xfrm>
          </p:grpSpPr>
          <p:sp>
            <p:nvSpPr>
              <p:cNvPr id="254" name="椭圆 253"/>
              <p:cNvSpPr/>
              <p:nvPr/>
            </p:nvSpPr>
            <p:spPr>
              <a:xfrm>
                <a:off x="9359" y="6128"/>
                <a:ext cx="347" cy="363"/>
              </a:xfrm>
              <a:prstGeom prst="ellipse">
                <a:avLst/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cxnSp>
            <p:nvCxnSpPr>
              <p:cNvPr id="255" name="直接连接符 254"/>
              <p:cNvCxnSpPr/>
              <p:nvPr/>
            </p:nvCxnSpPr>
            <p:spPr>
              <a:xfrm>
                <a:off x="9643" y="6451"/>
                <a:ext cx="124" cy="139"/>
              </a:xfrm>
              <a:prstGeom prst="line">
                <a:avLst/>
              </a:prstGeom>
              <a:ln w="28575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56" name="文本框 255"/>
            <p:cNvSpPr txBox="1"/>
            <p:nvPr/>
          </p:nvSpPr>
          <p:spPr>
            <a:xfrm>
              <a:off x="8053" y="6459"/>
              <a:ext cx="1732" cy="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srgbClr val="14675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Agent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4675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发现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4675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8994775" y="5150485"/>
            <a:ext cx="828675" cy="617220"/>
            <a:chOff x="9471" y="5675"/>
            <a:chExt cx="2105" cy="1736"/>
          </a:xfrm>
        </p:grpSpPr>
        <p:sp>
          <p:nvSpPr>
            <p:cNvPr id="258" name="圆角矩形 257"/>
            <p:cNvSpPr/>
            <p:nvPr/>
          </p:nvSpPr>
          <p:spPr>
            <a:xfrm>
              <a:off x="9747" y="5675"/>
              <a:ext cx="1476" cy="1736"/>
            </a:xfrm>
            <a:prstGeom prst="roundRect">
              <a:avLst/>
            </a:prstGeom>
            <a:solidFill>
              <a:srgbClr val="E1F4EE">
                <a:alpha val="80000"/>
              </a:srgbClr>
            </a:solidFill>
            <a:ln>
              <a:solidFill>
                <a:srgbClr val="14675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259" name="组合 258"/>
            <p:cNvGrpSpPr/>
            <p:nvPr/>
          </p:nvGrpSpPr>
          <p:grpSpPr>
            <a:xfrm>
              <a:off x="9990" y="5958"/>
              <a:ext cx="991" cy="908"/>
              <a:chOff x="10758" y="6360"/>
              <a:chExt cx="991" cy="908"/>
            </a:xfrm>
          </p:grpSpPr>
          <p:grpSp>
            <p:nvGrpSpPr>
              <p:cNvPr id="260" name="组合 259"/>
              <p:cNvGrpSpPr/>
              <p:nvPr/>
            </p:nvGrpSpPr>
            <p:grpSpPr>
              <a:xfrm>
                <a:off x="10758" y="6360"/>
                <a:ext cx="490" cy="908"/>
                <a:chOff x="4312" y="3037"/>
                <a:chExt cx="1744" cy="2383"/>
              </a:xfrm>
            </p:grpSpPr>
            <p:sp>
              <p:nvSpPr>
                <p:cNvPr id="261" name="椭圆 260"/>
                <p:cNvSpPr/>
                <p:nvPr/>
              </p:nvSpPr>
              <p:spPr>
                <a:xfrm>
                  <a:off x="4718" y="3037"/>
                  <a:ext cx="997" cy="740"/>
                </a:xfrm>
                <a:prstGeom prst="ellipse">
                  <a:avLst/>
                </a:prstGeom>
                <a:ln w="19050">
                  <a:solidFill>
                    <a:srgbClr val="14675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383535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62" name="椭圆 261"/>
                <p:cNvSpPr/>
                <p:nvPr/>
              </p:nvSpPr>
              <p:spPr>
                <a:xfrm>
                  <a:off x="4312" y="3963"/>
                  <a:ext cx="1744" cy="1457"/>
                </a:xfrm>
                <a:prstGeom prst="ellipse">
                  <a:avLst/>
                </a:prstGeom>
                <a:ln w="19050">
                  <a:gradFill>
                    <a:gsLst>
                      <a:gs pos="50000">
                        <a:srgbClr val="146751"/>
                      </a:gs>
                      <a:gs pos="50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383535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endParaRPr>
                </a:p>
              </p:txBody>
            </p:sp>
          </p:grpSp>
          <p:grpSp>
            <p:nvGrpSpPr>
              <p:cNvPr id="263" name="组合 262"/>
              <p:cNvGrpSpPr/>
              <p:nvPr/>
            </p:nvGrpSpPr>
            <p:grpSpPr>
              <a:xfrm>
                <a:off x="11259" y="6360"/>
                <a:ext cx="490" cy="908"/>
                <a:chOff x="4312" y="3037"/>
                <a:chExt cx="1744" cy="2383"/>
              </a:xfrm>
            </p:grpSpPr>
            <p:sp>
              <p:nvSpPr>
                <p:cNvPr id="264" name="椭圆 263"/>
                <p:cNvSpPr/>
                <p:nvPr/>
              </p:nvSpPr>
              <p:spPr>
                <a:xfrm>
                  <a:off x="4643" y="3037"/>
                  <a:ext cx="986" cy="740"/>
                </a:xfrm>
                <a:prstGeom prst="ellipse">
                  <a:avLst/>
                </a:prstGeom>
                <a:ln w="19050">
                  <a:solidFill>
                    <a:srgbClr val="14675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383535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endParaRPr>
                </a:p>
              </p:txBody>
            </p:sp>
            <p:sp>
              <p:nvSpPr>
                <p:cNvPr id="265" name="椭圆 264"/>
                <p:cNvSpPr/>
                <p:nvPr/>
              </p:nvSpPr>
              <p:spPr>
                <a:xfrm>
                  <a:off x="4312" y="3963"/>
                  <a:ext cx="1744" cy="1457"/>
                </a:xfrm>
                <a:prstGeom prst="ellipse">
                  <a:avLst/>
                </a:prstGeom>
                <a:ln w="19050">
                  <a:gradFill>
                    <a:gsLst>
                      <a:gs pos="50000">
                        <a:srgbClr val="146751"/>
                      </a:gs>
                      <a:gs pos="50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383535"/>
                    </a:solidFill>
                    <a:effectLst/>
                    <a:uLnTx/>
                    <a:uFillTx/>
                    <a:latin typeface="微软雅黑" panose="020B0502040204020203" charset="-122"/>
                    <a:ea typeface="微软雅黑" panose="020B0502040204020203" charset="-122"/>
                    <a:cs typeface="+mn-cs"/>
                  </a:endParaRPr>
                </a:p>
              </p:txBody>
            </p:sp>
          </p:grpSp>
        </p:grpSp>
        <p:sp>
          <p:nvSpPr>
            <p:cNvPr id="266" name="文本框 265"/>
            <p:cNvSpPr txBox="1"/>
            <p:nvPr/>
          </p:nvSpPr>
          <p:spPr>
            <a:xfrm>
              <a:off x="9471" y="6718"/>
              <a:ext cx="2105" cy="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14675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候选集合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4675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7740650" y="5193665"/>
            <a:ext cx="829945" cy="574040"/>
            <a:chOff x="10426" y="2474"/>
            <a:chExt cx="2105" cy="1736"/>
          </a:xfrm>
        </p:grpSpPr>
        <p:sp>
          <p:nvSpPr>
            <p:cNvPr id="268" name="圆角矩形 267"/>
            <p:cNvSpPr/>
            <p:nvPr/>
          </p:nvSpPr>
          <p:spPr>
            <a:xfrm>
              <a:off x="10739" y="2474"/>
              <a:ext cx="1476" cy="1736"/>
            </a:xfrm>
            <a:prstGeom prst="roundRect">
              <a:avLst/>
            </a:prstGeom>
            <a:solidFill>
              <a:srgbClr val="E1F4EE">
                <a:alpha val="80000"/>
              </a:srgbClr>
            </a:solidFill>
            <a:ln>
              <a:solidFill>
                <a:srgbClr val="14675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269" name="组合 268"/>
            <p:cNvGrpSpPr/>
            <p:nvPr/>
          </p:nvGrpSpPr>
          <p:grpSpPr>
            <a:xfrm>
              <a:off x="11067" y="2728"/>
              <a:ext cx="822" cy="676"/>
              <a:chOff x="12194" y="6151"/>
              <a:chExt cx="822" cy="676"/>
            </a:xfrm>
          </p:grpSpPr>
          <p:sp>
            <p:nvSpPr>
              <p:cNvPr id="270" name="圆角矩形 269"/>
              <p:cNvSpPr/>
              <p:nvPr/>
            </p:nvSpPr>
            <p:spPr>
              <a:xfrm>
                <a:off x="12194" y="6151"/>
                <a:ext cx="822" cy="302"/>
              </a:xfrm>
              <a:prstGeom prst="roundRect">
                <a:avLst>
                  <a:gd name="adj" fmla="val 31578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72" name="椭圆 271"/>
              <p:cNvSpPr/>
              <p:nvPr/>
            </p:nvSpPr>
            <p:spPr>
              <a:xfrm>
                <a:off x="12762" y="6600"/>
                <a:ext cx="173" cy="163"/>
              </a:xfrm>
              <a:prstGeom prst="ellipse">
                <a:avLst/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73" name="圆角矩形 272"/>
              <p:cNvSpPr/>
              <p:nvPr/>
            </p:nvSpPr>
            <p:spPr>
              <a:xfrm>
                <a:off x="12196" y="6535"/>
                <a:ext cx="817" cy="293"/>
              </a:xfrm>
              <a:prstGeom prst="roundRect">
                <a:avLst>
                  <a:gd name="adj" fmla="val 31578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74" name="椭圆 273"/>
              <p:cNvSpPr/>
              <p:nvPr/>
            </p:nvSpPr>
            <p:spPr>
              <a:xfrm>
                <a:off x="12760" y="6218"/>
                <a:ext cx="173" cy="163"/>
              </a:xfrm>
              <a:prstGeom prst="ellipse">
                <a:avLst/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</p:grpSp>
        <p:sp>
          <p:nvSpPr>
            <p:cNvPr id="275" name="文本框 274"/>
            <p:cNvSpPr txBox="1"/>
            <p:nvPr/>
          </p:nvSpPr>
          <p:spPr>
            <a:xfrm>
              <a:off x="10426" y="3491"/>
              <a:ext cx="2105" cy="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rgbClr val="14675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Profile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14675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查询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4675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</p:grpSp>
      <p:grpSp>
        <p:nvGrpSpPr>
          <p:cNvPr id="276" name="组合 275"/>
          <p:cNvGrpSpPr/>
          <p:nvPr/>
        </p:nvGrpSpPr>
        <p:grpSpPr>
          <a:xfrm>
            <a:off x="6478270" y="5177790"/>
            <a:ext cx="866140" cy="589915"/>
            <a:chOff x="12811" y="5675"/>
            <a:chExt cx="2105" cy="1678"/>
          </a:xfrm>
        </p:grpSpPr>
        <p:sp>
          <p:nvSpPr>
            <p:cNvPr id="277" name="圆角矩形 276"/>
            <p:cNvSpPr/>
            <p:nvPr/>
          </p:nvSpPr>
          <p:spPr>
            <a:xfrm>
              <a:off x="13122" y="5675"/>
              <a:ext cx="1380" cy="1631"/>
            </a:xfrm>
            <a:prstGeom prst="roundRect">
              <a:avLst/>
            </a:prstGeom>
            <a:solidFill>
              <a:srgbClr val="E1F4EE">
                <a:alpha val="80000"/>
              </a:srgbClr>
            </a:solidFill>
            <a:ln>
              <a:solidFill>
                <a:srgbClr val="14675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  <p:grpSp>
          <p:nvGrpSpPr>
            <p:cNvPr id="278" name="组合 277"/>
            <p:cNvGrpSpPr/>
            <p:nvPr/>
          </p:nvGrpSpPr>
          <p:grpSpPr>
            <a:xfrm>
              <a:off x="13449" y="5934"/>
              <a:ext cx="822" cy="676"/>
              <a:chOff x="13391" y="6149"/>
              <a:chExt cx="822" cy="676"/>
            </a:xfrm>
          </p:grpSpPr>
          <p:sp>
            <p:nvSpPr>
              <p:cNvPr id="279" name="圆角矩形 278"/>
              <p:cNvSpPr/>
              <p:nvPr/>
            </p:nvSpPr>
            <p:spPr>
              <a:xfrm>
                <a:off x="13391" y="6151"/>
                <a:ext cx="822" cy="675"/>
              </a:xfrm>
              <a:prstGeom prst="roundRect">
                <a:avLst>
                  <a:gd name="adj" fmla="val 16000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0" name="圆角矩形 279"/>
              <p:cNvSpPr/>
              <p:nvPr/>
            </p:nvSpPr>
            <p:spPr>
              <a:xfrm>
                <a:off x="13391" y="6149"/>
                <a:ext cx="822" cy="242"/>
              </a:xfrm>
              <a:prstGeom prst="roundRect">
                <a:avLst>
                  <a:gd name="adj" fmla="val 33751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1" name="圆角矩形 280"/>
              <p:cNvSpPr/>
              <p:nvPr/>
            </p:nvSpPr>
            <p:spPr>
              <a:xfrm>
                <a:off x="13474" y="6447"/>
                <a:ext cx="180" cy="136"/>
              </a:xfrm>
              <a:prstGeom prst="roundRect">
                <a:avLst>
                  <a:gd name="adj" fmla="val 20500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2" name="圆角矩形 281"/>
              <p:cNvSpPr/>
              <p:nvPr/>
            </p:nvSpPr>
            <p:spPr>
              <a:xfrm>
                <a:off x="13712" y="6451"/>
                <a:ext cx="180" cy="136"/>
              </a:xfrm>
              <a:prstGeom prst="roundRect">
                <a:avLst>
                  <a:gd name="adj" fmla="val 20500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3" name="圆角矩形 282"/>
              <p:cNvSpPr/>
              <p:nvPr/>
            </p:nvSpPr>
            <p:spPr>
              <a:xfrm>
                <a:off x="13950" y="6453"/>
                <a:ext cx="180" cy="136"/>
              </a:xfrm>
              <a:prstGeom prst="roundRect">
                <a:avLst>
                  <a:gd name="adj" fmla="val 20500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  <p:sp>
            <p:nvSpPr>
              <p:cNvPr id="284" name="圆角矩形 283"/>
              <p:cNvSpPr/>
              <p:nvPr/>
            </p:nvSpPr>
            <p:spPr>
              <a:xfrm>
                <a:off x="13712" y="6647"/>
                <a:ext cx="180" cy="136"/>
              </a:xfrm>
              <a:prstGeom prst="roundRect">
                <a:avLst>
                  <a:gd name="adj" fmla="val 20500"/>
                </a:avLst>
              </a:prstGeom>
              <a:ln w="19050">
                <a:solidFill>
                  <a:srgbClr val="14675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endParaRPr>
              </a:p>
            </p:txBody>
          </p:sp>
        </p:grpSp>
        <p:sp>
          <p:nvSpPr>
            <p:cNvPr id="285" name="文本框 284"/>
            <p:cNvSpPr txBox="1"/>
            <p:nvPr/>
          </p:nvSpPr>
          <p:spPr>
            <a:xfrm>
              <a:off x="12811" y="6699"/>
              <a:ext cx="2105" cy="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14675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cs typeface="+mn-cs"/>
                </a:rPr>
                <a:t>代价评估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4675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endParaRPr>
            </a:p>
          </p:txBody>
        </p:sp>
      </p:grpSp>
      <p:cxnSp>
        <p:nvCxnSpPr>
          <p:cNvPr id="286" name="直接箭头连接符 285"/>
          <p:cNvCxnSpPr/>
          <p:nvPr/>
        </p:nvCxnSpPr>
        <p:spPr>
          <a:xfrm flipH="1" flipV="1">
            <a:off x="9829800" y="5550535"/>
            <a:ext cx="280035" cy="9525"/>
          </a:xfrm>
          <a:prstGeom prst="straightConnector1">
            <a:avLst/>
          </a:prstGeom>
          <a:ln>
            <a:solidFill>
              <a:srgbClr val="14675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7" name="直接箭头连接符 286"/>
          <p:cNvCxnSpPr/>
          <p:nvPr/>
        </p:nvCxnSpPr>
        <p:spPr>
          <a:xfrm flipH="1" flipV="1">
            <a:off x="8642350" y="5550535"/>
            <a:ext cx="280035" cy="9525"/>
          </a:xfrm>
          <a:prstGeom prst="straightConnector1">
            <a:avLst/>
          </a:prstGeom>
          <a:ln>
            <a:solidFill>
              <a:srgbClr val="14675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8" name="直接箭头连接符 287"/>
          <p:cNvCxnSpPr/>
          <p:nvPr/>
        </p:nvCxnSpPr>
        <p:spPr>
          <a:xfrm flipH="1" flipV="1">
            <a:off x="7344410" y="5550535"/>
            <a:ext cx="280035" cy="9525"/>
          </a:xfrm>
          <a:prstGeom prst="straightConnector1">
            <a:avLst/>
          </a:prstGeom>
          <a:ln>
            <a:solidFill>
              <a:srgbClr val="14675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9" name="圆角矩形 288"/>
          <p:cNvSpPr/>
          <p:nvPr/>
        </p:nvSpPr>
        <p:spPr>
          <a:xfrm>
            <a:off x="6658610" y="5979795"/>
            <a:ext cx="4345305" cy="245745"/>
          </a:xfrm>
          <a:prstGeom prst="roundRect">
            <a:avLst/>
          </a:prstGeom>
          <a:solidFill>
            <a:srgbClr val="FAEDE7">
              <a:alpha val="80000"/>
            </a:srgbClr>
          </a:solidFill>
          <a:ln>
            <a:solidFill>
              <a:srgbClr val="8D422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智能体编排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cxnSp>
        <p:nvCxnSpPr>
          <p:cNvPr id="290" name="直接箭头连接符 289"/>
          <p:cNvCxnSpPr/>
          <p:nvPr/>
        </p:nvCxnSpPr>
        <p:spPr>
          <a:xfrm>
            <a:off x="6902450" y="5812155"/>
            <a:ext cx="10160" cy="158750"/>
          </a:xfrm>
          <a:prstGeom prst="straightConnector1">
            <a:avLst/>
          </a:prstGeom>
          <a:ln>
            <a:solidFill>
              <a:srgbClr val="A6695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750820" y="4215765"/>
            <a:ext cx="7969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长距</a:t>
            </a:r>
            <a:r>
              <a:rPr lang="en-US" altLang="zh-CN" sz="800" b="1"/>
              <a:t>RDMA</a:t>
            </a:r>
            <a:endParaRPr lang="en-US" altLang="zh-CN" sz="800" b="1"/>
          </a:p>
        </p:txBody>
      </p:sp>
    </p:spTree>
    <p:custDataLst>
      <p:tags r:id="rId19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3.2.1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 推进异构多智能体协同方案试商用落地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685280" y="2543810"/>
            <a:ext cx="5287645" cy="3891915"/>
          </a:xfrm>
          <a:prstGeom prst="roundRect">
            <a:avLst>
              <a:gd name="adj" fmla="val 7086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88620" y="1007745"/>
            <a:ext cx="1124902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9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月，中国电信研究院联合天翼物联，在江苏</a:t>
            </a: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xx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工厂物流车间完成异构多智能体协同方案的试商用验证，实现异构智能体自主协同调度与巡检作业。</a:t>
            </a:r>
            <a:endParaRPr kumimoji="0" lang="zh-CN" altLang="en-US" sz="20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795" y="2600960"/>
            <a:ext cx="5831840" cy="3891915"/>
          </a:xfrm>
          <a:prstGeom prst="roundRect">
            <a:avLst>
              <a:gd name="adj" fmla="val 7086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81480" y="2022636"/>
            <a:ext cx="4637401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试点方案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3075" y="2830195"/>
            <a:ext cx="1273810" cy="822325"/>
          </a:xfrm>
          <a:prstGeom prst="rect">
            <a:avLst/>
          </a:prstGeom>
        </p:spPr>
      </p:pic>
      <p:sp>
        <p:nvSpPr>
          <p:cNvPr id="9" name="等腰三角形 8"/>
          <p:cNvSpPr/>
          <p:nvPr>
            <p:custDataLst>
              <p:tags r:id="rId5"/>
            </p:custDataLst>
          </p:nvPr>
        </p:nvSpPr>
        <p:spPr>
          <a:xfrm rot="5400000">
            <a:off x="1827530" y="3152140"/>
            <a:ext cx="235585" cy="16002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65985" y="2829560"/>
            <a:ext cx="1188720" cy="821690"/>
          </a:xfrm>
          <a:prstGeom prst="rect">
            <a:avLst/>
          </a:prstGeom>
        </p:spPr>
      </p:pic>
      <p:sp>
        <p:nvSpPr>
          <p:cNvPr id="14" name="等腰三角形 13"/>
          <p:cNvSpPr/>
          <p:nvPr>
            <p:custDataLst>
              <p:tags r:id="rId8"/>
            </p:custDataLst>
          </p:nvPr>
        </p:nvSpPr>
        <p:spPr>
          <a:xfrm rot="5400000">
            <a:off x="3456940" y="3152140"/>
            <a:ext cx="235585" cy="16002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773805" y="2831465"/>
            <a:ext cx="1126490" cy="821055"/>
          </a:xfrm>
          <a:prstGeom prst="rect">
            <a:avLst/>
          </a:prstGeom>
        </p:spPr>
      </p:pic>
      <p:sp>
        <p:nvSpPr>
          <p:cNvPr id="17" name="等腰三角形 16"/>
          <p:cNvSpPr/>
          <p:nvPr/>
        </p:nvSpPr>
        <p:spPr>
          <a:xfrm rot="5400000">
            <a:off x="4971415" y="3169920"/>
            <a:ext cx="235585" cy="16002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400050" y="3699510"/>
            <a:ext cx="13468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u="sng">
                <a:latin typeface="微软雅黑" panose="020B0502040204020203" charset="-122"/>
                <a:ea typeface="微软雅黑" panose="020B0502040204020203" charset="-122"/>
              </a:rPr>
              <a:t>机器狗车间巡检</a:t>
            </a:r>
            <a:endParaRPr lang="zh-CN" altLang="en-US" sz="1200" u="sng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2000885" y="3717290"/>
            <a:ext cx="1657985" cy="424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u="sng">
                <a:latin typeface="微软雅黑" panose="020B0502040204020203" charset="-122"/>
                <a:ea typeface="微软雅黑" panose="020B0502040204020203" charset="-122"/>
              </a:rPr>
              <a:t>异常</a:t>
            </a:r>
            <a:r>
              <a:rPr lang="en-US" altLang="zh-CN" sz="1200" u="sng">
                <a:latin typeface="微软雅黑" panose="020B0502040204020203" charset="-122"/>
                <a:ea typeface="微软雅黑" panose="020B0502040204020203" charset="-122"/>
              </a:rPr>
              <a:t>+</a:t>
            </a:r>
            <a:r>
              <a:rPr lang="zh-CN" altLang="en-US" sz="1200" u="sng">
                <a:latin typeface="微软雅黑" panose="020B0502040204020203" charset="-122"/>
                <a:ea typeface="微软雅黑" panose="020B0502040204020203" charset="-122"/>
              </a:rPr>
              <a:t>指令下达</a:t>
            </a:r>
            <a:endParaRPr lang="zh-CN" altLang="en-US" sz="1200" u="sng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3696335" y="3717290"/>
            <a:ext cx="13468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u="sng">
                <a:latin typeface="微软雅黑" panose="020B0502040204020203" charset="-122"/>
                <a:ea typeface="微软雅黑" panose="020B0502040204020203" charset="-122"/>
              </a:rPr>
              <a:t>机器人现场处置</a:t>
            </a:r>
            <a:endParaRPr lang="zh-CN" altLang="en-US" sz="1200" u="sng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4"/>
            </p:custDataLst>
          </p:nvPr>
        </p:nvSpPr>
        <p:spPr>
          <a:xfrm>
            <a:off x="885190" y="2942590"/>
            <a:ext cx="734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en-US" altLang="zh-CN" sz="2000" b="1">
              <a:solidFill>
                <a:schemeClr val="accent3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2470150" y="2942590"/>
            <a:ext cx="734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sz="2000" b="1">
              <a:solidFill>
                <a:schemeClr val="accent3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4018280" y="2942590"/>
            <a:ext cx="734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endParaRPr lang="en-US" altLang="zh-CN" sz="2000" b="1">
              <a:solidFill>
                <a:schemeClr val="accent3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075" y="4141470"/>
            <a:ext cx="5418455" cy="229425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1085215" y="5948045"/>
            <a:ext cx="33591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200" b="1">
                <a:solidFill>
                  <a:srgbClr val="0070C0"/>
                </a:solidFill>
                <a:latin typeface="Calibri" charset="0"/>
              </a:rPr>
              <a:t>①</a:t>
            </a:r>
            <a:endParaRPr lang="en-US" altLang="zh-CN" sz="1200" b="1">
              <a:solidFill>
                <a:srgbClr val="0070C0"/>
              </a:solidFill>
              <a:latin typeface="Calibri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44545" y="4605655"/>
            <a:ext cx="33591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200" b="1">
                <a:solidFill>
                  <a:srgbClr val="0070C0"/>
                </a:solidFill>
                <a:latin typeface="Calibri" charset="0"/>
              </a:rPr>
              <a:t>②</a:t>
            </a:r>
            <a:endParaRPr lang="en-US" altLang="zh-CN" sz="1200" b="1">
              <a:solidFill>
                <a:srgbClr val="0070C0"/>
              </a:solidFill>
              <a:latin typeface="Calibri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43170" y="5948045"/>
            <a:ext cx="33591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200" b="1">
                <a:solidFill>
                  <a:srgbClr val="0070C0"/>
                </a:solidFill>
                <a:latin typeface="Calibri" charset="0"/>
              </a:rPr>
              <a:t>③</a:t>
            </a:r>
            <a:endParaRPr lang="zh-CN" altLang="en-US" sz="1200" b="1">
              <a:solidFill>
                <a:srgbClr val="0070C0"/>
              </a:solidFill>
              <a:latin typeface="Calibri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20495" y="4261485"/>
            <a:ext cx="33591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200" b="1">
                <a:solidFill>
                  <a:srgbClr val="0070C0"/>
                </a:solidFill>
                <a:latin typeface="微软雅黑" panose="020B0502040204020203" charset="-122"/>
                <a:ea typeface="微软雅黑" panose="020B0502040204020203" charset="-122"/>
              </a:rPr>
              <a:t>④</a:t>
            </a:r>
            <a:endParaRPr lang="zh-CN" altLang="en-US" sz="1200" b="1">
              <a:solidFill>
                <a:srgbClr val="0070C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247640" y="2778125"/>
            <a:ext cx="725170" cy="9042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accent2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8"/>
            </p:custDataLst>
          </p:nvPr>
        </p:nvSpPr>
        <p:spPr>
          <a:xfrm>
            <a:off x="5425440" y="2804795"/>
            <a:ext cx="734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endParaRPr lang="en-US" altLang="zh-CN" sz="2000" b="1" i="1">
              <a:solidFill>
                <a:schemeClr val="accent3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304155" y="3120390"/>
            <a:ext cx="593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tx2">
                    <a:lumMod val="50000"/>
                  </a:schemeClr>
                </a:solidFill>
                <a:latin typeface="微软雅黑" panose="020B0502040204020203" charset="-122"/>
                <a:ea typeface="微软雅黑" panose="020B0502040204020203" charset="-122"/>
              </a:rPr>
              <a:t>处置完成</a:t>
            </a:r>
            <a:endParaRPr lang="zh-CN" altLang="en-US" sz="1400" b="1">
              <a:solidFill>
                <a:schemeClr val="tx2">
                  <a:lumMod val="50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9"/>
            </p:custDataLst>
          </p:nvPr>
        </p:nvSpPr>
        <p:spPr>
          <a:xfrm>
            <a:off x="7000010" y="2022636"/>
            <a:ext cx="4637401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实践成效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745605" y="2630805"/>
            <a:ext cx="5057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accent2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基于物联网工厂巡检场景，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2040204020203" charset="-122"/>
                <a:ea typeface="微软雅黑" panose="020B0502040204020203" charset="-122"/>
              </a:rPr>
              <a:t>本次试商用还完成了语义寻址、异常处理效率、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异构协议转译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2040204020203" charset="-122"/>
                <a:ea typeface="微软雅黑" panose="020B0502040204020203" charset="-122"/>
              </a:rPr>
              <a:t>方面的指标验证</a:t>
            </a:r>
            <a:endParaRPr lang="zh-CN" altLang="en-US" sz="1400" b="1">
              <a:solidFill>
                <a:schemeClr val="accent2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59" name="圆角矩形 28"/>
          <p:cNvSpPr/>
          <p:nvPr/>
        </p:nvSpPr>
        <p:spPr>
          <a:xfrm>
            <a:off x="6599555" y="3602232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语义寻址准确率</a:t>
            </a:r>
            <a:r>
              <a:rPr lang="en-US" altLang="zh-CN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&gt;85%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1" name="圆角矩形 28"/>
          <p:cNvSpPr/>
          <p:nvPr/>
        </p:nvSpPr>
        <p:spPr>
          <a:xfrm>
            <a:off x="9464040" y="3602232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单次寻址时延</a:t>
            </a:r>
            <a:r>
              <a:rPr lang="en-US" altLang="zh-CN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&lt;50ms</a:t>
            </a:r>
            <a:endParaRPr lang="en-US" altLang="zh-CN" sz="14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67" name="圆角矩形 28"/>
          <p:cNvSpPr/>
          <p:nvPr/>
        </p:nvSpPr>
        <p:spPr>
          <a:xfrm>
            <a:off x="6648450" y="5298317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告警自动处置率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~95%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>
            <a:off x="7086600" y="4678045"/>
            <a:ext cx="1699260" cy="0"/>
          </a:xfrm>
          <a:prstGeom prst="straightConnector1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7174865" y="4402455"/>
            <a:ext cx="395605" cy="2755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8027035" y="4141470"/>
            <a:ext cx="395605" cy="555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086600" y="4333875"/>
            <a:ext cx="687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</a:rPr>
              <a:t>~40%</a:t>
            </a:r>
            <a:endParaRPr lang="en-US" altLang="zh-CN" sz="1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967345" y="4213860"/>
            <a:ext cx="687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</a:rPr>
              <a:t>~88%</a:t>
            </a:r>
            <a:endParaRPr lang="en-US" altLang="zh-CN" sz="1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1" name="环形箭头 80"/>
          <p:cNvSpPr/>
          <p:nvPr/>
        </p:nvSpPr>
        <p:spPr>
          <a:xfrm rot="20160000">
            <a:off x="7514590" y="4239260"/>
            <a:ext cx="457200" cy="36703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464511"/>
              <a:gd name="adj5" fmla="val 125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圆角矩形 28"/>
          <p:cNvSpPr/>
          <p:nvPr/>
        </p:nvSpPr>
        <p:spPr>
          <a:xfrm>
            <a:off x="9315450" y="5184017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毫秒级异构协议转译耗时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cxnSp>
        <p:nvCxnSpPr>
          <p:cNvPr id="83" name="直接箭头连接符 82"/>
          <p:cNvCxnSpPr/>
          <p:nvPr/>
        </p:nvCxnSpPr>
        <p:spPr>
          <a:xfrm>
            <a:off x="9963150" y="4664075"/>
            <a:ext cx="1699260" cy="0"/>
          </a:xfrm>
          <a:prstGeom prst="straightConnector1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10051415" y="3975735"/>
            <a:ext cx="395605" cy="688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0903585" y="4402455"/>
            <a:ext cx="395605" cy="280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环形箭头 87"/>
          <p:cNvSpPr/>
          <p:nvPr/>
        </p:nvSpPr>
        <p:spPr>
          <a:xfrm rot="1920000">
            <a:off x="10383520" y="4086225"/>
            <a:ext cx="457200" cy="367030"/>
          </a:xfrm>
          <a:prstGeom prst="circularArrow">
            <a:avLst>
              <a:gd name="adj1" fmla="val 12500"/>
              <a:gd name="adj2" fmla="val 1563547"/>
              <a:gd name="adj3" fmla="val 20457681"/>
              <a:gd name="adj4" fmla="val 13569943"/>
              <a:gd name="adj5" fmla="val 125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0855325" y="4411980"/>
            <a:ext cx="582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</a:rPr>
              <a:t>38ms</a:t>
            </a:r>
            <a:endParaRPr lang="en-US" altLang="zh-CN" sz="1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0001250" y="3992880"/>
            <a:ext cx="582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秒级</a:t>
            </a:r>
            <a:endParaRPr lang="zh-CN" altLang="en-US" sz="1200">
              <a:latin typeface="微软雅黑" panose="020B0502040204020203" charset="-122"/>
              <a:ea typeface="微软雅黑" panose="020B0502040204020203" charset="-122"/>
              <a:cs typeface="Times New Roman" panose="02020503050405090304" pitchFamily="18" charset="0"/>
            </a:endParaRPr>
          </a:p>
        </p:txBody>
      </p:sp>
      <p:cxnSp>
        <p:nvCxnSpPr>
          <p:cNvPr id="91" name="直接箭头连接符 90"/>
          <p:cNvCxnSpPr/>
          <p:nvPr/>
        </p:nvCxnSpPr>
        <p:spPr>
          <a:xfrm>
            <a:off x="7127240" y="6085840"/>
            <a:ext cx="1699260" cy="0"/>
          </a:xfrm>
          <a:prstGeom prst="straightConnector1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7215505" y="5810250"/>
            <a:ext cx="395605" cy="2755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8067675" y="5549265"/>
            <a:ext cx="395605" cy="555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7127240" y="5741670"/>
            <a:ext cx="687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</a:rPr>
              <a:t>2%</a:t>
            </a:r>
            <a:endParaRPr lang="en-US" altLang="zh-CN" sz="1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007985" y="5621655"/>
            <a:ext cx="687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</a:rPr>
              <a:t>~95%</a:t>
            </a:r>
            <a:endParaRPr lang="en-US" altLang="zh-CN" sz="1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6" name="环形箭头 95"/>
          <p:cNvSpPr/>
          <p:nvPr/>
        </p:nvSpPr>
        <p:spPr>
          <a:xfrm rot="20160000">
            <a:off x="7555230" y="5647055"/>
            <a:ext cx="457200" cy="36703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464511"/>
              <a:gd name="adj5" fmla="val 125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6929120" y="473519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7767955" y="473519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9786620" y="469709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673715" y="4692650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6952615" y="6104890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传统（人工）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820025" y="611441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10929620" y="5554345"/>
            <a:ext cx="716915" cy="555625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10888980" y="5570220"/>
            <a:ext cx="77660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多协议毫秒级转译</a:t>
            </a:r>
            <a:endParaRPr lang="zh-CN" altLang="en-US" sz="9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0860405" y="611441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9596120" y="611441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9766300" y="5558790"/>
            <a:ext cx="716915" cy="555625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9706610" y="5579745"/>
            <a:ext cx="77660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无统一协议转译方案</a:t>
            </a:r>
            <a:endParaRPr lang="zh-CN" altLang="en-US" sz="9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0483215" y="5648960"/>
            <a:ext cx="476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VS</a:t>
            </a:r>
            <a:endParaRPr lang="en-US" altLang="zh-CN" sz="1400" b="1" i="1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.2 基于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Agent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网关构建智能体互联广域网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685280" y="2543810"/>
            <a:ext cx="5287645" cy="3891915"/>
          </a:xfrm>
          <a:prstGeom prst="roundRect">
            <a:avLst>
              <a:gd name="adj" fmla="val 7086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88620" y="1007745"/>
            <a:ext cx="1124902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9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月，中国电信研究院联合广东电信、天翼数生、天翼视联</a:t>
            </a:r>
            <a:r>
              <a:rPr lang="zh-CN" altLang="en-US" sz="2000" b="1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实现家庭</a:t>
            </a:r>
            <a:r>
              <a:rPr kumimoji="0" lang="en-US" altLang="zh-CN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3</a:t>
            </a:r>
            <a:r>
              <a:rPr lang="zh-CN" altLang="en-US" sz="2000" b="1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个异构</a:t>
            </a: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智能体，跨生态、跨广域的自发现、自互联、自协作，完成居家养老突发事件检测、研判、处置闭环。</a:t>
            </a:r>
            <a:endParaRPr kumimoji="0" lang="zh-CN" altLang="en-US" sz="20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5745" y="2545080"/>
            <a:ext cx="6154420" cy="3891915"/>
          </a:xfrm>
          <a:prstGeom prst="roundRect">
            <a:avLst>
              <a:gd name="adj" fmla="val 7086"/>
            </a:avLst>
          </a:prstGeom>
          <a:noFill/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81480" y="2022636"/>
            <a:ext cx="4637401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试点方案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4"/>
            </p:custDataLst>
          </p:nvPr>
        </p:nvSpPr>
        <p:spPr>
          <a:xfrm>
            <a:off x="7000010" y="2022636"/>
            <a:ext cx="4637401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实践成效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387045" y="3251699"/>
            <a:ext cx="5878817" cy="2475502"/>
            <a:chOff x="395829" y="2761320"/>
            <a:chExt cx="5878817" cy="2475502"/>
          </a:xfrm>
        </p:grpSpPr>
        <p:pic>
          <p:nvPicPr>
            <p:cNvPr id="144" name="图形 14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8391" y="2955765"/>
              <a:ext cx="288000" cy="288000"/>
            </a:xfrm>
            <a:prstGeom prst="rect">
              <a:avLst/>
            </a:prstGeom>
          </p:spPr>
        </p:pic>
        <p:pic>
          <p:nvPicPr>
            <p:cNvPr id="145" name="图形 14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3339" y="4157031"/>
              <a:ext cx="288000" cy="288000"/>
            </a:xfrm>
            <a:prstGeom prst="rect">
              <a:avLst/>
            </a:prstGeom>
          </p:spPr>
        </p:pic>
        <p:pic>
          <p:nvPicPr>
            <p:cNvPr id="146" name="图形 145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8652" y="3329271"/>
              <a:ext cx="288000" cy="288000"/>
            </a:xfrm>
            <a:prstGeom prst="rect">
              <a:avLst/>
            </a:prstGeom>
          </p:spPr>
        </p:pic>
        <p:sp>
          <p:nvSpPr>
            <p:cNvPr id="147" name="文本框 19"/>
            <p:cNvSpPr txBox="1"/>
            <p:nvPr/>
          </p:nvSpPr>
          <p:spPr>
            <a:xfrm>
              <a:off x="3026934" y="4437861"/>
              <a:ext cx="65" cy="153888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FZLanTingHei-R-GBK"/>
                  <a:ea typeface="FZLanTingHei-R-GBK"/>
                  <a:cs typeface="FZLanTingHei-R-GBK"/>
                  <a:sym typeface="FZLanTingHei-R-GBK"/>
                </a:defRPr>
              </a:lvl1pPr>
            </a:lstStyle>
            <a:p>
              <a:pPr marL="0" marR="0" lvl="0" indent="0" algn="ctr" defTabSz="698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LanTingHei-R-GBK"/>
                <a:ea typeface="+mn-ea"/>
                <a:sym typeface="FZLanTingHei-R-GBK"/>
              </a:endParaRPr>
            </a:p>
          </p:txBody>
        </p:sp>
        <p:cxnSp>
          <p:nvCxnSpPr>
            <p:cNvPr id="148" name="直接连接符 103"/>
            <p:cNvCxnSpPr>
              <a:stCxn id="167" idx="25"/>
            </p:cNvCxnSpPr>
            <p:nvPr/>
          </p:nvCxnSpPr>
          <p:spPr>
            <a:xfrm>
              <a:off x="3718211" y="4250793"/>
              <a:ext cx="615837" cy="104608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149" name="直接连接符 104"/>
            <p:cNvCxnSpPr>
              <a:stCxn id="173" idx="21"/>
              <a:endCxn id="209" idx="3"/>
            </p:cNvCxnSpPr>
            <p:nvPr/>
          </p:nvCxnSpPr>
          <p:spPr>
            <a:xfrm flipH="1" flipV="1">
              <a:off x="1509269" y="3333168"/>
              <a:ext cx="583597" cy="661747"/>
            </a:xfrm>
            <a:prstGeom prst="line">
              <a:avLst/>
            </a:prstGeom>
            <a:noFill/>
            <a:ln w="6350" cap="flat" cmpd="sng" algn="ctr">
              <a:solidFill>
                <a:srgbClr val="4472C4"/>
              </a:solidFill>
              <a:prstDash val="dash"/>
              <a:miter lim="800000"/>
            </a:ln>
            <a:effectLst/>
          </p:spPr>
        </p:cxnSp>
        <p:cxnSp>
          <p:nvCxnSpPr>
            <p:cNvPr id="150" name="直接连接符 105"/>
            <p:cNvCxnSpPr>
              <a:stCxn id="173" idx="21"/>
              <a:endCxn id="151" idx="3"/>
            </p:cNvCxnSpPr>
            <p:nvPr/>
          </p:nvCxnSpPr>
          <p:spPr>
            <a:xfrm flipH="1">
              <a:off x="1532678" y="3994915"/>
              <a:ext cx="560188" cy="499919"/>
            </a:xfrm>
            <a:prstGeom prst="line">
              <a:avLst/>
            </a:prstGeom>
            <a:noFill/>
            <a:ln w="6350" cap="flat" cmpd="sng" algn="ctr">
              <a:solidFill>
                <a:srgbClr val="4472C4"/>
              </a:solidFill>
              <a:prstDash val="dash"/>
              <a:miter lim="800000"/>
            </a:ln>
            <a:effectLst/>
          </p:spPr>
        </p:cxnSp>
        <p:sp>
          <p:nvSpPr>
            <p:cNvPr id="151" name="矩形: 圆角 106"/>
            <p:cNvSpPr/>
            <p:nvPr/>
          </p:nvSpPr>
          <p:spPr>
            <a:xfrm>
              <a:off x="446141" y="4141374"/>
              <a:ext cx="1086537" cy="706919"/>
            </a:xfrm>
            <a:prstGeom prst="roundRect">
              <a:avLst>
                <a:gd name="adj" fmla="val 7416"/>
              </a:avLst>
            </a:prstGeom>
            <a:no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微软雅黑" panose="020B0502040204020203" charset="-122"/>
              </a:endParaRPr>
            </a:p>
          </p:txBody>
        </p:sp>
        <p:grpSp>
          <p:nvGrpSpPr>
            <p:cNvPr id="152" name="组合 151"/>
            <p:cNvGrpSpPr/>
            <p:nvPr/>
          </p:nvGrpSpPr>
          <p:grpSpPr>
            <a:xfrm>
              <a:off x="877814" y="4005402"/>
              <a:ext cx="223191" cy="233355"/>
              <a:chOff x="4439892" y="3057066"/>
              <a:chExt cx="188573" cy="233355"/>
            </a:xfrm>
          </p:grpSpPr>
          <p:sp>
            <p:nvSpPr>
              <p:cNvPr id="153" name="椭圆 152"/>
              <p:cNvSpPr/>
              <p:nvPr/>
            </p:nvSpPr>
            <p:spPr>
              <a:xfrm>
                <a:off x="4439892" y="3060399"/>
                <a:ext cx="188573" cy="230022"/>
              </a:xfrm>
              <a:prstGeom prst="ellipse">
                <a:avLst/>
              </a:prstGeom>
              <a:solidFill>
                <a:srgbClr val="1124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endParaRPr>
              </a:p>
            </p:txBody>
          </p:sp>
          <p:pic>
            <p:nvPicPr>
              <p:cNvPr id="154" name="图形 1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 rot="10800000">
                <a:off x="4453683" y="3057066"/>
                <a:ext cx="160993" cy="209900"/>
              </a:xfrm>
              <a:prstGeom prst="rect">
                <a:avLst/>
              </a:prstGeom>
            </p:spPr>
          </p:pic>
        </p:grpSp>
        <p:sp>
          <p:nvSpPr>
            <p:cNvPr id="155" name="椭圆 154"/>
            <p:cNvSpPr/>
            <p:nvPr/>
          </p:nvSpPr>
          <p:spPr>
            <a:xfrm>
              <a:off x="2205204" y="3483033"/>
              <a:ext cx="641681" cy="916882"/>
            </a:xfrm>
            <a:prstGeom prst="ellipse">
              <a:avLst/>
            </a:prstGeom>
            <a:noFill/>
            <a:ln w="12700" cap="flat" cmpd="sng" algn="ctr">
              <a:solidFill>
                <a:srgbClr val="ED7D31">
                  <a:lumMod val="75000"/>
                </a:srgbClr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365" tIns="45683" rIns="91365" bIns="45683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1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grpSp>
          <p:nvGrpSpPr>
            <p:cNvPr id="156" name="组合 155"/>
            <p:cNvGrpSpPr>
              <a:grpSpLocks noChangeAspect="1"/>
            </p:cNvGrpSpPr>
            <p:nvPr/>
          </p:nvGrpSpPr>
          <p:grpSpPr>
            <a:xfrm>
              <a:off x="3492051" y="3434407"/>
              <a:ext cx="232569" cy="305737"/>
              <a:chOff x="5811837" y="914400"/>
              <a:chExt cx="536574" cy="420688"/>
            </a:xfrm>
            <a:solidFill>
              <a:srgbClr val="ED7D31">
                <a:lumMod val="75000"/>
              </a:srgbClr>
            </a:solidFill>
          </p:grpSpPr>
          <p:sp>
            <p:nvSpPr>
              <p:cNvPr id="157" name="Freeform 69"/>
              <p:cNvSpPr/>
              <p:nvPr/>
            </p:nvSpPr>
            <p:spPr bwMode="auto">
              <a:xfrm>
                <a:off x="6003925" y="1077913"/>
                <a:ext cx="152400" cy="87313"/>
              </a:xfrm>
              <a:custGeom>
                <a:avLst/>
                <a:gdLst>
                  <a:gd name="T0" fmla="*/ 308 w 351"/>
                  <a:gd name="T1" fmla="*/ 73 h 202"/>
                  <a:gd name="T2" fmla="*/ 308 w 351"/>
                  <a:gd name="T3" fmla="*/ 73 h 202"/>
                  <a:gd name="T4" fmla="*/ 202 w 351"/>
                  <a:gd name="T5" fmla="*/ 131 h 202"/>
                  <a:gd name="T6" fmla="*/ 202 w 351"/>
                  <a:gd name="T7" fmla="*/ 53 h 202"/>
                  <a:gd name="T8" fmla="*/ 258 w 351"/>
                  <a:gd name="T9" fmla="*/ 53 h 202"/>
                  <a:gd name="T10" fmla="*/ 258 w 351"/>
                  <a:gd name="T11" fmla="*/ 0 h 202"/>
                  <a:gd name="T12" fmla="*/ 176 w 351"/>
                  <a:gd name="T13" fmla="*/ 0 h 202"/>
                  <a:gd name="T14" fmla="*/ 149 w 351"/>
                  <a:gd name="T15" fmla="*/ 26 h 202"/>
                  <a:gd name="T16" fmla="*/ 149 w 351"/>
                  <a:gd name="T17" fmla="*/ 131 h 202"/>
                  <a:gd name="T18" fmla="*/ 44 w 351"/>
                  <a:gd name="T19" fmla="*/ 73 h 202"/>
                  <a:gd name="T20" fmla="*/ 7 w 351"/>
                  <a:gd name="T21" fmla="*/ 84 h 202"/>
                  <a:gd name="T22" fmla="*/ 18 w 351"/>
                  <a:gd name="T23" fmla="*/ 120 h 202"/>
                  <a:gd name="T24" fmla="*/ 163 w 351"/>
                  <a:gd name="T25" fmla="*/ 199 h 202"/>
                  <a:gd name="T26" fmla="*/ 164 w 351"/>
                  <a:gd name="T27" fmla="*/ 199 h 202"/>
                  <a:gd name="T28" fmla="*/ 168 w 351"/>
                  <a:gd name="T29" fmla="*/ 201 h 202"/>
                  <a:gd name="T30" fmla="*/ 169 w 351"/>
                  <a:gd name="T31" fmla="*/ 201 h 202"/>
                  <a:gd name="T32" fmla="*/ 170 w 351"/>
                  <a:gd name="T33" fmla="*/ 201 h 202"/>
                  <a:gd name="T34" fmla="*/ 176 w 351"/>
                  <a:gd name="T35" fmla="*/ 202 h 202"/>
                  <a:gd name="T36" fmla="*/ 176 w 351"/>
                  <a:gd name="T37" fmla="*/ 202 h 202"/>
                  <a:gd name="T38" fmla="*/ 176 w 351"/>
                  <a:gd name="T39" fmla="*/ 202 h 202"/>
                  <a:gd name="T40" fmla="*/ 176 w 351"/>
                  <a:gd name="T41" fmla="*/ 202 h 202"/>
                  <a:gd name="T42" fmla="*/ 182 w 351"/>
                  <a:gd name="T43" fmla="*/ 201 h 202"/>
                  <a:gd name="T44" fmla="*/ 182 w 351"/>
                  <a:gd name="T45" fmla="*/ 201 h 202"/>
                  <a:gd name="T46" fmla="*/ 184 w 351"/>
                  <a:gd name="T47" fmla="*/ 201 h 202"/>
                  <a:gd name="T48" fmla="*/ 188 w 351"/>
                  <a:gd name="T49" fmla="*/ 199 h 202"/>
                  <a:gd name="T50" fmla="*/ 188 w 351"/>
                  <a:gd name="T51" fmla="*/ 199 h 202"/>
                  <a:gd name="T52" fmla="*/ 333 w 351"/>
                  <a:gd name="T53" fmla="*/ 120 h 202"/>
                  <a:gd name="T54" fmla="*/ 344 w 351"/>
                  <a:gd name="T55" fmla="*/ 84 h 202"/>
                  <a:gd name="T56" fmla="*/ 308 w 351"/>
                  <a:gd name="T57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1" h="202">
                    <a:moveTo>
                      <a:pt x="308" y="73"/>
                    </a:moveTo>
                    <a:lnTo>
                      <a:pt x="308" y="73"/>
                    </a:lnTo>
                    <a:lnTo>
                      <a:pt x="202" y="131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6" y="0"/>
                    </a:lnTo>
                    <a:cubicBezTo>
                      <a:pt x="161" y="0"/>
                      <a:pt x="149" y="12"/>
                      <a:pt x="149" y="26"/>
                    </a:cubicBezTo>
                    <a:lnTo>
                      <a:pt x="149" y="131"/>
                    </a:lnTo>
                    <a:lnTo>
                      <a:pt x="44" y="73"/>
                    </a:lnTo>
                    <a:cubicBezTo>
                      <a:pt x="31" y="66"/>
                      <a:pt x="14" y="71"/>
                      <a:pt x="7" y="84"/>
                    </a:cubicBezTo>
                    <a:cubicBezTo>
                      <a:pt x="0" y="97"/>
                      <a:pt x="5" y="113"/>
                      <a:pt x="18" y="120"/>
                    </a:cubicBezTo>
                    <a:lnTo>
                      <a:pt x="163" y="199"/>
                    </a:lnTo>
                    <a:cubicBezTo>
                      <a:pt x="163" y="199"/>
                      <a:pt x="164" y="199"/>
                      <a:pt x="164" y="199"/>
                    </a:cubicBezTo>
                    <a:cubicBezTo>
                      <a:pt x="165" y="200"/>
                      <a:pt x="166" y="200"/>
                      <a:pt x="168" y="201"/>
                    </a:cubicBezTo>
                    <a:cubicBezTo>
                      <a:pt x="168" y="201"/>
                      <a:pt x="168" y="201"/>
                      <a:pt x="169" y="201"/>
                    </a:cubicBezTo>
                    <a:cubicBezTo>
                      <a:pt x="169" y="201"/>
                      <a:pt x="169" y="201"/>
                      <a:pt x="170" y="201"/>
                    </a:cubicBezTo>
                    <a:cubicBezTo>
                      <a:pt x="172" y="202"/>
                      <a:pt x="174" y="202"/>
                      <a:pt x="176" y="202"/>
                    </a:cubicBezTo>
                    <a:cubicBezTo>
                      <a:pt x="176" y="202"/>
                      <a:pt x="176" y="202"/>
                      <a:pt x="176" y="202"/>
                    </a:cubicBezTo>
                    <a:lnTo>
                      <a:pt x="176" y="202"/>
                    </a:lnTo>
                    <a:lnTo>
                      <a:pt x="176" y="202"/>
                    </a:lnTo>
                    <a:cubicBezTo>
                      <a:pt x="178" y="202"/>
                      <a:pt x="180" y="202"/>
                      <a:pt x="182" y="201"/>
                    </a:cubicBezTo>
                    <a:cubicBezTo>
                      <a:pt x="182" y="201"/>
                      <a:pt x="182" y="201"/>
                      <a:pt x="182" y="201"/>
                    </a:cubicBezTo>
                    <a:cubicBezTo>
                      <a:pt x="183" y="201"/>
                      <a:pt x="183" y="201"/>
                      <a:pt x="184" y="201"/>
                    </a:cubicBezTo>
                    <a:cubicBezTo>
                      <a:pt x="185" y="200"/>
                      <a:pt x="186" y="200"/>
                      <a:pt x="188" y="199"/>
                    </a:cubicBezTo>
                    <a:cubicBezTo>
                      <a:pt x="188" y="199"/>
                      <a:pt x="188" y="199"/>
                      <a:pt x="188" y="199"/>
                    </a:cubicBezTo>
                    <a:lnTo>
                      <a:pt x="333" y="120"/>
                    </a:lnTo>
                    <a:cubicBezTo>
                      <a:pt x="346" y="113"/>
                      <a:pt x="351" y="97"/>
                      <a:pt x="344" y="84"/>
                    </a:cubicBezTo>
                    <a:cubicBezTo>
                      <a:pt x="337" y="71"/>
                      <a:pt x="321" y="66"/>
                      <a:pt x="308" y="73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58" name="Freeform 70"/>
              <p:cNvSpPr/>
              <p:nvPr/>
            </p:nvSpPr>
            <p:spPr bwMode="auto">
              <a:xfrm>
                <a:off x="6003925" y="957263"/>
                <a:ext cx="152400" cy="85725"/>
              </a:xfrm>
              <a:custGeom>
                <a:avLst/>
                <a:gdLst>
                  <a:gd name="T0" fmla="*/ 30 w 350"/>
                  <a:gd name="T1" fmla="*/ 132 h 200"/>
                  <a:gd name="T2" fmla="*/ 30 w 350"/>
                  <a:gd name="T3" fmla="*/ 132 h 200"/>
                  <a:gd name="T4" fmla="*/ 43 w 350"/>
                  <a:gd name="T5" fmla="*/ 129 h 200"/>
                  <a:gd name="T6" fmla="*/ 148 w 350"/>
                  <a:gd name="T7" fmla="*/ 71 h 200"/>
                  <a:gd name="T8" fmla="*/ 148 w 350"/>
                  <a:gd name="T9" fmla="*/ 146 h 200"/>
                  <a:gd name="T10" fmla="*/ 92 w 350"/>
                  <a:gd name="T11" fmla="*/ 146 h 200"/>
                  <a:gd name="T12" fmla="*/ 92 w 350"/>
                  <a:gd name="T13" fmla="*/ 200 h 200"/>
                  <a:gd name="T14" fmla="*/ 175 w 350"/>
                  <a:gd name="T15" fmla="*/ 200 h 200"/>
                  <a:gd name="T16" fmla="*/ 202 w 350"/>
                  <a:gd name="T17" fmla="*/ 173 h 200"/>
                  <a:gd name="T18" fmla="*/ 202 w 350"/>
                  <a:gd name="T19" fmla="*/ 71 h 200"/>
                  <a:gd name="T20" fmla="*/ 307 w 350"/>
                  <a:gd name="T21" fmla="*/ 129 h 200"/>
                  <a:gd name="T22" fmla="*/ 320 w 350"/>
                  <a:gd name="T23" fmla="*/ 132 h 200"/>
                  <a:gd name="T24" fmla="*/ 343 w 350"/>
                  <a:gd name="T25" fmla="*/ 118 h 200"/>
                  <a:gd name="T26" fmla="*/ 333 w 350"/>
                  <a:gd name="T27" fmla="*/ 82 h 200"/>
                  <a:gd name="T28" fmla="*/ 188 w 350"/>
                  <a:gd name="T29" fmla="*/ 3 h 200"/>
                  <a:gd name="T30" fmla="*/ 187 w 350"/>
                  <a:gd name="T31" fmla="*/ 3 h 200"/>
                  <a:gd name="T32" fmla="*/ 186 w 350"/>
                  <a:gd name="T33" fmla="*/ 2 h 200"/>
                  <a:gd name="T34" fmla="*/ 184 w 350"/>
                  <a:gd name="T35" fmla="*/ 1 h 200"/>
                  <a:gd name="T36" fmla="*/ 183 w 350"/>
                  <a:gd name="T37" fmla="*/ 1 h 200"/>
                  <a:gd name="T38" fmla="*/ 181 w 350"/>
                  <a:gd name="T39" fmla="*/ 0 h 200"/>
                  <a:gd name="T40" fmla="*/ 179 w 350"/>
                  <a:gd name="T41" fmla="*/ 0 h 200"/>
                  <a:gd name="T42" fmla="*/ 177 w 350"/>
                  <a:gd name="T43" fmla="*/ 0 h 200"/>
                  <a:gd name="T44" fmla="*/ 176 w 350"/>
                  <a:gd name="T45" fmla="*/ 0 h 200"/>
                  <a:gd name="T46" fmla="*/ 175 w 350"/>
                  <a:gd name="T47" fmla="*/ 0 h 200"/>
                  <a:gd name="T48" fmla="*/ 174 w 350"/>
                  <a:gd name="T49" fmla="*/ 0 h 200"/>
                  <a:gd name="T50" fmla="*/ 172 w 350"/>
                  <a:gd name="T51" fmla="*/ 0 h 200"/>
                  <a:gd name="T52" fmla="*/ 171 w 350"/>
                  <a:gd name="T53" fmla="*/ 0 h 200"/>
                  <a:gd name="T54" fmla="*/ 168 w 350"/>
                  <a:gd name="T55" fmla="*/ 0 h 200"/>
                  <a:gd name="T56" fmla="*/ 167 w 350"/>
                  <a:gd name="T57" fmla="*/ 1 h 200"/>
                  <a:gd name="T58" fmla="*/ 166 w 350"/>
                  <a:gd name="T59" fmla="*/ 1 h 200"/>
                  <a:gd name="T60" fmla="*/ 164 w 350"/>
                  <a:gd name="T61" fmla="*/ 2 h 200"/>
                  <a:gd name="T62" fmla="*/ 162 w 350"/>
                  <a:gd name="T63" fmla="*/ 3 h 200"/>
                  <a:gd name="T64" fmla="*/ 162 w 350"/>
                  <a:gd name="T65" fmla="*/ 3 h 200"/>
                  <a:gd name="T66" fmla="*/ 17 w 350"/>
                  <a:gd name="T67" fmla="*/ 82 h 200"/>
                  <a:gd name="T68" fmla="*/ 7 w 350"/>
                  <a:gd name="T69" fmla="*/ 118 h 200"/>
                  <a:gd name="T70" fmla="*/ 30 w 350"/>
                  <a:gd name="T71" fmla="*/ 13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0" h="200">
                    <a:moveTo>
                      <a:pt x="30" y="132"/>
                    </a:moveTo>
                    <a:lnTo>
                      <a:pt x="30" y="132"/>
                    </a:lnTo>
                    <a:cubicBezTo>
                      <a:pt x="34" y="132"/>
                      <a:pt x="39" y="131"/>
                      <a:pt x="43" y="129"/>
                    </a:cubicBezTo>
                    <a:lnTo>
                      <a:pt x="148" y="71"/>
                    </a:lnTo>
                    <a:lnTo>
                      <a:pt x="148" y="146"/>
                    </a:lnTo>
                    <a:lnTo>
                      <a:pt x="92" y="146"/>
                    </a:lnTo>
                    <a:lnTo>
                      <a:pt x="92" y="200"/>
                    </a:lnTo>
                    <a:lnTo>
                      <a:pt x="175" y="200"/>
                    </a:lnTo>
                    <a:cubicBezTo>
                      <a:pt x="190" y="200"/>
                      <a:pt x="202" y="188"/>
                      <a:pt x="202" y="173"/>
                    </a:cubicBezTo>
                    <a:lnTo>
                      <a:pt x="202" y="71"/>
                    </a:lnTo>
                    <a:lnTo>
                      <a:pt x="307" y="129"/>
                    </a:lnTo>
                    <a:cubicBezTo>
                      <a:pt x="311" y="131"/>
                      <a:pt x="315" y="132"/>
                      <a:pt x="320" y="132"/>
                    </a:cubicBezTo>
                    <a:cubicBezTo>
                      <a:pt x="329" y="132"/>
                      <a:pt x="338" y="127"/>
                      <a:pt x="343" y="118"/>
                    </a:cubicBezTo>
                    <a:cubicBezTo>
                      <a:pt x="350" y="105"/>
                      <a:pt x="346" y="89"/>
                      <a:pt x="333" y="82"/>
                    </a:cubicBezTo>
                    <a:lnTo>
                      <a:pt x="188" y="3"/>
                    </a:lnTo>
                    <a:cubicBezTo>
                      <a:pt x="188" y="3"/>
                      <a:pt x="188" y="3"/>
                      <a:pt x="187" y="3"/>
                    </a:cubicBezTo>
                    <a:cubicBezTo>
                      <a:pt x="187" y="3"/>
                      <a:pt x="187" y="2"/>
                      <a:pt x="186" y="2"/>
                    </a:cubicBezTo>
                    <a:cubicBezTo>
                      <a:pt x="185" y="2"/>
                      <a:pt x="185" y="2"/>
                      <a:pt x="184" y="1"/>
                    </a:cubicBezTo>
                    <a:cubicBezTo>
                      <a:pt x="183" y="1"/>
                      <a:pt x="183" y="1"/>
                      <a:pt x="183" y="1"/>
                    </a:cubicBezTo>
                    <a:cubicBezTo>
                      <a:pt x="182" y="1"/>
                      <a:pt x="182" y="1"/>
                      <a:pt x="181" y="0"/>
                    </a:cubicBezTo>
                    <a:cubicBezTo>
                      <a:pt x="181" y="0"/>
                      <a:pt x="180" y="0"/>
                      <a:pt x="179" y="0"/>
                    </a:cubicBezTo>
                    <a:cubicBezTo>
                      <a:pt x="178" y="0"/>
                      <a:pt x="178" y="0"/>
                      <a:pt x="177" y="0"/>
                    </a:cubicBezTo>
                    <a:cubicBezTo>
                      <a:pt x="177" y="0"/>
                      <a:pt x="177" y="0"/>
                      <a:pt x="176" y="0"/>
                    </a:cubicBezTo>
                    <a:cubicBezTo>
                      <a:pt x="176" y="0"/>
                      <a:pt x="175" y="0"/>
                      <a:pt x="175" y="0"/>
                    </a:cubicBezTo>
                    <a:cubicBezTo>
                      <a:pt x="175" y="0"/>
                      <a:pt x="174" y="0"/>
                      <a:pt x="174" y="0"/>
                    </a:cubicBezTo>
                    <a:cubicBezTo>
                      <a:pt x="173" y="0"/>
                      <a:pt x="173" y="0"/>
                      <a:pt x="172" y="0"/>
                    </a:cubicBezTo>
                    <a:cubicBezTo>
                      <a:pt x="172" y="0"/>
                      <a:pt x="171" y="0"/>
                      <a:pt x="171" y="0"/>
                    </a:cubicBezTo>
                    <a:cubicBezTo>
                      <a:pt x="170" y="0"/>
                      <a:pt x="169" y="0"/>
                      <a:pt x="168" y="0"/>
                    </a:cubicBezTo>
                    <a:cubicBezTo>
                      <a:pt x="168" y="1"/>
                      <a:pt x="168" y="1"/>
                      <a:pt x="167" y="1"/>
                    </a:cubicBezTo>
                    <a:cubicBezTo>
                      <a:pt x="167" y="1"/>
                      <a:pt x="166" y="1"/>
                      <a:pt x="166" y="1"/>
                    </a:cubicBezTo>
                    <a:cubicBezTo>
                      <a:pt x="165" y="2"/>
                      <a:pt x="164" y="2"/>
                      <a:pt x="164" y="2"/>
                    </a:cubicBezTo>
                    <a:cubicBezTo>
                      <a:pt x="163" y="2"/>
                      <a:pt x="163" y="3"/>
                      <a:pt x="162" y="3"/>
                    </a:cubicBezTo>
                    <a:cubicBezTo>
                      <a:pt x="162" y="3"/>
                      <a:pt x="162" y="3"/>
                      <a:pt x="162" y="3"/>
                    </a:cubicBezTo>
                    <a:lnTo>
                      <a:pt x="17" y="82"/>
                    </a:lnTo>
                    <a:cubicBezTo>
                      <a:pt x="4" y="89"/>
                      <a:pt x="0" y="105"/>
                      <a:pt x="7" y="118"/>
                    </a:cubicBezTo>
                    <a:cubicBezTo>
                      <a:pt x="11" y="127"/>
                      <a:pt x="21" y="132"/>
                      <a:pt x="30" y="132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59" name="Freeform 71"/>
              <p:cNvSpPr/>
              <p:nvPr/>
            </p:nvSpPr>
            <p:spPr bwMode="auto">
              <a:xfrm>
                <a:off x="5899150" y="1014413"/>
                <a:ext cx="139700" cy="92075"/>
              </a:xfrm>
              <a:custGeom>
                <a:avLst/>
                <a:gdLst>
                  <a:gd name="T0" fmla="*/ 183 w 324"/>
                  <a:gd name="T1" fmla="*/ 167 h 217"/>
                  <a:gd name="T2" fmla="*/ 183 w 324"/>
                  <a:gd name="T3" fmla="*/ 167 h 217"/>
                  <a:gd name="T4" fmla="*/ 129 w 324"/>
                  <a:gd name="T5" fmla="*/ 137 h 217"/>
                  <a:gd name="T6" fmla="*/ 270 w 324"/>
                  <a:gd name="T7" fmla="*/ 137 h 217"/>
                  <a:gd name="T8" fmla="*/ 270 w 324"/>
                  <a:gd name="T9" fmla="*/ 176 h 217"/>
                  <a:gd name="T10" fmla="*/ 324 w 324"/>
                  <a:gd name="T11" fmla="*/ 176 h 217"/>
                  <a:gd name="T12" fmla="*/ 324 w 324"/>
                  <a:gd name="T13" fmla="*/ 110 h 217"/>
                  <a:gd name="T14" fmla="*/ 297 w 324"/>
                  <a:gd name="T15" fmla="*/ 84 h 217"/>
                  <a:gd name="T16" fmla="*/ 129 w 324"/>
                  <a:gd name="T17" fmla="*/ 84 h 217"/>
                  <a:gd name="T18" fmla="*/ 183 w 324"/>
                  <a:gd name="T19" fmla="*/ 54 h 217"/>
                  <a:gd name="T20" fmla="*/ 193 w 324"/>
                  <a:gd name="T21" fmla="*/ 18 h 217"/>
                  <a:gd name="T22" fmla="*/ 157 w 324"/>
                  <a:gd name="T23" fmla="*/ 7 h 217"/>
                  <a:gd name="T24" fmla="*/ 13 w 324"/>
                  <a:gd name="T25" fmla="*/ 87 h 217"/>
                  <a:gd name="T26" fmla="*/ 13 w 324"/>
                  <a:gd name="T27" fmla="*/ 88 h 217"/>
                  <a:gd name="T28" fmla="*/ 11 w 324"/>
                  <a:gd name="T29" fmla="*/ 89 h 217"/>
                  <a:gd name="T30" fmla="*/ 9 w 324"/>
                  <a:gd name="T31" fmla="*/ 90 h 217"/>
                  <a:gd name="T32" fmla="*/ 8 w 324"/>
                  <a:gd name="T33" fmla="*/ 91 h 217"/>
                  <a:gd name="T34" fmla="*/ 7 w 324"/>
                  <a:gd name="T35" fmla="*/ 92 h 217"/>
                  <a:gd name="T36" fmla="*/ 6 w 324"/>
                  <a:gd name="T37" fmla="*/ 93 h 217"/>
                  <a:gd name="T38" fmla="*/ 5 w 324"/>
                  <a:gd name="T39" fmla="*/ 95 h 217"/>
                  <a:gd name="T40" fmla="*/ 4 w 324"/>
                  <a:gd name="T41" fmla="*/ 96 h 217"/>
                  <a:gd name="T42" fmla="*/ 3 w 324"/>
                  <a:gd name="T43" fmla="*/ 97 h 217"/>
                  <a:gd name="T44" fmla="*/ 3 w 324"/>
                  <a:gd name="T45" fmla="*/ 98 h 217"/>
                  <a:gd name="T46" fmla="*/ 2 w 324"/>
                  <a:gd name="T47" fmla="*/ 99 h 217"/>
                  <a:gd name="T48" fmla="*/ 1 w 324"/>
                  <a:gd name="T49" fmla="*/ 101 h 217"/>
                  <a:gd name="T50" fmla="*/ 1 w 324"/>
                  <a:gd name="T51" fmla="*/ 103 h 217"/>
                  <a:gd name="T52" fmla="*/ 1 w 324"/>
                  <a:gd name="T53" fmla="*/ 104 h 217"/>
                  <a:gd name="T54" fmla="*/ 0 w 324"/>
                  <a:gd name="T55" fmla="*/ 106 h 217"/>
                  <a:gd name="T56" fmla="*/ 0 w 324"/>
                  <a:gd name="T57" fmla="*/ 108 h 217"/>
                  <a:gd name="T58" fmla="*/ 0 w 324"/>
                  <a:gd name="T59" fmla="*/ 109 h 217"/>
                  <a:gd name="T60" fmla="*/ 0 w 324"/>
                  <a:gd name="T61" fmla="*/ 110 h 217"/>
                  <a:gd name="T62" fmla="*/ 0 w 324"/>
                  <a:gd name="T63" fmla="*/ 111 h 217"/>
                  <a:gd name="T64" fmla="*/ 0 w 324"/>
                  <a:gd name="T65" fmla="*/ 113 h 217"/>
                  <a:gd name="T66" fmla="*/ 0 w 324"/>
                  <a:gd name="T67" fmla="*/ 115 h 217"/>
                  <a:gd name="T68" fmla="*/ 1 w 324"/>
                  <a:gd name="T69" fmla="*/ 117 h 217"/>
                  <a:gd name="T70" fmla="*/ 1 w 324"/>
                  <a:gd name="T71" fmla="*/ 118 h 217"/>
                  <a:gd name="T72" fmla="*/ 1 w 324"/>
                  <a:gd name="T73" fmla="*/ 119 h 217"/>
                  <a:gd name="T74" fmla="*/ 2 w 324"/>
                  <a:gd name="T75" fmla="*/ 122 h 217"/>
                  <a:gd name="T76" fmla="*/ 3 w 324"/>
                  <a:gd name="T77" fmla="*/ 123 h 217"/>
                  <a:gd name="T78" fmla="*/ 3 w 324"/>
                  <a:gd name="T79" fmla="*/ 123 h 217"/>
                  <a:gd name="T80" fmla="*/ 4 w 324"/>
                  <a:gd name="T81" fmla="*/ 124 h 217"/>
                  <a:gd name="T82" fmla="*/ 5 w 324"/>
                  <a:gd name="T83" fmla="*/ 126 h 217"/>
                  <a:gd name="T84" fmla="*/ 7 w 324"/>
                  <a:gd name="T85" fmla="*/ 128 h 217"/>
                  <a:gd name="T86" fmla="*/ 7 w 324"/>
                  <a:gd name="T87" fmla="*/ 129 h 217"/>
                  <a:gd name="T88" fmla="*/ 8 w 324"/>
                  <a:gd name="T89" fmla="*/ 129 h 217"/>
                  <a:gd name="T90" fmla="*/ 8 w 324"/>
                  <a:gd name="T91" fmla="*/ 130 h 217"/>
                  <a:gd name="T92" fmla="*/ 10 w 324"/>
                  <a:gd name="T93" fmla="*/ 131 h 217"/>
                  <a:gd name="T94" fmla="*/ 12 w 324"/>
                  <a:gd name="T95" fmla="*/ 133 h 217"/>
                  <a:gd name="T96" fmla="*/ 13 w 324"/>
                  <a:gd name="T97" fmla="*/ 134 h 217"/>
                  <a:gd name="T98" fmla="*/ 13 w 324"/>
                  <a:gd name="T99" fmla="*/ 134 h 217"/>
                  <a:gd name="T100" fmla="*/ 157 w 324"/>
                  <a:gd name="T101" fmla="*/ 213 h 217"/>
                  <a:gd name="T102" fmla="*/ 170 w 324"/>
                  <a:gd name="T103" fmla="*/ 217 h 217"/>
                  <a:gd name="T104" fmla="*/ 193 w 324"/>
                  <a:gd name="T105" fmla="*/ 203 h 217"/>
                  <a:gd name="T106" fmla="*/ 183 w 324"/>
                  <a:gd name="T107" fmla="*/ 16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83" y="167"/>
                    </a:moveTo>
                    <a:lnTo>
                      <a:pt x="183" y="167"/>
                    </a:lnTo>
                    <a:lnTo>
                      <a:pt x="129" y="137"/>
                    </a:lnTo>
                    <a:lnTo>
                      <a:pt x="270" y="137"/>
                    </a:lnTo>
                    <a:lnTo>
                      <a:pt x="270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0" y="30"/>
                      <a:pt x="193" y="18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3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1" y="88"/>
                      <a:pt x="11" y="89"/>
                    </a:cubicBezTo>
                    <a:cubicBezTo>
                      <a:pt x="10" y="89"/>
                      <a:pt x="10" y="89"/>
                      <a:pt x="9" y="90"/>
                    </a:cubicBezTo>
                    <a:cubicBezTo>
                      <a:pt x="9" y="90"/>
                      <a:pt x="9" y="91"/>
                      <a:pt x="8" y="91"/>
                    </a:cubicBezTo>
                    <a:cubicBezTo>
                      <a:pt x="8" y="91"/>
                      <a:pt x="7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5" y="94"/>
                      <a:pt x="5" y="94"/>
                      <a:pt x="5" y="95"/>
                    </a:cubicBezTo>
                    <a:cubicBezTo>
                      <a:pt x="4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2" y="99"/>
                      <a:pt x="2" y="99"/>
                    </a:cubicBezTo>
                    <a:cubicBezTo>
                      <a:pt x="2" y="100"/>
                      <a:pt x="2" y="101"/>
                      <a:pt x="1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4"/>
                      <a:pt x="1" y="104"/>
                    </a:cubicBezTo>
                    <a:cubicBezTo>
                      <a:pt x="0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5"/>
                    </a:cubicBezTo>
                    <a:cubicBezTo>
                      <a:pt x="0" y="115"/>
                      <a:pt x="0" y="116"/>
                      <a:pt x="1" y="117"/>
                    </a:cubicBezTo>
                    <a:cubicBezTo>
                      <a:pt x="1" y="117"/>
                      <a:pt x="1" y="118"/>
                      <a:pt x="1" y="118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2" y="120"/>
                      <a:pt x="2" y="121"/>
                      <a:pt x="2" y="122"/>
                    </a:cubicBezTo>
                    <a:cubicBezTo>
                      <a:pt x="2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4"/>
                      <a:pt x="3" y="124"/>
                      <a:pt x="4" y="124"/>
                    </a:cubicBezTo>
                    <a:cubicBezTo>
                      <a:pt x="4" y="125"/>
                      <a:pt x="4" y="125"/>
                      <a:pt x="5" y="126"/>
                    </a:cubicBezTo>
                    <a:cubicBezTo>
                      <a:pt x="5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7" y="129"/>
                    </a:cubicBezTo>
                    <a:cubicBezTo>
                      <a:pt x="7" y="129"/>
                      <a:pt x="7" y="129"/>
                      <a:pt x="8" y="129"/>
                    </a:cubicBezTo>
                    <a:cubicBezTo>
                      <a:pt x="8" y="129"/>
                      <a:pt x="8" y="130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3"/>
                      <a:pt x="12" y="133"/>
                    </a:cubicBezTo>
                    <a:cubicBezTo>
                      <a:pt x="13" y="133"/>
                      <a:pt x="13" y="133"/>
                      <a:pt x="13" y="134"/>
                    </a:cubicBezTo>
                    <a:cubicBezTo>
                      <a:pt x="13" y="134"/>
                      <a:pt x="13" y="134"/>
                      <a:pt x="13" y="134"/>
                    </a:cubicBezTo>
                    <a:lnTo>
                      <a:pt x="157" y="213"/>
                    </a:lnTo>
                    <a:cubicBezTo>
                      <a:pt x="161" y="216"/>
                      <a:pt x="165" y="217"/>
                      <a:pt x="170" y="217"/>
                    </a:cubicBezTo>
                    <a:cubicBezTo>
                      <a:pt x="179" y="217"/>
                      <a:pt x="188" y="212"/>
                      <a:pt x="193" y="203"/>
                    </a:cubicBezTo>
                    <a:cubicBezTo>
                      <a:pt x="200" y="190"/>
                      <a:pt x="196" y="174"/>
                      <a:pt x="183" y="167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60" name="Freeform 72"/>
              <p:cNvSpPr/>
              <p:nvPr/>
            </p:nvSpPr>
            <p:spPr bwMode="auto">
              <a:xfrm>
                <a:off x="6121400" y="1012825"/>
                <a:ext cx="139700" cy="93663"/>
              </a:xfrm>
              <a:custGeom>
                <a:avLst/>
                <a:gdLst>
                  <a:gd name="T0" fmla="*/ 324 w 324"/>
                  <a:gd name="T1" fmla="*/ 109 h 217"/>
                  <a:gd name="T2" fmla="*/ 324 w 324"/>
                  <a:gd name="T3" fmla="*/ 109 h 217"/>
                  <a:gd name="T4" fmla="*/ 324 w 324"/>
                  <a:gd name="T5" fmla="*/ 108 h 217"/>
                  <a:gd name="T6" fmla="*/ 324 w 324"/>
                  <a:gd name="T7" fmla="*/ 106 h 217"/>
                  <a:gd name="T8" fmla="*/ 323 w 324"/>
                  <a:gd name="T9" fmla="*/ 104 h 217"/>
                  <a:gd name="T10" fmla="*/ 323 w 324"/>
                  <a:gd name="T11" fmla="*/ 103 h 217"/>
                  <a:gd name="T12" fmla="*/ 322 w 324"/>
                  <a:gd name="T13" fmla="*/ 101 h 217"/>
                  <a:gd name="T14" fmla="*/ 321 w 324"/>
                  <a:gd name="T15" fmla="*/ 99 h 217"/>
                  <a:gd name="T16" fmla="*/ 321 w 324"/>
                  <a:gd name="T17" fmla="*/ 98 h 217"/>
                  <a:gd name="T18" fmla="*/ 321 w 324"/>
                  <a:gd name="T19" fmla="*/ 97 h 217"/>
                  <a:gd name="T20" fmla="*/ 320 w 324"/>
                  <a:gd name="T21" fmla="*/ 97 h 217"/>
                  <a:gd name="T22" fmla="*/ 319 w 324"/>
                  <a:gd name="T23" fmla="*/ 95 h 217"/>
                  <a:gd name="T24" fmla="*/ 318 w 324"/>
                  <a:gd name="T25" fmla="*/ 94 h 217"/>
                  <a:gd name="T26" fmla="*/ 317 w 324"/>
                  <a:gd name="T27" fmla="*/ 92 h 217"/>
                  <a:gd name="T28" fmla="*/ 315 w 324"/>
                  <a:gd name="T29" fmla="*/ 91 h 217"/>
                  <a:gd name="T30" fmla="*/ 314 w 324"/>
                  <a:gd name="T31" fmla="*/ 90 h 217"/>
                  <a:gd name="T32" fmla="*/ 313 w 324"/>
                  <a:gd name="T33" fmla="*/ 89 h 217"/>
                  <a:gd name="T34" fmla="*/ 311 w 324"/>
                  <a:gd name="T35" fmla="*/ 88 h 217"/>
                  <a:gd name="T36" fmla="*/ 310 w 324"/>
                  <a:gd name="T37" fmla="*/ 87 h 217"/>
                  <a:gd name="T38" fmla="*/ 167 w 324"/>
                  <a:gd name="T39" fmla="*/ 7 h 217"/>
                  <a:gd name="T40" fmla="*/ 130 w 324"/>
                  <a:gd name="T41" fmla="*/ 18 h 217"/>
                  <a:gd name="T42" fmla="*/ 141 w 324"/>
                  <a:gd name="T43" fmla="*/ 54 h 217"/>
                  <a:gd name="T44" fmla="*/ 194 w 324"/>
                  <a:gd name="T45" fmla="*/ 84 h 217"/>
                  <a:gd name="T46" fmla="*/ 53 w 324"/>
                  <a:gd name="T47" fmla="*/ 84 h 217"/>
                  <a:gd name="T48" fmla="*/ 53 w 324"/>
                  <a:gd name="T49" fmla="*/ 43 h 217"/>
                  <a:gd name="T50" fmla="*/ 0 w 324"/>
                  <a:gd name="T51" fmla="*/ 43 h 217"/>
                  <a:gd name="T52" fmla="*/ 0 w 324"/>
                  <a:gd name="T53" fmla="*/ 110 h 217"/>
                  <a:gd name="T54" fmla="*/ 27 w 324"/>
                  <a:gd name="T55" fmla="*/ 137 h 217"/>
                  <a:gd name="T56" fmla="*/ 194 w 324"/>
                  <a:gd name="T57" fmla="*/ 137 h 217"/>
                  <a:gd name="T58" fmla="*/ 141 w 324"/>
                  <a:gd name="T59" fmla="*/ 167 h 217"/>
                  <a:gd name="T60" fmla="*/ 130 w 324"/>
                  <a:gd name="T61" fmla="*/ 203 h 217"/>
                  <a:gd name="T62" fmla="*/ 154 w 324"/>
                  <a:gd name="T63" fmla="*/ 217 h 217"/>
                  <a:gd name="T64" fmla="*/ 167 w 324"/>
                  <a:gd name="T65" fmla="*/ 214 h 217"/>
                  <a:gd name="T66" fmla="*/ 310 w 324"/>
                  <a:gd name="T67" fmla="*/ 134 h 217"/>
                  <a:gd name="T68" fmla="*/ 310 w 324"/>
                  <a:gd name="T69" fmla="*/ 134 h 217"/>
                  <a:gd name="T70" fmla="*/ 311 w 324"/>
                  <a:gd name="T71" fmla="*/ 133 h 217"/>
                  <a:gd name="T72" fmla="*/ 313 w 324"/>
                  <a:gd name="T73" fmla="*/ 132 h 217"/>
                  <a:gd name="T74" fmla="*/ 315 w 324"/>
                  <a:gd name="T75" fmla="*/ 130 h 217"/>
                  <a:gd name="T76" fmla="*/ 316 w 324"/>
                  <a:gd name="T77" fmla="*/ 129 h 217"/>
                  <a:gd name="T78" fmla="*/ 316 w 324"/>
                  <a:gd name="T79" fmla="*/ 129 h 217"/>
                  <a:gd name="T80" fmla="*/ 317 w 324"/>
                  <a:gd name="T81" fmla="*/ 128 h 217"/>
                  <a:gd name="T82" fmla="*/ 319 w 324"/>
                  <a:gd name="T83" fmla="*/ 126 h 217"/>
                  <a:gd name="T84" fmla="*/ 320 w 324"/>
                  <a:gd name="T85" fmla="*/ 124 h 217"/>
                  <a:gd name="T86" fmla="*/ 321 w 324"/>
                  <a:gd name="T87" fmla="*/ 123 h 217"/>
                  <a:gd name="T88" fmla="*/ 321 w 324"/>
                  <a:gd name="T89" fmla="*/ 123 h 217"/>
                  <a:gd name="T90" fmla="*/ 321 w 324"/>
                  <a:gd name="T91" fmla="*/ 122 h 217"/>
                  <a:gd name="T92" fmla="*/ 322 w 324"/>
                  <a:gd name="T93" fmla="*/ 120 h 217"/>
                  <a:gd name="T94" fmla="*/ 323 w 324"/>
                  <a:gd name="T95" fmla="*/ 118 h 217"/>
                  <a:gd name="T96" fmla="*/ 323 w 324"/>
                  <a:gd name="T97" fmla="*/ 117 h 217"/>
                  <a:gd name="T98" fmla="*/ 324 w 324"/>
                  <a:gd name="T99" fmla="*/ 115 h 217"/>
                  <a:gd name="T100" fmla="*/ 324 w 324"/>
                  <a:gd name="T101" fmla="*/ 113 h 217"/>
                  <a:gd name="T102" fmla="*/ 324 w 324"/>
                  <a:gd name="T103" fmla="*/ 111 h 217"/>
                  <a:gd name="T104" fmla="*/ 324 w 324"/>
                  <a:gd name="T105" fmla="*/ 110 h 217"/>
                  <a:gd name="T106" fmla="*/ 324 w 324"/>
                  <a:gd name="T107" fmla="*/ 109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324" y="109"/>
                    </a:moveTo>
                    <a:lnTo>
                      <a:pt x="324" y="109"/>
                    </a:ln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3" y="106"/>
                      <a:pt x="323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2" y="102"/>
                      <a:pt x="322" y="101"/>
                    </a:cubicBezTo>
                    <a:cubicBezTo>
                      <a:pt x="322" y="101"/>
                      <a:pt x="322" y="100"/>
                      <a:pt x="321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8"/>
                      <a:pt x="321" y="97"/>
                    </a:cubicBezTo>
                    <a:cubicBezTo>
                      <a:pt x="320" y="97"/>
                      <a:pt x="320" y="97"/>
                      <a:pt x="320" y="97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4"/>
                    </a:cubicBezTo>
                    <a:cubicBezTo>
                      <a:pt x="317" y="93"/>
                      <a:pt x="317" y="93"/>
                      <a:pt x="317" y="92"/>
                    </a:cubicBezTo>
                    <a:cubicBezTo>
                      <a:pt x="316" y="92"/>
                      <a:pt x="316" y="91"/>
                      <a:pt x="315" y="91"/>
                    </a:cubicBezTo>
                    <a:cubicBezTo>
                      <a:pt x="315" y="91"/>
                      <a:pt x="315" y="90"/>
                      <a:pt x="314" y="90"/>
                    </a:cubicBezTo>
                    <a:cubicBezTo>
                      <a:pt x="314" y="90"/>
                      <a:pt x="313" y="89"/>
                      <a:pt x="313" y="89"/>
                    </a:cubicBezTo>
                    <a:cubicBezTo>
                      <a:pt x="312" y="89"/>
                      <a:pt x="312" y="88"/>
                      <a:pt x="311" y="88"/>
                    </a:cubicBezTo>
                    <a:cubicBezTo>
                      <a:pt x="311" y="88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0" y="18"/>
                    </a:cubicBezTo>
                    <a:cubicBezTo>
                      <a:pt x="123" y="31"/>
                      <a:pt x="128" y="47"/>
                      <a:pt x="141" y="54"/>
                    </a:cubicBezTo>
                    <a:lnTo>
                      <a:pt x="194" y="84"/>
                    </a:lnTo>
                    <a:lnTo>
                      <a:pt x="53" y="84"/>
                    </a:lnTo>
                    <a:lnTo>
                      <a:pt x="53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4" y="137"/>
                    </a:lnTo>
                    <a:lnTo>
                      <a:pt x="141" y="167"/>
                    </a:lnTo>
                    <a:cubicBezTo>
                      <a:pt x="128" y="174"/>
                      <a:pt x="123" y="190"/>
                      <a:pt x="130" y="203"/>
                    </a:cubicBezTo>
                    <a:cubicBezTo>
                      <a:pt x="135" y="212"/>
                      <a:pt x="144" y="217"/>
                      <a:pt x="154" y="217"/>
                    </a:cubicBezTo>
                    <a:cubicBezTo>
                      <a:pt x="158" y="217"/>
                      <a:pt x="163" y="216"/>
                      <a:pt x="167" y="214"/>
                    </a:cubicBezTo>
                    <a:lnTo>
                      <a:pt x="310" y="134"/>
                    </a:lnTo>
                    <a:cubicBezTo>
                      <a:pt x="310" y="134"/>
                      <a:pt x="310" y="134"/>
                      <a:pt x="310" y="134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3" y="132"/>
                    </a:cubicBezTo>
                    <a:cubicBezTo>
                      <a:pt x="314" y="131"/>
                      <a:pt x="315" y="130"/>
                      <a:pt x="315" y="130"/>
                    </a:cubicBezTo>
                    <a:cubicBezTo>
                      <a:pt x="316" y="130"/>
                      <a:pt x="316" y="130"/>
                      <a:pt x="316" y="129"/>
                    </a:cubicBezTo>
                    <a:cubicBezTo>
                      <a:pt x="316" y="129"/>
                      <a:pt x="316" y="129"/>
                      <a:pt x="316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8" y="127"/>
                      <a:pt x="319" y="126"/>
                    </a:cubicBezTo>
                    <a:cubicBezTo>
                      <a:pt x="319" y="125"/>
                      <a:pt x="320" y="125"/>
                      <a:pt x="320" y="124"/>
                    </a:cubicBezTo>
                    <a:cubicBezTo>
                      <a:pt x="320" y="124"/>
                      <a:pt x="320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3"/>
                      <a:pt x="321" y="122"/>
                      <a:pt x="321" y="122"/>
                    </a:cubicBezTo>
                    <a:cubicBezTo>
                      <a:pt x="322" y="121"/>
                      <a:pt x="322" y="120"/>
                      <a:pt x="322" y="120"/>
                    </a:cubicBezTo>
                    <a:cubicBezTo>
                      <a:pt x="322" y="119"/>
                      <a:pt x="323" y="119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3" y="116"/>
                      <a:pt x="323" y="115"/>
                      <a:pt x="324" y="115"/>
                    </a:cubicBezTo>
                    <a:cubicBezTo>
                      <a:pt x="324" y="114"/>
                      <a:pt x="324" y="114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61" name="Freeform 73"/>
              <p:cNvSpPr>
                <a:spLocks noEditPoints="1"/>
              </p:cNvSpPr>
              <p:nvPr/>
            </p:nvSpPr>
            <p:spPr bwMode="auto">
              <a:xfrm>
                <a:off x="5811837" y="914400"/>
                <a:ext cx="536574" cy="420688"/>
              </a:xfrm>
              <a:custGeom>
                <a:avLst/>
                <a:gdLst>
                  <a:gd name="T0" fmla="*/ 620 w 1240"/>
                  <a:gd name="T1" fmla="*/ 622 h 977"/>
                  <a:gd name="T2" fmla="*/ 620 w 1240"/>
                  <a:gd name="T3" fmla="*/ 622 h 977"/>
                  <a:gd name="T4" fmla="*/ 66 w 1240"/>
                  <a:gd name="T5" fmla="*/ 344 h 977"/>
                  <a:gd name="T6" fmla="*/ 620 w 1240"/>
                  <a:gd name="T7" fmla="*/ 65 h 977"/>
                  <a:gd name="T8" fmla="*/ 1173 w 1240"/>
                  <a:gd name="T9" fmla="*/ 344 h 977"/>
                  <a:gd name="T10" fmla="*/ 620 w 1240"/>
                  <a:gd name="T11" fmla="*/ 622 h 977"/>
                  <a:gd name="T12" fmla="*/ 1240 w 1240"/>
                  <a:gd name="T13" fmla="*/ 594 h 977"/>
                  <a:gd name="T14" fmla="*/ 1240 w 1240"/>
                  <a:gd name="T15" fmla="*/ 594 h 977"/>
                  <a:gd name="T16" fmla="*/ 1240 w 1240"/>
                  <a:gd name="T17" fmla="*/ 364 h 977"/>
                  <a:gd name="T18" fmla="*/ 1240 w 1240"/>
                  <a:gd name="T19" fmla="*/ 358 h 977"/>
                  <a:gd name="T20" fmla="*/ 1240 w 1240"/>
                  <a:gd name="T21" fmla="*/ 344 h 977"/>
                  <a:gd name="T22" fmla="*/ 620 w 1240"/>
                  <a:gd name="T23" fmla="*/ 0 h 977"/>
                  <a:gd name="T24" fmla="*/ 0 w 1240"/>
                  <a:gd name="T25" fmla="*/ 344 h 977"/>
                  <a:gd name="T26" fmla="*/ 0 w 1240"/>
                  <a:gd name="T27" fmla="*/ 358 h 977"/>
                  <a:gd name="T28" fmla="*/ 0 w 1240"/>
                  <a:gd name="T29" fmla="*/ 364 h 977"/>
                  <a:gd name="T30" fmla="*/ 0 w 1240"/>
                  <a:gd name="T31" fmla="*/ 594 h 977"/>
                  <a:gd name="T32" fmla="*/ 442 w 1240"/>
                  <a:gd name="T33" fmla="*/ 925 h 977"/>
                  <a:gd name="T34" fmla="*/ 509 w 1240"/>
                  <a:gd name="T35" fmla="*/ 977 h 977"/>
                  <a:gd name="T36" fmla="*/ 579 w 1240"/>
                  <a:gd name="T37" fmla="*/ 908 h 977"/>
                  <a:gd name="T38" fmla="*/ 509 w 1240"/>
                  <a:gd name="T39" fmla="*/ 839 h 977"/>
                  <a:gd name="T40" fmla="*/ 459 w 1240"/>
                  <a:gd name="T41" fmla="*/ 860 h 977"/>
                  <a:gd name="T42" fmla="*/ 66 w 1240"/>
                  <a:gd name="T43" fmla="*/ 594 h 977"/>
                  <a:gd name="T44" fmla="*/ 66 w 1240"/>
                  <a:gd name="T45" fmla="*/ 502 h 977"/>
                  <a:gd name="T46" fmla="*/ 620 w 1240"/>
                  <a:gd name="T47" fmla="*/ 689 h 977"/>
                  <a:gd name="T48" fmla="*/ 1173 w 1240"/>
                  <a:gd name="T49" fmla="*/ 502 h 977"/>
                  <a:gd name="T50" fmla="*/ 1173 w 1240"/>
                  <a:gd name="T51" fmla="*/ 594 h 977"/>
                  <a:gd name="T52" fmla="*/ 773 w 1240"/>
                  <a:gd name="T53" fmla="*/ 861 h 977"/>
                  <a:gd name="T54" fmla="*/ 722 w 1240"/>
                  <a:gd name="T55" fmla="*/ 839 h 977"/>
                  <a:gd name="T56" fmla="*/ 653 w 1240"/>
                  <a:gd name="T57" fmla="*/ 908 h 977"/>
                  <a:gd name="T58" fmla="*/ 722 w 1240"/>
                  <a:gd name="T59" fmla="*/ 977 h 977"/>
                  <a:gd name="T60" fmla="*/ 789 w 1240"/>
                  <a:gd name="T61" fmla="*/ 926 h 977"/>
                  <a:gd name="T62" fmla="*/ 1240 w 1240"/>
                  <a:gd name="T63" fmla="*/ 59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40" h="977">
                    <a:moveTo>
                      <a:pt x="620" y="622"/>
                    </a:moveTo>
                    <a:lnTo>
                      <a:pt x="620" y="622"/>
                    </a:lnTo>
                    <a:cubicBezTo>
                      <a:pt x="320" y="622"/>
                      <a:pt x="66" y="495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5"/>
                      <a:pt x="920" y="622"/>
                      <a:pt x="620" y="622"/>
                    </a:cubicBezTo>
                    <a:close/>
                    <a:moveTo>
                      <a:pt x="1240" y="594"/>
                    </a:moveTo>
                    <a:lnTo>
                      <a:pt x="1240" y="594"/>
                    </a:lnTo>
                    <a:lnTo>
                      <a:pt x="1240" y="364"/>
                    </a:lnTo>
                    <a:cubicBezTo>
                      <a:pt x="1240" y="362"/>
                      <a:pt x="1240" y="360"/>
                      <a:pt x="1240" y="358"/>
                    </a:cubicBezTo>
                    <a:cubicBezTo>
                      <a:pt x="1240" y="353"/>
                      <a:pt x="1240" y="348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3"/>
                      <a:pt x="0" y="358"/>
                    </a:cubicBezTo>
                    <a:cubicBezTo>
                      <a:pt x="0" y="360"/>
                      <a:pt x="0" y="362"/>
                      <a:pt x="0" y="364"/>
                    </a:cubicBezTo>
                    <a:lnTo>
                      <a:pt x="0" y="594"/>
                    </a:lnTo>
                    <a:cubicBezTo>
                      <a:pt x="0" y="749"/>
                      <a:pt x="182" y="882"/>
                      <a:pt x="442" y="925"/>
                    </a:cubicBezTo>
                    <a:cubicBezTo>
                      <a:pt x="450" y="955"/>
                      <a:pt x="477" y="977"/>
                      <a:pt x="509" y="977"/>
                    </a:cubicBezTo>
                    <a:cubicBezTo>
                      <a:pt x="548" y="977"/>
                      <a:pt x="579" y="946"/>
                      <a:pt x="579" y="908"/>
                    </a:cubicBezTo>
                    <a:cubicBezTo>
                      <a:pt x="579" y="870"/>
                      <a:pt x="548" y="839"/>
                      <a:pt x="509" y="839"/>
                    </a:cubicBezTo>
                    <a:cubicBezTo>
                      <a:pt x="490" y="839"/>
                      <a:pt x="472" y="847"/>
                      <a:pt x="459" y="860"/>
                    </a:cubicBezTo>
                    <a:cubicBezTo>
                      <a:pt x="231" y="824"/>
                      <a:pt x="66" y="715"/>
                      <a:pt x="66" y="594"/>
                    </a:cubicBezTo>
                    <a:lnTo>
                      <a:pt x="66" y="502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2"/>
                    </a:cubicBezTo>
                    <a:lnTo>
                      <a:pt x="1173" y="594"/>
                    </a:lnTo>
                    <a:cubicBezTo>
                      <a:pt x="1173" y="717"/>
                      <a:pt x="1005" y="827"/>
                      <a:pt x="773" y="861"/>
                    </a:cubicBezTo>
                    <a:cubicBezTo>
                      <a:pt x="761" y="847"/>
                      <a:pt x="743" y="839"/>
                      <a:pt x="722" y="839"/>
                    </a:cubicBezTo>
                    <a:cubicBezTo>
                      <a:pt x="684" y="839"/>
                      <a:pt x="653" y="870"/>
                      <a:pt x="653" y="908"/>
                    </a:cubicBezTo>
                    <a:cubicBezTo>
                      <a:pt x="653" y="946"/>
                      <a:pt x="684" y="977"/>
                      <a:pt x="722" y="977"/>
                    </a:cubicBezTo>
                    <a:cubicBezTo>
                      <a:pt x="754" y="977"/>
                      <a:pt x="781" y="956"/>
                      <a:pt x="789" y="926"/>
                    </a:cubicBezTo>
                    <a:cubicBezTo>
                      <a:pt x="1054" y="885"/>
                      <a:pt x="1240" y="751"/>
                      <a:pt x="1240" y="594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162" name="组合 161"/>
            <p:cNvGrpSpPr>
              <a:grpSpLocks noChangeAspect="1"/>
            </p:cNvGrpSpPr>
            <p:nvPr/>
          </p:nvGrpSpPr>
          <p:grpSpPr>
            <a:xfrm>
              <a:off x="3498208" y="4064910"/>
              <a:ext cx="232569" cy="305737"/>
              <a:chOff x="5811837" y="914400"/>
              <a:chExt cx="536574" cy="420688"/>
            </a:xfrm>
            <a:solidFill>
              <a:srgbClr val="ED7D31">
                <a:lumMod val="75000"/>
              </a:srgbClr>
            </a:solidFill>
          </p:grpSpPr>
          <p:sp>
            <p:nvSpPr>
              <p:cNvPr id="163" name="Freeform 69"/>
              <p:cNvSpPr/>
              <p:nvPr/>
            </p:nvSpPr>
            <p:spPr bwMode="auto">
              <a:xfrm>
                <a:off x="6003925" y="1077913"/>
                <a:ext cx="152400" cy="87313"/>
              </a:xfrm>
              <a:custGeom>
                <a:avLst/>
                <a:gdLst>
                  <a:gd name="T0" fmla="*/ 308 w 351"/>
                  <a:gd name="T1" fmla="*/ 73 h 202"/>
                  <a:gd name="T2" fmla="*/ 308 w 351"/>
                  <a:gd name="T3" fmla="*/ 73 h 202"/>
                  <a:gd name="T4" fmla="*/ 202 w 351"/>
                  <a:gd name="T5" fmla="*/ 131 h 202"/>
                  <a:gd name="T6" fmla="*/ 202 w 351"/>
                  <a:gd name="T7" fmla="*/ 53 h 202"/>
                  <a:gd name="T8" fmla="*/ 258 w 351"/>
                  <a:gd name="T9" fmla="*/ 53 h 202"/>
                  <a:gd name="T10" fmla="*/ 258 w 351"/>
                  <a:gd name="T11" fmla="*/ 0 h 202"/>
                  <a:gd name="T12" fmla="*/ 176 w 351"/>
                  <a:gd name="T13" fmla="*/ 0 h 202"/>
                  <a:gd name="T14" fmla="*/ 149 w 351"/>
                  <a:gd name="T15" fmla="*/ 26 h 202"/>
                  <a:gd name="T16" fmla="*/ 149 w 351"/>
                  <a:gd name="T17" fmla="*/ 131 h 202"/>
                  <a:gd name="T18" fmla="*/ 44 w 351"/>
                  <a:gd name="T19" fmla="*/ 73 h 202"/>
                  <a:gd name="T20" fmla="*/ 7 w 351"/>
                  <a:gd name="T21" fmla="*/ 84 h 202"/>
                  <a:gd name="T22" fmla="*/ 18 w 351"/>
                  <a:gd name="T23" fmla="*/ 120 h 202"/>
                  <a:gd name="T24" fmla="*/ 163 w 351"/>
                  <a:gd name="T25" fmla="*/ 199 h 202"/>
                  <a:gd name="T26" fmla="*/ 164 w 351"/>
                  <a:gd name="T27" fmla="*/ 199 h 202"/>
                  <a:gd name="T28" fmla="*/ 168 w 351"/>
                  <a:gd name="T29" fmla="*/ 201 h 202"/>
                  <a:gd name="T30" fmla="*/ 169 w 351"/>
                  <a:gd name="T31" fmla="*/ 201 h 202"/>
                  <a:gd name="T32" fmla="*/ 170 w 351"/>
                  <a:gd name="T33" fmla="*/ 201 h 202"/>
                  <a:gd name="T34" fmla="*/ 176 w 351"/>
                  <a:gd name="T35" fmla="*/ 202 h 202"/>
                  <a:gd name="T36" fmla="*/ 176 w 351"/>
                  <a:gd name="T37" fmla="*/ 202 h 202"/>
                  <a:gd name="T38" fmla="*/ 176 w 351"/>
                  <a:gd name="T39" fmla="*/ 202 h 202"/>
                  <a:gd name="T40" fmla="*/ 176 w 351"/>
                  <a:gd name="T41" fmla="*/ 202 h 202"/>
                  <a:gd name="T42" fmla="*/ 182 w 351"/>
                  <a:gd name="T43" fmla="*/ 201 h 202"/>
                  <a:gd name="T44" fmla="*/ 182 w 351"/>
                  <a:gd name="T45" fmla="*/ 201 h 202"/>
                  <a:gd name="T46" fmla="*/ 184 w 351"/>
                  <a:gd name="T47" fmla="*/ 201 h 202"/>
                  <a:gd name="T48" fmla="*/ 188 w 351"/>
                  <a:gd name="T49" fmla="*/ 199 h 202"/>
                  <a:gd name="T50" fmla="*/ 188 w 351"/>
                  <a:gd name="T51" fmla="*/ 199 h 202"/>
                  <a:gd name="T52" fmla="*/ 333 w 351"/>
                  <a:gd name="T53" fmla="*/ 120 h 202"/>
                  <a:gd name="T54" fmla="*/ 344 w 351"/>
                  <a:gd name="T55" fmla="*/ 84 h 202"/>
                  <a:gd name="T56" fmla="*/ 308 w 351"/>
                  <a:gd name="T57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1" h="202">
                    <a:moveTo>
                      <a:pt x="308" y="73"/>
                    </a:moveTo>
                    <a:lnTo>
                      <a:pt x="308" y="73"/>
                    </a:lnTo>
                    <a:lnTo>
                      <a:pt x="202" y="131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6" y="0"/>
                    </a:lnTo>
                    <a:cubicBezTo>
                      <a:pt x="161" y="0"/>
                      <a:pt x="149" y="12"/>
                      <a:pt x="149" y="26"/>
                    </a:cubicBezTo>
                    <a:lnTo>
                      <a:pt x="149" y="131"/>
                    </a:lnTo>
                    <a:lnTo>
                      <a:pt x="44" y="73"/>
                    </a:lnTo>
                    <a:cubicBezTo>
                      <a:pt x="31" y="66"/>
                      <a:pt x="14" y="71"/>
                      <a:pt x="7" y="84"/>
                    </a:cubicBezTo>
                    <a:cubicBezTo>
                      <a:pt x="0" y="97"/>
                      <a:pt x="5" y="113"/>
                      <a:pt x="18" y="120"/>
                    </a:cubicBezTo>
                    <a:lnTo>
                      <a:pt x="163" y="199"/>
                    </a:lnTo>
                    <a:cubicBezTo>
                      <a:pt x="163" y="199"/>
                      <a:pt x="164" y="199"/>
                      <a:pt x="164" y="199"/>
                    </a:cubicBezTo>
                    <a:cubicBezTo>
                      <a:pt x="165" y="200"/>
                      <a:pt x="166" y="200"/>
                      <a:pt x="168" y="201"/>
                    </a:cubicBezTo>
                    <a:cubicBezTo>
                      <a:pt x="168" y="201"/>
                      <a:pt x="168" y="201"/>
                      <a:pt x="169" y="201"/>
                    </a:cubicBezTo>
                    <a:cubicBezTo>
                      <a:pt x="169" y="201"/>
                      <a:pt x="169" y="201"/>
                      <a:pt x="170" y="201"/>
                    </a:cubicBezTo>
                    <a:cubicBezTo>
                      <a:pt x="172" y="202"/>
                      <a:pt x="174" y="202"/>
                      <a:pt x="176" y="202"/>
                    </a:cubicBezTo>
                    <a:cubicBezTo>
                      <a:pt x="176" y="202"/>
                      <a:pt x="176" y="202"/>
                      <a:pt x="176" y="202"/>
                    </a:cubicBezTo>
                    <a:lnTo>
                      <a:pt x="176" y="202"/>
                    </a:lnTo>
                    <a:lnTo>
                      <a:pt x="176" y="202"/>
                    </a:lnTo>
                    <a:cubicBezTo>
                      <a:pt x="178" y="202"/>
                      <a:pt x="180" y="202"/>
                      <a:pt x="182" y="201"/>
                    </a:cubicBezTo>
                    <a:cubicBezTo>
                      <a:pt x="182" y="201"/>
                      <a:pt x="182" y="201"/>
                      <a:pt x="182" y="201"/>
                    </a:cubicBezTo>
                    <a:cubicBezTo>
                      <a:pt x="183" y="201"/>
                      <a:pt x="183" y="201"/>
                      <a:pt x="184" y="201"/>
                    </a:cubicBezTo>
                    <a:cubicBezTo>
                      <a:pt x="185" y="200"/>
                      <a:pt x="186" y="200"/>
                      <a:pt x="188" y="199"/>
                    </a:cubicBezTo>
                    <a:cubicBezTo>
                      <a:pt x="188" y="199"/>
                      <a:pt x="188" y="199"/>
                      <a:pt x="188" y="199"/>
                    </a:cubicBezTo>
                    <a:lnTo>
                      <a:pt x="333" y="120"/>
                    </a:lnTo>
                    <a:cubicBezTo>
                      <a:pt x="346" y="113"/>
                      <a:pt x="351" y="97"/>
                      <a:pt x="344" y="84"/>
                    </a:cubicBezTo>
                    <a:cubicBezTo>
                      <a:pt x="337" y="71"/>
                      <a:pt x="321" y="66"/>
                      <a:pt x="308" y="73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64" name="Freeform 70"/>
              <p:cNvSpPr/>
              <p:nvPr/>
            </p:nvSpPr>
            <p:spPr bwMode="auto">
              <a:xfrm>
                <a:off x="6003925" y="957263"/>
                <a:ext cx="152400" cy="85725"/>
              </a:xfrm>
              <a:custGeom>
                <a:avLst/>
                <a:gdLst>
                  <a:gd name="T0" fmla="*/ 30 w 350"/>
                  <a:gd name="T1" fmla="*/ 132 h 200"/>
                  <a:gd name="T2" fmla="*/ 30 w 350"/>
                  <a:gd name="T3" fmla="*/ 132 h 200"/>
                  <a:gd name="T4" fmla="*/ 43 w 350"/>
                  <a:gd name="T5" fmla="*/ 129 h 200"/>
                  <a:gd name="T6" fmla="*/ 148 w 350"/>
                  <a:gd name="T7" fmla="*/ 71 h 200"/>
                  <a:gd name="T8" fmla="*/ 148 w 350"/>
                  <a:gd name="T9" fmla="*/ 146 h 200"/>
                  <a:gd name="T10" fmla="*/ 92 w 350"/>
                  <a:gd name="T11" fmla="*/ 146 h 200"/>
                  <a:gd name="T12" fmla="*/ 92 w 350"/>
                  <a:gd name="T13" fmla="*/ 200 h 200"/>
                  <a:gd name="T14" fmla="*/ 175 w 350"/>
                  <a:gd name="T15" fmla="*/ 200 h 200"/>
                  <a:gd name="T16" fmla="*/ 202 w 350"/>
                  <a:gd name="T17" fmla="*/ 173 h 200"/>
                  <a:gd name="T18" fmla="*/ 202 w 350"/>
                  <a:gd name="T19" fmla="*/ 71 h 200"/>
                  <a:gd name="T20" fmla="*/ 307 w 350"/>
                  <a:gd name="T21" fmla="*/ 129 h 200"/>
                  <a:gd name="T22" fmla="*/ 320 w 350"/>
                  <a:gd name="T23" fmla="*/ 132 h 200"/>
                  <a:gd name="T24" fmla="*/ 343 w 350"/>
                  <a:gd name="T25" fmla="*/ 118 h 200"/>
                  <a:gd name="T26" fmla="*/ 333 w 350"/>
                  <a:gd name="T27" fmla="*/ 82 h 200"/>
                  <a:gd name="T28" fmla="*/ 188 w 350"/>
                  <a:gd name="T29" fmla="*/ 3 h 200"/>
                  <a:gd name="T30" fmla="*/ 187 w 350"/>
                  <a:gd name="T31" fmla="*/ 3 h 200"/>
                  <a:gd name="T32" fmla="*/ 186 w 350"/>
                  <a:gd name="T33" fmla="*/ 2 h 200"/>
                  <a:gd name="T34" fmla="*/ 184 w 350"/>
                  <a:gd name="T35" fmla="*/ 1 h 200"/>
                  <a:gd name="T36" fmla="*/ 183 w 350"/>
                  <a:gd name="T37" fmla="*/ 1 h 200"/>
                  <a:gd name="T38" fmla="*/ 181 w 350"/>
                  <a:gd name="T39" fmla="*/ 0 h 200"/>
                  <a:gd name="T40" fmla="*/ 179 w 350"/>
                  <a:gd name="T41" fmla="*/ 0 h 200"/>
                  <a:gd name="T42" fmla="*/ 177 w 350"/>
                  <a:gd name="T43" fmla="*/ 0 h 200"/>
                  <a:gd name="T44" fmla="*/ 176 w 350"/>
                  <a:gd name="T45" fmla="*/ 0 h 200"/>
                  <a:gd name="T46" fmla="*/ 175 w 350"/>
                  <a:gd name="T47" fmla="*/ 0 h 200"/>
                  <a:gd name="T48" fmla="*/ 174 w 350"/>
                  <a:gd name="T49" fmla="*/ 0 h 200"/>
                  <a:gd name="T50" fmla="*/ 172 w 350"/>
                  <a:gd name="T51" fmla="*/ 0 h 200"/>
                  <a:gd name="T52" fmla="*/ 171 w 350"/>
                  <a:gd name="T53" fmla="*/ 0 h 200"/>
                  <a:gd name="T54" fmla="*/ 168 w 350"/>
                  <a:gd name="T55" fmla="*/ 0 h 200"/>
                  <a:gd name="T56" fmla="*/ 167 w 350"/>
                  <a:gd name="T57" fmla="*/ 1 h 200"/>
                  <a:gd name="T58" fmla="*/ 166 w 350"/>
                  <a:gd name="T59" fmla="*/ 1 h 200"/>
                  <a:gd name="T60" fmla="*/ 164 w 350"/>
                  <a:gd name="T61" fmla="*/ 2 h 200"/>
                  <a:gd name="T62" fmla="*/ 162 w 350"/>
                  <a:gd name="T63" fmla="*/ 3 h 200"/>
                  <a:gd name="T64" fmla="*/ 162 w 350"/>
                  <a:gd name="T65" fmla="*/ 3 h 200"/>
                  <a:gd name="T66" fmla="*/ 17 w 350"/>
                  <a:gd name="T67" fmla="*/ 82 h 200"/>
                  <a:gd name="T68" fmla="*/ 7 w 350"/>
                  <a:gd name="T69" fmla="*/ 118 h 200"/>
                  <a:gd name="T70" fmla="*/ 30 w 350"/>
                  <a:gd name="T71" fmla="*/ 13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0" h="200">
                    <a:moveTo>
                      <a:pt x="30" y="132"/>
                    </a:moveTo>
                    <a:lnTo>
                      <a:pt x="30" y="132"/>
                    </a:lnTo>
                    <a:cubicBezTo>
                      <a:pt x="34" y="132"/>
                      <a:pt x="39" y="131"/>
                      <a:pt x="43" y="129"/>
                    </a:cubicBezTo>
                    <a:lnTo>
                      <a:pt x="148" y="71"/>
                    </a:lnTo>
                    <a:lnTo>
                      <a:pt x="148" y="146"/>
                    </a:lnTo>
                    <a:lnTo>
                      <a:pt x="92" y="146"/>
                    </a:lnTo>
                    <a:lnTo>
                      <a:pt x="92" y="200"/>
                    </a:lnTo>
                    <a:lnTo>
                      <a:pt x="175" y="200"/>
                    </a:lnTo>
                    <a:cubicBezTo>
                      <a:pt x="190" y="200"/>
                      <a:pt x="202" y="188"/>
                      <a:pt x="202" y="173"/>
                    </a:cubicBezTo>
                    <a:lnTo>
                      <a:pt x="202" y="71"/>
                    </a:lnTo>
                    <a:lnTo>
                      <a:pt x="307" y="129"/>
                    </a:lnTo>
                    <a:cubicBezTo>
                      <a:pt x="311" y="131"/>
                      <a:pt x="315" y="132"/>
                      <a:pt x="320" y="132"/>
                    </a:cubicBezTo>
                    <a:cubicBezTo>
                      <a:pt x="329" y="132"/>
                      <a:pt x="338" y="127"/>
                      <a:pt x="343" y="118"/>
                    </a:cubicBezTo>
                    <a:cubicBezTo>
                      <a:pt x="350" y="105"/>
                      <a:pt x="346" y="89"/>
                      <a:pt x="333" y="82"/>
                    </a:cubicBezTo>
                    <a:lnTo>
                      <a:pt x="188" y="3"/>
                    </a:lnTo>
                    <a:cubicBezTo>
                      <a:pt x="188" y="3"/>
                      <a:pt x="188" y="3"/>
                      <a:pt x="187" y="3"/>
                    </a:cubicBezTo>
                    <a:cubicBezTo>
                      <a:pt x="187" y="3"/>
                      <a:pt x="187" y="2"/>
                      <a:pt x="186" y="2"/>
                    </a:cubicBezTo>
                    <a:cubicBezTo>
                      <a:pt x="185" y="2"/>
                      <a:pt x="185" y="2"/>
                      <a:pt x="184" y="1"/>
                    </a:cubicBezTo>
                    <a:cubicBezTo>
                      <a:pt x="183" y="1"/>
                      <a:pt x="183" y="1"/>
                      <a:pt x="183" y="1"/>
                    </a:cubicBezTo>
                    <a:cubicBezTo>
                      <a:pt x="182" y="1"/>
                      <a:pt x="182" y="1"/>
                      <a:pt x="181" y="0"/>
                    </a:cubicBezTo>
                    <a:cubicBezTo>
                      <a:pt x="181" y="0"/>
                      <a:pt x="180" y="0"/>
                      <a:pt x="179" y="0"/>
                    </a:cubicBezTo>
                    <a:cubicBezTo>
                      <a:pt x="178" y="0"/>
                      <a:pt x="178" y="0"/>
                      <a:pt x="177" y="0"/>
                    </a:cubicBezTo>
                    <a:cubicBezTo>
                      <a:pt x="177" y="0"/>
                      <a:pt x="177" y="0"/>
                      <a:pt x="176" y="0"/>
                    </a:cubicBezTo>
                    <a:cubicBezTo>
                      <a:pt x="176" y="0"/>
                      <a:pt x="175" y="0"/>
                      <a:pt x="175" y="0"/>
                    </a:cubicBezTo>
                    <a:cubicBezTo>
                      <a:pt x="175" y="0"/>
                      <a:pt x="174" y="0"/>
                      <a:pt x="174" y="0"/>
                    </a:cubicBezTo>
                    <a:cubicBezTo>
                      <a:pt x="173" y="0"/>
                      <a:pt x="173" y="0"/>
                      <a:pt x="172" y="0"/>
                    </a:cubicBezTo>
                    <a:cubicBezTo>
                      <a:pt x="172" y="0"/>
                      <a:pt x="171" y="0"/>
                      <a:pt x="171" y="0"/>
                    </a:cubicBezTo>
                    <a:cubicBezTo>
                      <a:pt x="170" y="0"/>
                      <a:pt x="169" y="0"/>
                      <a:pt x="168" y="0"/>
                    </a:cubicBezTo>
                    <a:cubicBezTo>
                      <a:pt x="168" y="1"/>
                      <a:pt x="168" y="1"/>
                      <a:pt x="167" y="1"/>
                    </a:cubicBezTo>
                    <a:cubicBezTo>
                      <a:pt x="167" y="1"/>
                      <a:pt x="166" y="1"/>
                      <a:pt x="166" y="1"/>
                    </a:cubicBezTo>
                    <a:cubicBezTo>
                      <a:pt x="165" y="2"/>
                      <a:pt x="164" y="2"/>
                      <a:pt x="164" y="2"/>
                    </a:cubicBezTo>
                    <a:cubicBezTo>
                      <a:pt x="163" y="2"/>
                      <a:pt x="163" y="3"/>
                      <a:pt x="162" y="3"/>
                    </a:cubicBezTo>
                    <a:cubicBezTo>
                      <a:pt x="162" y="3"/>
                      <a:pt x="162" y="3"/>
                      <a:pt x="162" y="3"/>
                    </a:cubicBezTo>
                    <a:lnTo>
                      <a:pt x="17" y="82"/>
                    </a:lnTo>
                    <a:cubicBezTo>
                      <a:pt x="4" y="89"/>
                      <a:pt x="0" y="105"/>
                      <a:pt x="7" y="118"/>
                    </a:cubicBezTo>
                    <a:cubicBezTo>
                      <a:pt x="11" y="127"/>
                      <a:pt x="21" y="132"/>
                      <a:pt x="30" y="132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65" name="Freeform 71"/>
              <p:cNvSpPr/>
              <p:nvPr/>
            </p:nvSpPr>
            <p:spPr bwMode="auto">
              <a:xfrm>
                <a:off x="5899150" y="1014413"/>
                <a:ext cx="139700" cy="92075"/>
              </a:xfrm>
              <a:custGeom>
                <a:avLst/>
                <a:gdLst>
                  <a:gd name="T0" fmla="*/ 183 w 324"/>
                  <a:gd name="T1" fmla="*/ 167 h 217"/>
                  <a:gd name="T2" fmla="*/ 183 w 324"/>
                  <a:gd name="T3" fmla="*/ 167 h 217"/>
                  <a:gd name="T4" fmla="*/ 129 w 324"/>
                  <a:gd name="T5" fmla="*/ 137 h 217"/>
                  <a:gd name="T6" fmla="*/ 270 w 324"/>
                  <a:gd name="T7" fmla="*/ 137 h 217"/>
                  <a:gd name="T8" fmla="*/ 270 w 324"/>
                  <a:gd name="T9" fmla="*/ 176 h 217"/>
                  <a:gd name="T10" fmla="*/ 324 w 324"/>
                  <a:gd name="T11" fmla="*/ 176 h 217"/>
                  <a:gd name="T12" fmla="*/ 324 w 324"/>
                  <a:gd name="T13" fmla="*/ 110 h 217"/>
                  <a:gd name="T14" fmla="*/ 297 w 324"/>
                  <a:gd name="T15" fmla="*/ 84 h 217"/>
                  <a:gd name="T16" fmla="*/ 129 w 324"/>
                  <a:gd name="T17" fmla="*/ 84 h 217"/>
                  <a:gd name="T18" fmla="*/ 183 w 324"/>
                  <a:gd name="T19" fmla="*/ 54 h 217"/>
                  <a:gd name="T20" fmla="*/ 193 w 324"/>
                  <a:gd name="T21" fmla="*/ 18 h 217"/>
                  <a:gd name="T22" fmla="*/ 157 w 324"/>
                  <a:gd name="T23" fmla="*/ 7 h 217"/>
                  <a:gd name="T24" fmla="*/ 13 w 324"/>
                  <a:gd name="T25" fmla="*/ 87 h 217"/>
                  <a:gd name="T26" fmla="*/ 13 w 324"/>
                  <a:gd name="T27" fmla="*/ 88 h 217"/>
                  <a:gd name="T28" fmla="*/ 11 w 324"/>
                  <a:gd name="T29" fmla="*/ 89 h 217"/>
                  <a:gd name="T30" fmla="*/ 9 w 324"/>
                  <a:gd name="T31" fmla="*/ 90 h 217"/>
                  <a:gd name="T32" fmla="*/ 8 w 324"/>
                  <a:gd name="T33" fmla="*/ 91 h 217"/>
                  <a:gd name="T34" fmla="*/ 7 w 324"/>
                  <a:gd name="T35" fmla="*/ 92 h 217"/>
                  <a:gd name="T36" fmla="*/ 6 w 324"/>
                  <a:gd name="T37" fmla="*/ 93 h 217"/>
                  <a:gd name="T38" fmla="*/ 5 w 324"/>
                  <a:gd name="T39" fmla="*/ 95 h 217"/>
                  <a:gd name="T40" fmla="*/ 4 w 324"/>
                  <a:gd name="T41" fmla="*/ 96 h 217"/>
                  <a:gd name="T42" fmla="*/ 3 w 324"/>
                  <a:gd name="T43" fmla="*/ 97 h 217"/>
                  <a:gd name="T44" fmla="*/ 3 w 324"/>
                  <a:gd name="T45" fmla="*/ 98 h 217"/>
                  <a:gd name="T46" fmla="*/ 2 w 324"/>
                  <a:gd name="T47" fmla="*/ 99 h 217"/>
                  <a:gd name="T48" fmla="*/ 1 w 324"/>
                  <a:gd name="T49" fmla="*/ 101 h 217"/>
                  <a:gd name="T50" fmla="*/ 1 w 324"/>
                  <a:gd name="T51" fmla="*/ 103 h 217"/>
                  <a:gd name="T52" fmla="*/ 1 w 324"/>
                  <a:gd name="T53" fmla="*/ 104 h 217"/>
                  <a:gd name="T54" fmla="*/ 0 w 324"/>
                  <a:gd name="T55" fmla="*/ 106 h 217"/>
                  <a:gd name="T56" fmla="*/ 0 w 324"/>
                  <a:gd name="T57" fmla="*/ 108 h 217"/>
                  <a:gd name="T58" fmla="*/ 0 w 324"/>
                  <a:gd name="T59" fmla="*/ 109 h 217"/>
                  <a:gd name="T60" fmla="*/ 0 w 324"/>
                  <a:gd name="T61" fmla="*/ 110 h 217"/>
                  <a:gd name="T62" fmla="*/ 0 w 324"/>
                  <a:gd name="T63" fmla="*/ 111 h 217"/>
                  <a:gd name="T64" fmla="*/ 0 w 324"/>
                  <a:gd name="T65" fmla="*/ 113 h 217"/>
                  <a:gd name="T66" fmla="*/ 0 w 324"/>
                  <a:gd name="T67" fmla="*/ 115 h 217"/>
                  <a:gd name="T68" fmla="*/ 1 w 324"/>
                  <a:gd name="T69" fmla="*/ 117 h 217"/>
                  <a:gd name="T70" fmla="*/ 1 w 324"/>
                  <a:gd name="T71" fmla="*/ 118 h 217"/>
                  <a:gd name="T72" fmla="*/ 1 w 324"/>
                  <a:gd name="T73" fmla="*/ 119 h 217"/>
                  <a:gd name="T74" fmla="*/ 2 w 324"/>
                  <a:gd name="T75" fmla="*/ 122 h 217"/>
                  <a:gd name="T76" fmla="*/ 3 w 324"/>
                  <a:gd name="T77" fmla="*/ 123 h 217"/>
                  <a:gd name="T78" fmla="*/ 3 w 324"/>
                  <a:gd name="T79" fmla="*/ 123 h 217"/>
                  <a:gd name="T80" fmla="*/ 4 w 324"/>
                  <a:gd name="T81" fmla="*/ 124 h 217"/>
                  <a:gd name="T82" fmla="*/ 5 w 324"/>
                  <a:gd name="T83" fmla="*/ 126 h 217"/>
                  <a:gd name="T84" fmla="*/ 7 w 324"/>
                  <a:gd name="T85" fmla="*/ 128 h 217"/>
                  <a:gd name="T86" fmla="*/ 7 w 324"/>
                  <a:gd name="T87" fmla="*/ 129 h 217"/>
                  <a:gd name="T88" fmla="*/ 8 w 324"/>
                  <a:gd name="T89" fmla="*/ 129 h 217"/>
                  <a:gd name="T90" fmla="*/ 8 w 324"/>
                  <a:gd name="T91" fmla="*/ 130 h 217"/>
                  <a:gd name="T92" fmla="*/ 10 w 324"/>
                  <a:gd name="T93" fmla="*/ 131 h 217"/>
                  <a:gd name="T94" fmla="*/ 12 w 324"/>
                  <a:gd name="T95" fmla="*/ 133 h 217"/>
                  <a:gd name="T96" fmla="*/ 13 w 324"/>
                  <a:gd name="T97" fmla="*/ 134 h 217"/>
                  <a:gd name="T98" fmla="*/ 13 w 324"/>
                  <a:gd name="T99" fmla="*/ 134 h 217"/>
                  <a:gd name="T100" fmla="*/ 157 w 324"/>
                  <a:gd name="T101" fmla="*/ 213 h 217"/>
                  <a:gd name="T102" fmla="*/ 170 w 324"/>
                  <a:gd name="T103" fmla="*/ 217 h 217"/>
                  <a:gd name="T104" fmla="*/ 193 w 324"/>
                  <a:gd name="T105" fmla="*/ 203 h 217"/>
                  <a:gd name="T106" fmla="*/ 183 w 324"/>
                  <a:gd name="T107" fmla="*/ 16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83" y="167"/>
                    </a:moveTo>
                    <a:lnTo>
                      <a:pt x="183" y="167"/>
                    </a:lnTo>
                    <a:lnTo>
                      <a:pt x="129" y="137"/>
                    </a:lnTo>
                    <a:lnTo>
                      <a:pt x="270" y="137"/>
                    </a:lnTo>
                    <a:lnTo>
                      <a:pt x="270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0" y="30"/>
                      <a:pt x="193" y="18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3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1" y="88"/>
                      <a:pt x="11" y="89"/>
                    </a:cubicBezTo>
                    <a:cubicBezTo>
                      <a:pt x="10" y="89"/>
                      <a:pt x="10" y="89"/>
                      <a:pt x="9" y="90"/>
                    </a:cubicBezTo>
                    <a:cubicBezTo>
                      <a:pt x="9" y="90"/>
                      <a:pt x="9" y="91"/>
                      <a:pt x="8" y="91"/>
                    </a:cubicBezTo>
                    <a:cubicBezTo>
                      <a:pt x="8" y="91"/>
                      <a:pt x="7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5" y="94"/>
                      <a:pt x="5" y="94"/>
                      <a:pt x="5" y="95"/>
                    </a:cubicBezTo>
                    <a:cubicBezTo>
                      <a:pt x="4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2" y="99"/>
                      <a:pt x="2" y="99"/>
                    </a:cubicBezTo>
                    <a:cubicBezTo>
                      <a:pt x="2" y="100"/>
                      <a:pt x="2" y="101"/>
                      <a:pt x="1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4"/>
                      <a:pt x="1" y="104"/>
                    </a:cubicBezTo>
                    <a:cubicBezTo>
                      <a:pt x="0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5"/>
                    </a:cubicBezTo>
                    <a:cubicBezTo>
                      <a:pt x="0" y="115"/>
                      <a:pt x="0" y="116"/>
                      <a:pt x="1" y="117"/>
                    </a:cubicBezTo>
                    <a:cubicBezTo>
                      <a:pt x="1" y="117"/>
                      <a:pt x="1" y="118"/>
                      <a:pt x="1" y="118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2" y="120"/>
                      <a:pt x="2" y="121"/>
                      <a:pt x="2" y="122"/>
                    </a:cubicBezTo>
                    <a:cubicBezTo>
                      <a:pt x="2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4"/>
                      <a:pt x="3" y="124"/>
                      <a:pt x="4" y="124"/>
                    </a:cubicBezTo>
                    <a:cubicBezTo>
                      <a:pt x="4" y="125"/>
                      <a:pt x="4" y="125"/>
                      <a:pt x="5" y="126"/>
                    </a:cubicBezTo>
                    <a:cubicBezTo>
                      <a:pt x="5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7" y="129"/>
                    </a:cubicBezTo>
                    <a:cubicBezTo>
                      <a:pt x="7" y="129"/>
                      <a:pt x="7" y="129"/>
                      <a:pt x="8" y="129"/>
                    </a:cubicBezTo>
                    <a:cubicBezTo>
                      <a:pt x="8" y="129"/>
                      <a:pt x="8" y="130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3"/>
                      <a:pt x="12" y="133"/>
                    </a:cubicBezTo>
                    <a:cubicBezTo>
                      <a:pt x="13" y="133"/>
                      <a:pt x="13" y="133"/>
                      <a:pt x="13" y="134"/>
                    </a:cubicBezTo>
                    <a:cubicBezTo>
                      <a:pt x="13" y="134"/>
                      <a:pt x="13" y="134"/>
                      <a:pt x="13" y="134"/>
                    </a:cubicBezTo>
                    <a:lnTo>
                      <a:pt x="157" y="213"/>
                    </a:lnTo>
                    <a:cubicBezTo>
                      <a:pt x="161" y="216"/>
                      <a:pt x="165" y="217"/>
                      <a:pt x="170" y="217"/>
                    </a:cubicBezTo>
                    <a:cubicBezTo>
                      <a:pt x="179" y="217"/>
                      <a:pt x="188" y="212"/>
                      <a:pt x="193" y="203"/>
                    </a:cubicBezTo>
                    <a:cubicBezTo>
                      <a:pt x="200" y="190"/>
                      <a:pt x="196" y="174"/>
                      <a:pt x="183" y="167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66" name="Freeform 72"/>
              <p:cNvSpPr/>
              <p:nvPr/>
            </p:nvSpPr>
            <p:spPr bwMode="auto">
              <a:xfrm>
                <a:off x="6121400" y="1012825"/>
                <a:ext cx="139700" cy="93663"/>
              </a:xfrm>
              <a:custGeom>
                <a:avLst/>
                <a:gdLst>
                  <a:gd name="T0" fmla="*/ 324 w 324"/>
                  <a:gd name="T1" fmla="*/ 109 h 217"/>
                  <a:gd name="T2" fmla="*/ 324 w 324"/>
                  <a:gd name="T3" fmla="*/ 109 h 217"/>
                  <a:gd name="T4" fmla="*/ 324 w 324"/>
                  <a:gd name="T5" fmla="*/ 108 h 217"/>
                  <a:gd name="T6" fmla="*/ 324 w 324"/>
                  <a:gd name="T7" fmla="*/ 106 h 217"/>
                  <a:gd name="T8" fmla="*/ 323 w 324"/>
                  <a:gd name="T9" fmla="*/ 104 h 217"/>
                  <a:gd name="T10" fmla="*/ 323 w 324"/>
                  <a:gd name="T11" fmla="*/ 103 h 217"/>
                  <a:gd name="T12" fmla="*/ 322 w 324"/>
                  <a:gd name="T13" fmla="*/ 101 h 217"/>
                  <a:gd name="T14" fmla="*/ 321 w 324"/>
                  <a:gd name="T15" fmla="*/ 99 h 217"/>
                  <a:gd name="T16" fmla="*/ 321 w 324"/>
                  <a:gd name="T17" fmla="*/ 98 h 217"/>
                  <a:gd name="T18" fmla="*/ 321 w 324"/>
                  <a:gd name="T19" fmla="*/ 97 h 217"/>
                  <a:gd name="T20" fmla="*/ 320 w 324"/>
                  <a:gd name="T21" fmla="*/ 97 h 217"/>
                  <a:gd name="T22" fmla="*/ 319 w 324"/>
                  <a:gd name="T23" fmla="*/ 95 h 217"/>
                  <a:gd name="T24" fmla="*/ 318 w 324"/>
                  <a:gd name="T25" fmla="*/ 94 h 217"/>
                  <a:gd name="T26" fmla="*/ 317 w 324"/>
                  <a:gd name="T27" fmla="*/ 92 h 217"/>
                  <a:gd name="T28" fmla="*/ 315 w 324"/>
                  <a:gd name="T29" fmla="*/ 91 h 217"/>
                  <a:gd name="T30" fmla="*/ 314 w 324"/>
                  <a:gd name="T31" fmla="*/ 90 h 217"/>
                  <a:gd name="T32" fmla="*/ 313 w 324"/>
                  <a:gd name="T33" fmla="*/ 89 h 217"/>
                  <a:gd name="T34" fmla="*/ 311 w 324"/>
                  <a:gd name="T35" fmla="*/ 88 h 217"/>
                  <a:gd name="T36" fmla="*/ 310 w 324"/>
                  <a:gd name="T37" fmla="*/ 87 h 217"/>
                  <a:gd name="T38" fmla="*/ 167 w 324"/>
                  <a:gd name="T39" fmla="*/ 7 h 217"/>
                  <a:gd name="T40" fmla="*/ 130 w 324"/>
                  <a:gd name="T41" fmla="*/ 18 h 217"/>
                  <a:gd name="T42" fmla="*/ 141 w 324"/>
                  <a:gd name="T43" fmla="*/ 54 h 217"/>
                  <a:gd name="T44" fmla="*/ 194 w 324"/>
                  <a:gd name="T45" fmla="*/ 84 h 217"/>
                  <a:gd name="T46" fmla="*/ 53 w 324"/>
                  <a:gd name="T47" fmla="*/ 84 h 217"/>
                  <a:gd name="T48" fmla="*/ 53 w 324"/>
                  <a:gd name="T49" fmla="*/ 43 h 217"/>
                  <a:gd name="T50" fmla="*/ 0 w 324"/>
                  <a:gd name="T51" fmla="*/ 43 h 217"/>
                  <a:gd name="T52" fmla="*/ 0 w 324"/>
                  <a:gd name="T53" fmla="*/ 110 h 217"/>
                  <a:gd name="T54" fmla="*/ 27 w 324"/>
                  <a:gd name="T55" fmla="*/ 137 h 217"/>
                  <a:gd name="T56" fmla="*/ 194 w 324"/>
                  <a:gd name="T57" fmla="*/ 137 h 217"/>
                  <a:gd name="T58" fmla="*/ 141 w 324"/>
                  <a:gd name="T59" fmla="*/ 167 h 217"/>
                  <a:gd name="T60" fmla="*/ 130 w 324"/>
                  <a:gd name="T61" fmla="*/ 203 h 217"/>
                  <a:gd name="T62" fmla="*/ 154 w 324"/>
                  <a:gd name="T63" fmla="*/ 217 h 217"/>
                  <a:gd name="T64" fmla="*/ 167 w 324"/>
                  <a:gd name="T65" fmla="*/ 214 h 217"/>
                  <a:gd name="T66" fmla="*/ 310 w 324"/>
                  <a:gd name="T67" fmla="*/ 134 h 217"/>
                  <a:gd name="T68" fmla="*/ 310 w 324"/>
                  <a:gd name="T69" fmla="*/ 134 h 217"/>
                  <a:gd name="T70" fmla="*/ 311 w 324"/>
                  <a:gd name="T71" fmla="*/ 133 h 217"/>
                  <a:gd name="T72" fmla="*/ 313 w 324"/>
                  <a:gd name="T73" fmla="*/ 132 h 217"/>
                  <a:gd name="T74" fmla="*/ 315 w 324"/>
                  <a:gd name="T75" fmla="*/ 130 h 217"/>
                  <a:gd name="T76" fmla="*/ 316 w 324"/>
                  <a:gd name="T77" fmla="*/ 129 h 217"/>
                  <a:gd name="T78" fmla="*/ 316 w 324"/>
                  <a:gd name="T79" fmla="*/ 129 h 217"/>
                  <a:gd name="T80" fmla="*/ 317 w 324"/>
                  <a:gd name="T81" fmla="*/ 128 h 217"/>
                  <a:gd name="T82" fmla="*/ 319 w 324"/>
                  <a:gd name="T83" fmla="*/ 126 h 217"/>
                  <a:gd name="T84" fmla="*/ 320 w 324"/>
                  <a:gd name="T85" fmla="*/ 124 h 217"/>
                  <a:gd name="T86" fmla="*/ 321 w 324"/>
                  <a:gd name="T87" fmla="*/ 123 h 217"/>
                  <a:gd name="T88" fmla="*/ 321 w 324"/>
                  <a:gd name="T89" fmla="*/ 123 h 217"/>
                  <a:gd name="T90" fmla="*/ 321 w 324"/>
                  <a:gd name="T91" fmla="*/ 122 h 217"/>
                  <a:gd name="T92" fmla="*/ 322 w 324"/>
                  <a:gd name="T93" fmla="*/ 120 h 217"/>
                  <a:gd name="T94" fmla="*/ 323 w 324"/>
                  <a:gd name="T95" fmla="*/ 118 h 217"/>
                  <a:gd name="T96" fmla="*/ 323 w 324"/>
                  <a:gd name="T97" fmla="*/ 117 h 217"/>
                  <a:gd name="T98" fmla="*/ 324 w 324"/>
                  <a:gd name="T99" fmla="*/ 115 h 217"/>
                  <a:gd name="T100" fmla="*/ 324 w 324"/>
                  <a:gd name="T101" fmla="*/ 113 h 217"/>
                  <a:gd name="T102" fmla="*/ 324 w 324"/>
                  <a:gd name="T103" fmla="*/ 111 h 217"/>
                  <a:gd name="T104" fmla="*/ 324 w 324"/>
                  <a:gd name="T105" fmla="*/ 110 h 217"/>
                  <a:gd name="T106" fmla="*/ 324 w 324"/>
                  <a:gd name="T107" fmla="*/ 109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324" y="109"/>
                    </a:moveTo>
                    <a:lnTo>
                      <a:pt x="324" y="109"/>
                    </a:ln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3" y="106"/>
                      <a:pt x="323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2" y="102"/>
                      <a:pt x="322" y="101"/>
                    </a:cubicBezTo>
                    <a:cubicBezTo>
                      <a:pt x="322" y="101"/>
                      <a:pt x="322" y="100"/>
                      <a:pt x="321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8"/>
                      <a:pt x="321" y="97"/>
                    </a:cubicBezTo>
                    <a:cubicBezTo>
                      <a:pt x="320" y="97"/>
                      <a:pt x="320" y="97"/>
                      <a:pt x="320" y="97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4"/>
                    </a:cubicBezTo>
                    <a:cubicBezTo>
                      <a:pt x="317" y="93"/>
                      <a:pt x="317" y="93"/>
                      <a:pt x="317" y="92"/>
                    </a:cubicBezTo>
                    <a:cubicBezTo>
                      <a:pt x="316" y="92"/>
                      <a:pt x="316" y="91"/>
                      <a:pt x="315" y="91"/>
                    </a:cubicBezTo>
                    <a:cubicBezTo>
                      <a:pt x="315" y="91"/>
                      <a:pt x="315" y="90"/>
                      <a:pt x="314" y="90"/>
                    </a:cubicBezTo>
                    <a:cubicBezTo>
                      <a:pt x="314" y="90"/>
                      <a:pt x="313" y="89"/>
                      <a:pt x="313" y="89"/>
                    </a:cubicBezTo>
                    <a:cubicBezTo>
                      <a:pt x="312" y="89"/>
                      <a:pt x="312" y="88"/>
                      <a:pt x="311" y="88"/>
                    </a:cubicBezTo>
                    <a:cubicBezTo>
                      <a:pt x="311" y="88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0" y="18"/>
                    </a:cubicBezTo>
                    <a:cubicBezTo>
                      <a:pt x="123" y="31"/>
                      <a:pt x="128" y="47"/>
                      <a:pt x="141" y="54"/>
                    </a:cubicBezTo>
                    <a:lnTo>
                      <a:pt x="194" y="84"/>
                    </a:lnTo>
                    <a:lnTo>
                      <a:pt x="53" y="84"/>
                    </a:lnTo>
                    <a:lnTo>
                      <a:pt x="53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4" y="137"/>
                    </a:lnTo>
                    <a:lnTo>
                      <a:pt x="141" y="167"/>
                    </a:lnTo>
                    <a:cubicBezTo>
                      <a:pt x="128" y="174"/>
                      <a:pt x="123" y="190"/>
                      <a:pt x="130" y="203"/>
                    </a:cubicBezTo>
                    <a:cubicBezTo>
                      <a:pt x="135" y="212"/>
                      <a:pt x="144" y="217"/>
                      <a:pt x="154" y="217"/>
                    </a:cubicBezTo>
                    <a:cubicBezTo>
                      <a:pt x="158" y="217"/>
                      <a:pt x="163" y="216"/>
                      <a:pt x="167" y="214"/>
                    </a:cubicBezTo>
                    <a:lnTo>
                      <a:pt x="310" y="134"/>
                    </a:lnTo>
                    <a:cubicBezTo>
                      <a:pt x="310" y="134"/>
                      <a:pt x="310" y="134"/>
                      <a:pt x="310" y="134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3" y="132"/>
                    </a:cubicBezTo>
                    <a:cubicBezTo>
                      <a:pt x="314" y="131"/>
                      <a:pt x="315" y="130"/>
                      <a:pt x="315" y="130"/>
                    </a:cubicBezTo>
                    <a:cubicBezTo>
                      <a:pt x="316" y="130"/>
                      <a:pt x="316" y="130"/>
                      <a:pt x="316" y="129"/>
                    </a:cubicBezTo>
                    <a:cubicBezTo>
                      <a:pt x="316" y="129"/>
                      <a:pt x="316" y="129"/>
                      <a:pt x="316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8" y="127"/>
                      <a:pt x="319" y="126"/>
                    </a:cubicBezTo>
                    <a:cubicBezTo>
                      <a:pt x="319" y="125"/>
                      <a:pt x="320" y="125"/>
                      <a:pt x="320" y="124"/>
                    </a:cubicBezTo>
                    <a:cubicBezTo>
                      <a:pt x="320" y="124"/>
                      <a:pt x="320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3"/>
                      <a:pt x="321" y="122"/>
                      <a:pt x="321" y="122"/>
                    </a:cubicBezTo>
                    <a:cubicBezTo>
                      <a:pt x="322" y="121"/>
                      <a:pt x="322" y="120"/>
                      <a:pt x="322" y="120"/>
                    </a:cubicBezTo>
                    <a:cubicBezTo>
                      <a:pt x="322" y="119"/>
                      <a:pt x="323" y="119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3" y="116"/>
                      <a:pt x="323" y="115"/>
                      <a:pt x="324" y="115"/>
                    </a:cubicBezTo>
                    <a:cubicBezTo>
                      <a:pt x="324" y="114"/>
                      <a:pt x="324" y="114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67" name="Freeform 73"/>
              <p:cNvSpPr>
                <a:spLocks noEditPoints="1"/>
              </p:cNvSpPr>
              <p:nvPr/>
            </p:nvSpPr>
            <p:spPr bwMode="auto">
              <a:xfrm>
                <a:off x="5811837" y="914400"/>
                <a:ext cx="536574" cy="420688"/>
              </a:xfrm>
              <a:custGeom>
                <a:avLst/>
                <a:gdLst>
                  <a:gd name="T0" fmla="*/ 620 w 1240"/>
                  <a:gd name="T1" fmla="*/ 622 h 977"/>
                  <a:gd name="T2" fmla="*/ 620 w 1240"/>
                  <a:gd name="T3" fmla="*/ 622 h 977"/>
                  <a:gd name="T4" fmla="*/ 66 w 1240"/>
                  <a:gd name="T5" fmla="*/ 344 h 977"/>
                  <a:gd name="T6" fmla="*/ 620 w 1240"/>
                  <a:gd name="T7" fmla="*/ 65 h 977"/>
                  <a:gd name="T8" fmla="*/ 1173 w 1240"/>
                  <a:gd name="T9" fmla="*/ 344 h 977"/>
                  <a:gd name="T10" fmla="*/ 620 w 1240"/>
                  <a:gd name="T11" fmla="*/ 622 h 977"/>
                  <a:gd name="T12" fmla="*/ 1240 w 1240"/>
                  <a:gd name="T13" fmla="*/ 594 h 977"/>
                  <a:gd name="T14" fmla="*/ 1240 w 1240"/>
                  <a:gd name="T15" fmla="*/ 594 h 977"/>
                  <a:gd name="T16" fmla="*/ 1240 w 1240"/>
                  <a:gd name="T17" fmla="*/ 364 h 977"/>
                  <a:gd name="T18" fmla="*/ 1240 w 1240"/>
                  <a:gd name="T19" fmla="*/ 358 h 977"/>
                  <a:gd name="T20" fmla="*/ 1240 w 1240"/>
                  <a:gd name="T21" fmla="*/ 344 h 977"/>
                  <a:gd name="T22" fmla="*/ 620 w 1240"/>
                  <a:gd name="T23" fmla="*/ 0 h 977"/>
                  <a:gd name="T24" fmla="*/ 0 w 1240"/>
                  <a:gd name="T25" fmla="*/ 344 h 977"/>
                  <a:gd name="T26" fmla="*/ 0 w 1240"/>
                  <a:gd name="T27" fmla="*/ 358 h 977"/>
                  <a:gd name="T28" fmla="*/ 0 w 1240"/>
                  <a:gd name="T29" fmla="*/ 364 h 977"/>
                  <a:gd name="T30" fmla="*/ 0 w 1240"/>
                  <a:gd name="T31" fmla="*/ 594 h 977"/>
                  <a:gd name="T32" fmla="*/ 442 w 1240"/>
                  <a:gd name="T33" fmla="*/ 925 h 977"/>
                  <a:gd name="T34" fmla="*/ 509 w 1240"/>
                  <a:gd name="T35" fmla="*/ 977 h 977"/>
                  <a:gd name="T36" fmla="*/ 579 w 1240"/>
                  <a:gd name="T37" fmla="*/ 908 h 977"/>
                  <a:gd name="T38" fmla="*/ 509 w 1240"/>
                  <a:gd name="T39" fmla="*/ 839 h 977"/>
                  <a:gd name="T40" fmla="*/ 459 w 1240"/>
                  <a:gd name="T41" fmla="*/ 860 h 977"/>
                  <a:gd name="T42" fmla="*/ 66 w 1240"/>
                  <a:gd name="T43" fmla="*/ 594 h 977"/>
                  <a:gd name="T44" fmla="*/ 66 w 1240"/>
                  <a:gd name="T45" fmla="*/ 502 h 977"/>
                  <a:gd name="T46" fmla="*/ 620 w 1240"/>
                  <a:gd name="T47" fmla="*/ 689 h 977"/>
                  <a:gd name="T48" fmla="*/ 1173 w 1240"/>
                  <a:gd name="T49" fmla="*/ 502 h 977"/>
                  <a:gd name="T50" fmla="*/ 1173 w 1240"/>
                  <a:gd name="T51" fmla="*/ 594 h 977"/>
                  <a:gd name="T52" fmla="*/ 773 w 1240"/>
                  <a:gd name="T53" fmla="*/ 861 h 977"/>
                  <a:gd name="T54" fmla="*/ 722 w 1240"/>
                  <a:gd name="T55" fmla="*/ 839 h 977"/>
                  <a:gd name="T56" fmla="*/ 653 w 1240"/>
                  <a:gd name="T57" fmla="*/ 908 h 977"/>
                  <a:gd name="T58" fmla="*/ 722 w 1240"/>
                  <a:gd name="T59" fmla="*/ 977 h 977"/>
                  <a:gd name="T60" fmla="*/ 789 w 1240"/>
                  <a:gd name="T61" fmla="*/ 926 h 977"/>
                  <a:gd name="T62" fmla="*/ 1240 w 1240"/>
                  <a:gd name="T63" fmla="*/ 59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40" h="977">
                    <a:moveTo>
                      <a:pt x="620" y="622"/>
                    </a:moveTo>
                    <a:lnTo>
                      <a:pt x="620" y="622"/>
                    </a:lnTo>
                    <a:cubicBezTo>
                      <a:pt x="320" y="622"/>
                      <a:pt x="66" y="495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5"/>
                      <a:pt x="920" y="622"/>
                      <a:pt x="620" y="622"/>
                    </a:cubicBezTo>
                    <a:close/>
                    <a:moveTo>
                      <a:pt x="1240" y="594"/>
                    </a:moveTo>
                    <a:lnTo>
                      <a:pt x="1240" y="594"/>
                    </a:lnTo>
                    <a:lnTo>
                      <a:pt x="1240" y="364"/>
                    </a:lnTo>
                    <a:cubicBezTo>
                      <a:pt x="1240" y="362"/>
                      <a:pt x="1240" y="360"/>
                      <a:pt x="1240" y="358"/>
                    </a:cubicBezTo>
                    <a:cubicBezTo>
                      <a:pt x="1240" y="353"/>
                      <a:pt x="1240" y="348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3"/>
                      <a:pt x="0" y="358"/>
                    </a:cubicBezTo>
                    <a:cubicBezTo>
                      <a:pt x="0" y="360"/>
                      <a:pt x="0" y="362"/>
                      <a:pt x="0" y="364"/>
                    </a:cubicBezTo>
                    <a:lnTo>
                      <a:pt x="0" y="594"/>
                    </a:lnTo>
                    <a:cubicBezTo>
                      <a:pt x="0" y="749"/>
                      <a:pt x="182" y="882"/>
                      <a:pt x="442" y="925"/>
                    </a:cubicBezTo>
                    <a:cubicBezTo>
                      <a:pt x="450" y="955"/>
                      <a:pt x="477" y="977"/>
                      <a:pt x="509" y="977"/>
                    </a:cubicBezTo>
                    <a:cubicBezTo>
                      <a:pt x="548" y="977"/>
                      <a:pt x="579" y="946"/>
                      <a:pt x="579" y="908"/>
                    </a:cubicBezTo>
                    <a:cubicBezTo>
                      <a:pt x="579" y="870"/>
                      <a:pt x="548" y="839"/>
                      <a:pt x="509" y="839"/>
                    </a:cubicBezTo>
                    <a:cubicBezTo>
                      <a:pt x="490" y="839"/>
                      <a:pt x="472" y="847"/>
                      <a:pt x="459" y="860"/>
                    </a:cubicBezTo>
                    <a:cubicBezTo>
                      <a:pt x="231" y="824"/>
                      <a:pt x="66" y="715"/>
                      <a:pt x="66" y="594"/>
                    </a:cubicBezTo>
                    <a:lnTo>
                      <a:pt x="66" y="502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2"/>
                    </a:cubicBezTo>
                    <a:lnTo>
                      <a:pt x="1173" y="594"/>
                    </a:lnTo>
                    <a:cubicBezTo>
                      <a:pt x="1173" y="717"/>
                      <a:pt x="1005" y="827"/>
                      <a:pt x="773" y="861"/>
                    </a:cubicBezTo>
                    <a:cubicBezTo>
                      <a:pt x="761" y="847"/>
                      <a:pt x="743" y="839"/>
                      <a:pt x="722" y="839"/>
                    </a:cubicBezTo>
                    <a:cubicBezTo>
                      <a:pt x="684" y="839"/>
                      <a:pt x="653" y="870"/>
                      <a:pt x="653" y="908"/>
                    </a:cubicBezTo>
                    <a:cubicBezTo>
                      <a:pt x="653" y="946"/>
                      <a:pt x="684" y="977"/>
                      <a:pt x="722" y="977"/>
                    </a:cubicBezTo>
                    <a:cubicBezTo>
                      <a:pt x="754" y="977"/>
                      <a:pt x="781" y="956"/>
                      <a:pt x="789" y="926"/>
                    </a:cubicBezTo>
                    <a:cubicBezTo>
                      <a:pt x="1054" y="885"/>
                      <a:pt x="1240" y="751"/>
                      <a:pt x="1240" y="594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168" name="组合 167"/>
            <p:cNvGrpSpPr>
              <a:grpSpLocks noChangeAspect="1"/>
            </p:cNvGrpSpPr>
            <p:nvPr/>
          </p:nvGrpSpPr>
          <p:grpSpPr>
            <a:xfrm>
              <a:off x="2080487" y="3809032"/>
              <a:ext cx="232569" cy="305737"/>
              <a:chOff x="5811837" y="914400"/>
              <a:chExt cx="536574" cy="420688"/>
            </a:xfrm>
            <a:solidFill>
              <a:srgbClr val="ED7D31">
                <a:lumMod val="75000"/>
              </a:srgbClr>
            </a:solidFill>
          </p:grpSpPr>
          <p:sp>
            <p:nvSpPr>
              <p:cNvPr id="169" name="Freeform 69"/>
              <p:cNvSpPr/>
              <p:nvPr/>
            </p:nvSpPr>
            <p:spPr bwMode="auto">
              <a:xfrm>
                <a:off x="6003925" y="1077913"/>
                <a:ext cx="152400" cy="87313"/>
              </a:xfrm>
              <a:custGeom>
                <a:avLst/>
                <a:gdLst>
                  <a:gd name="T0" fmla="*/ 308 w 351"/>
                  <a:gd name="T1" fmla="*/ 73 h 202"/>
                  <a:gd name="T2" fmla="*/ 308 w 351"/>
                  <a:gd name="T3" fmla="*/ 73 h 202"/>
                  <a:gd name="T4" fmla="*/ 202 w 351"/>
                  <a:gd name="T5" fmla="*/ 131 h 202"/>
                  <a:gd name="T6" fmla="*/ 202 w 351"/>
                  <a:gd name="T7" fmla="*/ 53 h 202"/>
                  <a:gd name="T8" fmla="*/ 258 w 351"/>
                  <a:gd name="T9" fmla="*/ 53 h 202"/>
                  <a:gd name="T10" fmla="*/ 258 w 351"/>
                  <a:gd name="T11" fmla="*/ 0 h 202"/>
                  <a:gd name="T12" fmla="*/ 176 w 351"/>
                  <a:gd name="T13" fmla="*/ 0 h 202"/>
                  <a:gd name="T14" fmla="*/ 149 w 351"/>
                  <a:gd name="T15" fmla="*/ 26 h 202"/>
                  <a:gd name="T16" fmla="*/ 149 w 351"/>
                  <a:gd name="T17" fmla="*/ 131 h 202"/>
                  <a:gd name="T18" fmla="*/ 44 w 351"/>
                  <a:gd name="T19" fmla="*/ 73 h 202"/>
                  <a:gd name="T20" fmla="*/ 7 w 351"/>
                  <a:gd name="T21" fmla="*/ 84 h 202"/>
                  <a:gd name="T22" fmla="*/ 18 w 351"/>
                  <a:gd name="T23" fmla="*/ 120 h 202"/>
                  <a:gd name="T24" fmla="*/ 163 w 351"/>
                  <a:gd name="T25" fmla="*/ 199 h 202"/>
                  <a:gd name="T26" fmla="*/ 164 w 351"/>
                  <a:gd name="T27" fmla="*/ 199 h 202"/>
                  <a:gd name="T28" fmla="*/ 168 w 351"/>
                  <a:gd name="T29" fmla="*/ 201 h 202"/>
                  <a:gd name="T30" fmla="*/ 169 w 351"/>
                  <a:gd name="T31" fmla="*/ 201 h 202"/>
                  <a:gd name="T32" fmla="*/ 170 w 351"/>
                  <a:gd name="T33" fmla="*/ 201 h 202"/>
                  <a:gd name="T34" fmla="*/ 176 w 351"/>
                  <a:gd name="T35" fmla="*/ 202 h 202"/>
                  <a:gd name="T36" fmla="*/ 176 w 351"/>
                  <a:gd name="T37" fmla="*/ 202 h 202"/>
                  <a:gd name="T38" fmla="*/ 176 w 351"/>
                  <a:gd name="T39" fmla="*/ 202 h 202"/>
                  <a:gd name="T40" fmla="*/ 176 w 351"/>
                  <a:gd name="T41" fmla="*/ 202 h 202"/>
                  <a:gd name="T42" fmla="*/ 182 w 351"/>
                  <a:gd name="T43" fmla="*/ 201 h 202"/>
                  <a:gd name="T44" fmla="*/ 182 w 351"/>
                  <a:gd name="T45" fmla="*/ 201 h 202"/>
                  <a:gd name="T46" fmla="*/ 184 w 351"/>
                  <a:gd name="T47" fmla="*/ 201 h 202"/>
                  <a:gd name="T48" fmla="*/ 188 w 351"/>
                  <a:gd name="T49" fmla="*/ 199 h 202"/>
                  <a:gd name="T50" fmla="*/ 188 w 351"/>
                  <a:gd name="T51" fmla="*/ 199 h 202"/>
                  <a:gd name="T52" fmla="*/ 333 w 351"/>
                  <a:gd name="T53" fmla="*/ 120 h 202"/>
                  <a:gd name="T54" fmla="*/ 344 w 351"/>
                  <a:gd name="T55" fmla="*/ 84 h 202"/>
                  <a:gd name="T56" fmla="*/ 308 w 351"/>
                  <a:gd name="T57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1" h="202">
                    <a:moveTo>
                      <a:pt x="308" y="73"/>
                    </a:moveTo>
                    <a:lnTo>
                      <a:pt x="308" y="73"/>
                    </a:lnTo>
                    <a:lnTo>
                      <a:pt x="202" y="131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6" y="0"/>
                    </a:lnTo>
                    <a:cubicBezTo>
                      <a:pt x="161" y="0"/>
                      <a:pt x="149" y="12"/>
                      <a:pt x="149" y="26"/>
                    </a:cubicBezTo>
                    <a:lnTo>
                      <a:pt x="149" y="131"/>
                    </a:lnTo>
                    <a:lnTo>
                      <a:pt x="44" y="73"/>
                    </a:lnTo>
                    <a:cubicBezTo>
                      <a:pt x="31" y="66"/>
                      <a:pt x="14" y="71"/>
                      <a:pt x="7" y="84"/>
                    </a:cubicBezTo>
                    <a:cubicBezTo>
                      <a:pt x="0" y="97"/>
                      <a:pt x="5" y="113"/>
                      <a:pt x="18" y="120"/>
                    </a:cubicBezTo>
                    <a:lnTo>
                      <a:pt x="163" y="199"/>
                    </a:lnTo>
                    <a:cubicBezTo>
                      <a:pt x="163" y="199"/>
                      <a:pt x="164" y="199"/>
                      <a:pt x="164" y="199"/>
                    </a:cubicBezTo>
                    <a:cubicBezTo>
                      <a:pt x="165" y="200"/>
                      <a:pt x="166" y="200"/>
                      <a:pt x="168" y="201"/>
                    </a:cubicBezTo>
                    <a:cubicBezTo>
                      <a:pt x="168" y="201"/>
                      <a:pt x="168" y="201"/>
                      <a:pt x="169" y="201"/>
                    </a:cubicBezTo>
                    <a:cubicBezTo>
                      <a:pt x="169" y="201"/>
                      <a:pt x="169" y="201"/>
                      <a:pt x="170" y="201"/>
                    </a:cubicBezTo>
                    <a:cubicBezTo>
                      <a:pt x="172" y="202"/>
                      <a:pt x="174" y="202"/>
                      <a:pt x="176" y="202"/>
                    </a:cubicBezTo>
                    <a:cubicBezTo>
                      <a:pt x="176" y="202"/>
                      <a:pt x="176" y="202"/>
                      <a:pt x="176" y="202"/>
                    </a:cubicBezTo>
                    <a:lnTo>
                      <a:pt x="176" y="202"/>
                    </a:lnTo>
                    <a:lnTo>
                      <a:pt x="176" y="202"/>
                    </a:lnTo>
                    <a:cubicBezTo>
                      <a:pt x="178" y="202"/>
                      <a:pt x="180" y="202"/>
                      <a:pt x="182" y="201"/>
                    </a:cubicBezTo>
                    <a:cubicBezTo>
                      <a:pt x="182" y="201"/>
                      <a:pt x="182" y="201"/>
                      <a:pt x="182" y="201"/>
                    </a:cubicBezTo>
                    <a:cubicBezTo>
                      <a:pt x="183" y="201"/>
                      <a:pt x="183" y="201"/>
                      <a:pt x="184" y="201"/>
                    </a:cubicBezTo>
                    <a:cubicBezTo>
                      <a:pt x="185" y="200"/>
                      <a:pt x="186" y="200"/>
                      <a:pt x="188" y="199"/>
                    </a:cubicBezTo>
                    <a:cubicBezTo>
                      <a:pt x="188" y="199"/>
                      <a:pt x="188" y="199"/>
                      <a:pt x="188" y="199"/>
                    </a:cubicBezTo>
                    <a:lnTo>
                      <a:pt x="333" y="120"/>
                    </a:lnTo>
                    <a:cubicBezTo>
                      <a:pt x="346" y="113"/>
                      <a:pt x="351" y="97"/>
                      <a:pt x="344" y="84"/>
                    </a:cubicBezTo>
                    <a:cubicBezTo>
                      <a:pt x="337" y="71"/>
                      <a:pt x="321" y="66"/>
                      <a:pt x="308" y="73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70" name="Freeform 70"/>
              <p:cNvSpPr/>
              <p:nvPr/>
            </p:nvSpPr>
            <p:spPr bwMode="auto">
              <a:xfrm>
                <a:off x="6003925" y="957263"/>
                <a:ext cx="152400" cy="85725"/>
              </a:xfrm>
              <a:custGeom>
                <a:avLst/>
                <a:gdLst>
                  <a:gd name="T0" fmla="*/ 30 w 350"/>
                  <a:gd name="T1" fmla="*/ 132 h 200"/>
                  <a:gd name="T2" fmla="*/ 30 w 350"/>
                  <a:gd name="T3" fmla="*/ 132 h 200"/>
                  <a:gd name="T4" fmla="*/ 43 w 350"/>
                  <a:gd name="T5" fmla="*/ 129 h 200"/>
                  <a:gd name="T6" fmla="*/ 148 w 350"/>
                  <a:gd name="T7" fmla="*/ 71 h 200"/>
                  <a:gd name="T8" fmla="*/ 148 w 350"/>
                  <a:gd name="T9" fmla="*/ 146 h 200"/>
                  <a:gd name="T10" fmla="*/ 92 w 350"/>
                  <a:gd name="T11" fmla="*/ 146 h 200"/>
                  <a:gd name="T12" fmla="*/ 92 w 350"/>
                  <a:gd name="T13" fmla="*/ 200 h 200"/>
                  <a:gd name="T14" fmla="*/ 175 w 350"/>
                  <a:gd name="T15" fmla="*/ 200 h 200"/>
                  <a:gd name="T16" fmla="*/ 202 w 350"/>
                  <a:gd name="T17" fmla="*/ 173 h 200"/>
                  <a:gd name="T18" fmla="*/ 202 w 350"/>
                  <a:gd name="T19" fmla="*/ 71 h 200"/>
                  <a:gd name="T20" fmla="*/ 307 w 350"/>
                  <a:gd name="T21" fmla="*/ 129 h 200"/>
                  <a:gd name="T22" fmla="*/ 320 w 350"/>
                  <a:gd name="T23" fmla="*/ 132 h 200"/>
                  <a:gd name="T24" fmla="*/ 343 w 350"/>
                  <a:gd name="T25" fmla="*/ 118 h 200"/>
                  <a:gd name="T26" fmla="*/ 333 w 350"/>
                  <a:gd name="T27" fmla="*/ 82 h 200"/>
                  <a:gd name="T28" fmla="*/ 188 w 350"/>
                  <a:gd name="T29" fmla="*/ 3 h 200"/>
                  <a:gd name="T30" fmla="*/ 187 w 350"/>
                  <a:gd name="T31" fmla="*/ 3 h 200"/>
                  <a:gd name="T32" fmla="*/ 186 w 350"/>
                  <a:gd name="T33" fmla="*/ 2 h 200"/>
                  <a:gd name="T34" fmla="*/ 184 w 350"/>
                  <a:gd name="T35" fmla="*/ 1 h 200"/>
                  <a:gd name="T36" fmla="*/ 183 w 350"/>
                  <a:gd name="T37" fmla="*/ 1 h 200"/>
                  <a:gd name="T38" fmla="*/ 181 w 350"/>
                  <a:gd name="T39" fmla="*/ 0 h 200"/>
                  <a:gd name="T40" fmla="*/ 179 w 350"/>
                  <a:gd name="T41" fmla="*/ 0 h 200"/>
                  <a:gd name="T42" fmla="*/ 177 w 350"/>
                  <a:gd name="T43" fmla="*/ 0 h 200"/>
                  <a:gd name="T44" fmla="*/ 176 w 350"/>
                  <a:gd name="T45" fmla="*/ 0 h 200"/>
                  <a:gd name="T46" fmla="*/ 175 w 350"/>
                  <a:gd name="T47" fmla="*/ 0 h 200"/>
                  <a:gd name="T48" fmla="*/ 174 w 350"/>
                  <a:gd name="T49" fmla="*/ 0 h 200"/>
                  <a:gd name="T50" fmla="*/ 172 w 350"/>
                  <a:gd name="T51" fmla="*/ 0 h 200"/>
                  <a:gd name="T52" fmla="*/ 171 w 350"/>
                  <a:gd name="T53" fmla="*/ 0 h 200"/>
                  <a:gd name="T54" fmla="*/ 168 w 350"/>
                  <a:gd name="T55" fmla="*/ 0 h 200"/>
                  <a:gd name="T56" fmla="*/ 167 w 350"/>
                  <a:gd name="T57" fmla="*/ 1 h 200"/>
                  <a:gd name="T58" fmla="*/ 166 w 350"/>
                  <a:gd name="T59" fmla="*/ 1 h 200"/>
                  <a:gd name="T60" fmla="*/ 164 w 350"/>
                  <a:gd name="T61" fmla="*/ 2 h 200"/>
                  <a:gd name="T62" fmla="*/ 162 w 350"/>
                  <a:gd name="T63" fmla="*/ 3 h 200"/>
                  <a:gd name="T64" fmla="*/ 162 w 350"/>
                  <a:gd name="T65" fmla="*/ 3 h 200"/>
                  <a:gd name="T66" fmla="*/ 17 w 350"/>
                  <a:gd name="T67" fmla="*/ 82 h 200"/>
                  <a:gd name="T68" fmla="*/ 7 w 350"/>
                  <a:gd name="T69" fmla="*/ 118 h 200"/>
                  <a:gd name="T70" fmla="*/ 30 w 350"/>
                  <a:gd name="T71" fmla="*/ 13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0" h="200">
                    <a:moveTo>
                      <a:pt x="30" y="132"/>
                    </a:moveTo>
                    <a:lnTo>
                      <a:pt x="30" y="132"/>
                    </a:lnTo>
                    <a:cubicBezTo>
                      <a:pt x="34" y="132"/>
                      <a:pt x="39" y="131"/>
                      <a:pt x="43" y="129"/>
                    </a:cubicBezTo>
                    <a:lnTo>
                      <a:pt x="148" y="71"/>
                    </a:lnTo>
                    <a:lnTo>
                      <a:pt x="148" y="146"/>
                    </a:lnTo>
                    <a:lnTo>
                      <a:pt x="92" y="146"/>
                    </a:lnTo>
                    <a:lnTo>
                      <a:pt x="92" y="200"/>
                    </a:lnTo>
                    <a:lnTo>
                      <a:pt x="175" y="200"/>
                    </a:lnTo>
                    <a:cubicBezTo>
                      <a:pt x="190" y="200"/>
                      <a:pt x="202" y="188"/>
                      <a:pt x="202" y="173"/>
                    </a:cubicBezTo>
                    <a:lnTo>
                      <a:pt x="202" y="71"/>
                    </a:lnTo>
                    <a:lnTo>
                      <a:pt x="307" y="129"/>
                    </a:lnTo>
                    <a:cubicBezTo>
                      <a:pt x="311" y="131"/>
                      <a:pt x="315" y="132"/>
                      <a:pt x="320" y="132"/>
                    </a:cubicBezTo>
                    <a:cubicBezTo>
                      <a:pt x="329" y="132"/>
                      <a:pt x="338" y="127"/>
                      <a:pt x="343" y="118"/>
                    </a:cubicBezTo>
                    <a:cubicBezTo>
                      <a:pt x="350" y="105"/>
                      <a:pt x="346" y="89"/>
                      <a:pt x="333" y="82"/>
                    </a:cubicBezTo>
                    <a:lnTo>
                      <a:pt x="188" y="3"/>
                    </a:lnTo>
                    <a:cubicBezTo>
                      <a:pt x="188" y="3"/>
                      <a:pt x="188" y="3"/>
                      <a:pt x="187" y="3"/>
                    </a:cubicBezTo>
                    <a:cubicBezTo>
                      <a:pt x="187" y="3"/>
                      <a:pt x="187" y="2"/>
                      <a:pt x="186" y="2"/>
                    </a:cubicBezTo>
                    <a:cubicBezTo>
                      <a:pt x="185" y="2"/>
                      <a:pt x="185" y="2"/>
                      <a:pt x="184" y="1"/>
                    </a:cubicBezTo>
                    <a:cubicBezTo>
                      <a:pt x="183" y="1"/>
                      <a:pt x="183" y="1"/>
                      <a:pt x="183" y="1"/>
                    </a:cubicBezTo>
                    <a:cubicBezTo>
                      <a:pt x="182" y="1"/>
                      <a:pt x="182" y="1"/>
                      <a:pt x="181" y="0"/>
                    </a:cubicBezTo>
                    <a:cubicBezTo>
                      <a:pt x="181" y="0"/>
                      <a:pt x="180" y="0"/>
                      <a:pt x="179" y="0"/>
                    </a:cubicBezTo>
                    <a:cubicBezTo>
                      <a:pt x="178" y="0"/>
                      <a:pt x="178" y="0"/>
                      <a:pt x="177" y="0"/>
                    </a:cubicBezTo>
                    <a:cubicBezTo>
                      <a:pt x="177" y="0"/>
                      <a:pt x="177" y="0"/>
                      <a:pt x="176" y="0"/>
                    </a:cubicBezTo>
                    <a:cubicBezTo>
                      <a:pt x="176" y="0"/>
                      <a:pt x="175" y="0"/>
                      <a:pt x="175" y="0"/>
                    </a:cubicBezTo>
                    <a:cubicBezTo>
                      <a:pt x="175" y="0"/>
                      <a:pt x="174" y="0"/>
                      <a:pt x="174" y="0"/>
                    </a:cubicBezTo>
                    <a:cubicBezTo>
                      <a:pt x="173" y="0"/>
                      <a:pt x="173" y="0"/>
                      <a:pt x="172" y="0"/>
                    </a:cubicBezTo>
                    <a:cubicBezTo>
                      <a:pt x="172" y="0"/>
                      <a:pt x="171" y="0"/>
                      <a:pt x="171" y="0"/>
                    </a:cubicBezTo>
                    <a:cubicBezTo>
                      <a:pt x="170" y="0"/>
                      <a:pt x="169" y="0"/>
                      <a:pt x="168" y="0"/>
                    </a:cubicBezTo>
                    <a:cubicBezTo>
                      <a:pt x="168" y="1"/>
                      <a:pt x="168" y="1"/>
                      <a:pt x="167" y="1"/>
                    </a:cubicBezTo>
                    <a:cubicBezTo>
                      <a:pt x="167" y="1"/>
                      <a:pt x="166" y="1"/>
                      <a:pt x="166" y="1"/>
                    </a:cubicBezTo>
                    <a:cubicBezTo>
                      <a:pt x="165" y="2"/>
                      <a:pt x="164" y="2"/>
                      <a:pt x="164" y="2"/>
                    </a:cubicBezTo>
                    <a:cubicBezTo>
                      <a:pt x="163" y="2"/>
                      <a:pt x="163" y="3"/>
                      <a:pt x="162" y="3"/>
                    </a:cubicBezTo>
                    <a:cubicBezTo>
                      <a:pt x="162" y="3"/>
                      <a:pt x="162" y="3"/>
                      <a:pt x="162" y="3"/>
                    </a:cubicBezTo>
                    <a:lnTo>
                      <a:pt x="17" y="82"/>
                    </a:lnTo>
                    <a:cubicBezTo>
                      <a:pt x="4" y="89"/>
                      <a:pt x="0" y="105"/>
                      <a:pt x="7" y="118"/>
                    </a:cubicBezTo>
                    <a:cubicBezTo>
                      <a:pt x="11" y="127"/>
                      <a:pt x="21" y="132"/>
                      <a:pt x="30" y="132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71" name="Freeform 71"/>
              <p:cNvSpPr/>
              <p:nvPr/>
            </p:nvSpPr>
            <p:spPr bwMode="auto">
              <a:xfrm>
                <a:off x="5899150" y="1014413"/>
                <a:ext cx="139700" cy="92075"/>
              </a:xfrm>
              <a:custGeom>
                <a:avLst/>
                <a:gdLst>
                  <a:gd name="T0" fmla="*/ 183 w 324"/>
                  <a:gd name="T1" fmla="*/ 167 h 217"/>
                  <a:gd name="T2" fmla="*/ 183 w 324"/>
                  <a:gd name="T3" fmla="*/ 167 h 217"/>
                  <a:gd name="T4" fmla="*/ 129 w 324"/>
                  <a:gd name="T5" fmla="*/ 137 h 217"/>
                  <a:gd name="T6" fmla="*/ 270 w 324"/>
                  <a:gd name="T7" fmla="*/ 137 h 217"/>
                  <a:gd name="T8" fmla="*/ 270 w 324"/>
                  <a:gd name="T9" fmla="*/ 176 h 217"/>
                  <a:gd name="T10" fmla="*/ 324 w 324"/>
                  <a:gd name="T11" fmla="*/ 176 h 217"/>
                  <a:gd name="T12" fmla="*/ 324 w 324"/>
                  <a:gd name="T13" fmla="*/ 110 h 217"/>
                  <a:gd name="T14" fmla="*/ 297 w 324"/>
                  <a:gd name="T15" fmla="*/ 84 h 217"/>
                  <a:gd name="T16" fmla="*/ 129 w 324"/>
                  <a:gd name="T17" fmla="*/ 84 h 217"/>
                  <a:gd name="T18" fmla="*/ 183 w 324"/>
                  <a:gd name="T19" fmla="*/ 54 h 217"/>
                  <a:gd name="T20" fmla="*/ 193 w 324"/>
                  <a:gd name="T21" fmla="*/ 18 h 217"/>
                  <a:gd name="T22" fmla="*/ 157 w 324"/>
                  <a:gd name="T23" fmla="*/ 7 h 217"/>
                  <a:gd name="T24" fmla="*/ 13 w 324"/>
                  <a:gd name="T25" fmla="*/ 87 h 217"/>
                  <a:gd name="T26" fmla="*/ 13 w 324"/>
                  <a:gd name="T27" fmla="*/ 88 h 217"/>
                  <a:gd name="T28" fmla="*/ 11 w 324"/>
                  <a:gd name="T29" fmla="*/ 89 h 217"/>
                  <a:gd name="T30" fmla="*/ 9 w 324"/>
                  <a:gd name="T31" fmla="*/ 90 h 217"/>
                  <a:gd name="T32" fmla="*/ 8 w 324"/>
                  <a:gd name="T33" fmla="*/ 91 h 217"/>
                  <a:gd name="T34" fmla="*/ 7 w 324"/>
                  <a:gd name="T35" fmla="*/ 92 h 217"/>
                  <a:gd name="T36" fmla="*/ 6 w 324"/>
                  <a:gd name="T37" fmla="*/ 93 h 217"/>
                  <a:gd name="T38" fmla="*/ 5 w 324"/>
                  <a:gd name="T39" fmla="*/ 95 h 217"/>
                  <a:gd name="T40" fmla="*/ 4 w 324"/>
                  <a:gd name="T41" fmla="*/ 96 h 217"/>
                  <a:gd name="T42" fmla="*/ 3 w 324"/>
                  <a:gd name="T43" fmla="*/ 97 h 217"/>
                  <a:gd name="T44" fmla="*/ 3 w 324"/>
                  <a:gd name="T45" fmla="*/ 98 h 217"/>
                  <a:gd name="T46" fmla="*/ 2 w 324"/>
                  <a:gd name="T47" fmla="*/ 99 h 217"/>
                  <a:gd name="T48" fmla="*/ 1 w 324"/>
                  <a:gd name="T49" fmla="*/ 101 h 217"/>
                  <a:gd name="T50" fmla="*/ 1 w 324"/>
                  <a:gd name="T51" fmla="*/ 103 h 217"/>
                  <a:gd name="T52" fmla="*/ 1 w 324"/>
                  <a:gd name="T53" fmla="*/ 104 h 217"/>
                  <a:gd name="T54" fmla="*/ 0 w 324"/>
                  <a:gd name="T55" fmla="*/ 106 h 217"/>
                  <a:gd name="T56" fmla="*/ 0 w 324"/>
                  <a:gd name="T57" fmla="*/ 108 h 217"/>
                  <a:gd name="T58" fmla="*/ 0 w 324"/>
                  <a:gd name="T59" fmla="*/ 109 h 217"/>
                  <a:gd name="T60" fmla="*/ 0 w 324"/>
                  <a:gd name="T61" fmla="*/ 110 h 217"/>
                  <a:gd name="T62" fmla="*/ 0 w 324"/>
                  <a:gd name="T63" fmla="*/ 111 h 217"/>
                  <a:gd name="T64" fmla="*/ 0 w 324"/>
                  <a:gd name="T65" fmla="*/ 113 h 217"/>
                  <a:gd name="T66" fmla="*/ 0 w 324"/>
                  <a:gd name="T67" fmla="*/ 115 h 217"/>
                  <a:gd name="T68" fmla="*/ 1 w 324"/>
                  <a:gd name="T69" fmla="*/ 117 h 217"/>
                  <a:gd name="T70" fmla="*/ 1 w 324"/>
                  <a:gd name="T71" fmla="*/ 118 h 217"/>
                  <a:gd name="T72" fmla="*/ 1 w 324"/>
                  <a:gd name="T73" fmla="*/ 119 h 217"/>
                  <a:gd name="T74" fmla="*/ 2 w 324"/>
                  <a:gd name="T75" fmla="*/ 122 h 217"/>
                  <a:gd name="T76" fmla="*/ 3 w 324"/>
                  <a:gd name="T77" fmla="*/ 123 h 217"/>
                  <a:gd name="T78" fmla="*/ 3 w 324"/>
                  <a:gd name="T79" fmla="*/ 123 h 217"/>
                  <a:gd name="T80" fmla="*/ 4 w 324"/>
                  <a:gd name="T81" fmla="*/ 124 h 217"/>
                  <a:gd name="T82" fmla="*/ 5 w 324"/>
                  <a:gd name="T83" fmla="*/ 126 h 217"/>
                  <a:gd name="T84" fmla="*/ 7 w 324"/>
                  <a:gd name="T85" fmla="*/ 128 h 217"/>
                  <a:gd name="T86" fmla="*/ 7 w 324"/>
                  <a:gd name="T87" fmla="*/ 129 h 217"/>
                  <a:gd name="T88" fmla="*/ 8 w 324"/>
                  <a:gd name="T89" fmla="*/ 129 h 217"/>
                  <a:gd name="T90" fmla="*/ 8 w 324"/>
                  <a:gd name="T91" fmla="*/ 130 h 217"/>
                  <a:gd name="T92" fmla="*/ 10 w 324"/>
                  <a:gd name="T93" fmla="*/ 131 h 217"/>
                  <a:gd name="T94" fmla="*/ 12 w 324"/>
                  <a:gd name="T95" fmla="*/ 133 h 217"/>
                  <a:gd name="T96" fmla="*/ 13 w 324"/>
                  <a:gd name="T97" fmla="*/ 134 h 217"/>
                  <a:gd name="T98" fmla="*/ 13 w 324"/>
                  <a:gd name="T99" fmla="*/ 134 h 217"/>
                  <a:gd name="T100" fmla="*/ 157 w 324"/>
                  <a:gd name="T101" fmla="*/ 213 h 217"/>
                  <a:gd name="T102" fmla="*/ 170 w 324"/>
                  <a:gd name="T103" fmla="*/ 217 h 217"/>
                  <a:gd name="T104" fmla="*/ 193 w 324"/>
                  <a:gd name="T105" fmla="*/ 203 h 217"/>
                  <a:gd name="T106" fmla="*/ 183 w 324"/>
                  <a:gd name="T107" fmla="*/ 16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83" y="167"/>
                    </a:moveTo>
                    <a:lnTo>
                      <a:pt x="183" y="167"/>
                    </a:lnTo>
                    <a:lnTo>
                      <a:pt x="129" y="137"/>
                    </a:lnTo>
                    <a:lnTo>
                      <a:pt x="270" y="137"/>
                    </a:lnTo>
                    <a:lnTo>
                      <a:pt x="270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0" y="30"/>
                      <a:pt x="193" y="18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3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1" y="88"/>
                      <a:pt x="11" y="89"/>
                    </a:cubicBezTo>
                    <a:cubicBezTo>
                      <a:pt x="10" y="89"/>
                      <a:pt x="10" y="89"/>
                      <a:pt x="9" y="90"/>
                    </a:cubicBezTo>
                    <a:cubicBezTo>
                      <a:pt x="9" y="90"/>
                      <a:pt x="9" y="91"/>
                      <a:pt x="8" y="91"/>
                    </a:cubicBezTo>
                    <a:cubicBezTo>
                      <a:pt x="8" y="91"/>
                      <a:pt x="7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5" y="94"/>
                      <a:pt x="5" y="94"/>
                      <a:pt x="5" y="95"/>
                    </a:cubicBezTo>
                    <a:cubicBezTo>
                      <a:pt x="4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2" y="99"/>
                      <a:pt x="2" y="99"/>
                    </a:cubicBezTo>
                    <a:cubicBezTo>
                      <a:pt x="2" y="100"/>
                      <a:pt x="2" y="101"/>
                      <a:pt x="1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4"/>
                      <a:pt x="1" y="104"/>
                    </a:cubicBezTo>
                    <a:cubicBezTo>
                      <a:pt x="0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5"/>
                    </a:cubicBezTo>
                    <a:cubicBezTo>
                      <a:pt x="0" y="115"/>
                      <a:pt x="0" y="116"/>
                      <a:pt x="1" y="117"/>
                    </a:cubicBezTo>
                    <a:cubicBezTo>
                      <a:pt x="1" y="117"/>
                      <a:pt x="1" y="118"/>
                      <a:pt x="1" y="118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2" y="120"/>
                      <a:pt x="2" y="121"/>
                      <a:pt x="2" y="122"/>
                    </a:cubicBezTo>
                    <a:cubicBezTo>
                      <a:pt x="2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4"/>
                      <a:pt x="3" y="124"/>
                      <a:pt x="4" y="124"/>
                    </a:cubicBezTo>
                    <a:cubicBezTo>
                      <a:pt x="4" y="125"/>
                      <a:pt x="4" y="125"/>
                      <a:pt x="5" y="126"/>
                    </a:cubicBezTo>
                    <a:cubicBezTo>
                      <a:pt x="5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7" y="129"/>
                    </a:cubicBezTo>
                    <a:cubicBezTo>
                      <a:pt x="7" y="129"/>
                      <a:pt x="7" y="129"/>
                      <a:pt x="8" y="129"/>
                    </a:cubicBezTo>
                    <a:cubicBezTo>
                      <a:pt x="8" y="129"/>
                      <a:pt x="8" y="130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3"/>
                      <a:pt x="12" y="133"/>
                    </a:cubicBezTo>
                    <a:cubicBezTo>
                      <a:pt x="13" y="133"/>
                      <a:pt x="13" y="133"/>
                      <a:pt x="13" y="134"/>
                    </a:cubicBezTo>
                    <a:cubicBezTo>
                      <a:pt x="13" y="134"/>
                      <a:pt x="13" y="134"/>
                      <a:pt x="13" y="134"/>
                    </a:cubicBezTo>
                    <a:lnTo>
                      <a:pt x="157" y="213"/>
                    </a:lnTo>
                    <a:cubicBezTo>
                      <a:pt x="161" y="216"/>
                      <a:pt x="165" y="217"/>
                      <a:pt x="170" y="217"/>
                    </a:cubicBezTo>
                    <a:cubicBezTo>
                      <a:pt x="179" y="217"/>
                      <a:pt x="188" y="212"/>
                      <a:pt x="193" y="203"/>
                    </a:cubicBezTo>
                    <a:cubicBezTo>
                      <a:pt x="200" y="190"/>
                      <a:pt x="196" y="174"/>
                      <a:pt x="183" y="167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72" name="Freeform 72"/>
              <p:cNvSpPr/>
              <p:nvPr/>
            </p:nvSpPr>
            <p:spPr bwMode="auto">
              <a:xfrm>
                <a:off x="6121400" y="1012825"/>
                <a:ext cx="139700" cy="93663"/>
              </a:xfrm>
              <a:custGeom>
                <a:avLst/>
                <a:gdLst>
                  <a:gd name="T0" fmla="*/ 324 w 324"/>
                  <a:gd name="T1" fmla="*/ 109 h 217"/>
                  <a:gd name="T2" fmla="*/ 324 w 324"/>
                  <a:gd name="T3" fmla="*/ 109 h 217"/>
                  <a:gd name="T4" fmla="*/ 324 w 324"/>
                  <a:gd name="T5" fmla="*/ 108 h 217"/>
                  <a:gd name="T6" fmla="*/ 324 w 324"/>
                  <a:gd name="T7" fmla="*/ 106 h 217"/>
                  <a:gd name="T8" fmla="*/ 323 w 324"/>
                  <a:gd name="T9" fmla="*/ 104 h 217"/>
                  <a:gd name="T10" fmla="*/ 323 w 324"/>
                  <a:gd name="T11" fmla="*/ 103 h 217"/>
                  <a:gd name="T12" fmla="*/ 322 w 324"/>
                  <a:gd name="T13" fmla="*/ 101 h 217"/>
                  <a:gd name="T14" fmla="*/ 321 w 324"/>
                  <a:gd name="T15" fmla="*/ 99 h 217"/>
                  <a:gd name="T16" fmla="*/ 321 w 324"/>
                  <a:gd name="T17" fmla="*/ 98 h 217"/>
                  <a:gd name="T18" fmla="*/ 321 w 324"/>
                  <a:gd name="T19" fmla="*/ 97 h 217"/>
                  <a:gd name="T20" fmla="*/ 320 w 324"/>
                  <a:gd name="T21" fmla="*/ 97 h 217"/>
                  <a:gd name="T22" fmla="*/ 319 w 324"/>
                  <a:gd name="T23" fmla="*/ 95 h 217"/>
                  <a:gd name="T24" fmla="*/ 318 w 324"/>
                  <a:gd name="T25" fmla="*/ 94 h 217"/>
                  <a:gd name="T26" fmla="*/ 317 w 324"/>
                  <a:gd name="T27" fmla="*/ 92 h 217"/>
                  <a:gd name="T28" fmla="*/ 315 w 324"/>
                  <a:gd name="T29" fmla="*/ 91 h 217"/>
                  <a:gd name="T30" fmla="*/ 314 w 324"/>
                  <a:gd name="T31" fmla="*/ 90 h 217"/>
                  <a:gd name="T32" fmla="*/ 313 w 324"/>
                  <a:gd name="T33" fmla="*/ 89 h 217"/>
                  <a:gd name="T34" fmla="*/ 311 w 324"/>
                  <a:gd name="T35" fmla="*/ 88 h 217"/>
                  <a:gd name="T36" fmla="*/ 310 w 324"/>
                  <a:gd name="T37" fmla="*/ 87 h 217"/>
                  <a:gd name="T38" fmla="*/ 167 w 324"/>
                  <a:gd name="T39" fmla="*/ 7 h 217"/>
                  <a:gd name="T40" fmla="*/ 130 w 324"/>
                  <a:gd name="T41" fmla="*/ 18 h 217"/>
                  <a:gd name="T42" fmla="*/ 141 w 324"/>
                  <a:gd name="T43" fmla="*/ 54 h 217"/>
                  <a:gd name="T44" fmla="*/ 194 w 324"/>
                  <a:gd name="T45" fmla="*/ 84 h 217"/>
                  <a:gd name="T46" fmla="*/ 53 w 324"/>
                  <a:gd name="T47" fmla="*/ 84 h 217"/>
                  <a:gd name="T48" fmla="*/ 53 w 324"/>
                  <a:gd name="T49" fmla="*/ 43 h 217"/>
                  <a:gd name="T50" fmla="*/ 0 w 324"/>
                  <a:gd name="T51" fmla="*/ 43 h 217"/>
                  <a:gd name="T52" fmla="*/ 0 w 324"/>
                  <a:gd name="T53" fmla="*/ 110 h 217"/>
                  <a:gd name="T54" fmla="*/ 27 w 324"/>
                  <a:gd name="T55" fmla="*/ 137 h 217"/>
                  <a:gd name="T56" fmla="*/ 194 w 324"/>
                  <a:gd name="T57" fmla="*/ 137 h 217"/>
                  <a:gd name="T58" fmla="*/ 141 w 324"/>
                  <a:gd name="T59" fmla="*/ 167 h 217"/>
                  <a:gd name="T60" fmla="*/ 130 w 324"/>
                  <a:gd name="T61" fmla="*/ 203 h 217"/>
                  <a:gd name="T62" fmla="*/ 154 w 324"/>
                  <a:gd name="T63" fmla="*/ 217 h 217"/>
                  <a:gd name="T64" fmla="*/ 167 w 324"/>
                  <a:gd name="T65" fmla="*/ 214 h 217"/>
                  <a:gd name="T66" fmla="*/ 310 w 324"/>
                  <a:gd name="T67" fmla="*/ 134 h 217"/>
                  <a:gd name="T68" fmla="*/ 310 w 324"/>
                  <a:gd name="T69" fmla="*/ 134 h 217"/>
                  <a:gd name="T70" fmla="*/ 311 w 324"/>
                  <a:gd name="T71" fmla="*/ 133 h 217"/>
                  <a:gd name="T72" fmla="*/ 313 w 324"/>
                  <a:gd name="T73" fmla="*/ 132 h 217"/>
                  <a:gd name="T74" fmla="*/ 315 w 324"/>
                  <a:gd name="T75" fmla="*/ 130 h 217"/>
                  <a:gd name="T76" fmla="*/ 316 w 324"/>
                  <a:gd name="T77" fmla="*/ 129 h 217"/>
                  <a:gd name="T78" fmla="*/ 316 w 324"/>
                  <a:gd name="T79" fmla="*/ 129 h 217"/>
                  <a:gd name="T80" fmla="*/ 317 w 324"/>
                  <a:gd name="T81" fmla="*/ 128 h 217"/>
                  <a:gd name="T82" fmla="*/ 319 w 324"/>
                  <a:gd name="T83" fmla="*/ 126 h 217"/>
                  <a:gd name="T84" fmla="*/ 320 w 324"/>
                  <a:gd name="T85" fmla="*/ 124 h 217"/>
                  <a:gd name="T86" fmla="*/ 321 w 324"/>
                  <a:gd name="T87" fmla="*/ 123 h 217"/>
                  <a:gd name="T88" fmla="*/ 321 w 324"/>
                  <a:gd name="T89" fmla="*/ 123 h 217"/>
                  <a:gd name="T90" fmla="*/ 321 w 324"/>
                  <a:gd name="T91" fmla="*/ 122 h 217"/>
                  <a:gd name="T92" fmla="*/ 322 w 324"/>
                  <a:gd name="T93" fmla="*/ 120 h 217"/>
                  <a:gd name="T94" fmla="*/ 323 w 324"/>
                  <a:gd name="T95" fmla="*/ 118 h 217"/>
                  <a:gd name="T96" fmla="*/ 323 w 324"/>
                  <a:gd name="T97" fmla="*/ 117 h 217"/>
                  <a:gd name="T98" fmla="*/ 324 w 324"/>
                  <a:gd name="T99" fmla="*/ 115 h 217"/>
                  <a:gd name="T100" fmla="*/ 324 w 324"/>
                  <a:gd name="T101" fmla="*/ 113 h 217"/>
                  <a:gd name="T102" fmla="*/ 324 w 324"/>
                  <a:gd name="T103" fmla="*/ 111 h 217"/>
                  <a:gd name="T104" fmla="*/ 324 w 324"/>
                  <a:gd name="T105" fmla="*/ 110 h 217"/>
                  <a:gd name="T106" fmla="*/ 324 w 324"/>
                  <a:gd name="T107" fmla="*/ 109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324" y="109"/>
                    </a:moveTo>
                    <a:lnTo>
                      <a:pt x="324" y="109"/>
                    </a:ln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3" y="106"/>
                      <a:pt x="323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2" y="102"/>
                      <a:pt x="322" y="101"/>
                    </a:cubicBezTo>
                    <a:cubicBezTo>
                      <a:pt x="322" y="101"/>
                      <a:pt x="322" y="100"/>
                      <a:pt x="321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8"/>
                      <a:pt x="321" y="97"/>
                    </a:cubicBezTo>
                    <a:cubicBezTo>
                      <a:pt x="320" y="97"/>
                      <a:pt x="320" y="97"/>
                      <a:pt x="320" y="97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4"/>
                    </a:cubicBezTo>
                    <a:cubicBezTo>
                      <a:pt x="317" y="93"/>
                      <a:pt x="317" y="93"/>
                      <a:pt x="317" y="92"/>
                    </a:cubicBezTo>
                    <a:cubicBezTo>
                      <a:pt x="316" y="92"/>
                      <a:pt x="316" y="91"/>
                      <a:pt x="315" y="91"/>
                    </a:cubicBezTo>
                    <a:cubicBezTo>
                      <a:pt x="315" y="91"/>
                      <a:pt x="315" y="90"/>
                      <a:pt x="314" y="90"/>
                    </a:cubicBezTo>
                    <a:cubicBezTo>
                      <a:pt x="314" y="90"/>
                      <a:pt x="313" y="89"/>
                      <a:pt x="313" y="89"/>
                    </a:cubicBezTo>
                    <a:cubicBezTo>
                      <a:pt x="312" y="89"/>
                      <a:pt x="312" y="88"/>
                      <a:pt x="311" y="88"/>
                    </a:cubicBezTo>
                    <a:cubicBezTo>
                      <a:pt x="311" y="88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0" y="18"/>
                    </a:cubicBezTo>
                    <a:cubicBezTo>
                      <a:pt x="123" y="31"/>
                      <a:pt x="128" y="47"/>
                      <a:pt x="141" y="54"/>
                    </a:cubicBezTo>
                    <a:lnTo>
                      <a:pt x="194" y="84"/>
                    </a:lnTo>
                    <a:lnTo>
                      <a:pt x="53" y="84"/>
                    </a:lnTo>
                    <a:lnTo>
                      <a:pt x="53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4" y="137"/>
                    </a:lnTo>
                    <a:lnTo>
                      <a:pt x="141" y="167"/>
                    </a:lnTo>
                    <a:cubicBezTo>
                      <a:pt x="128" y="174"/>
                      <a:pt x="123" y="190"/>
                      <a:pt x="130" y="203"/>
                    </a:cubicBezTo>
                    <a:cubicBezTo>
                      <a:pt x="135" y="212"/>
                      <a:pt x="144" y="217"/>
                      <a:pt x="154" y="217"/>
                    </a:cubicBezTo>
                    <a:cubicBezTo>
                      <a:pt x="158" y="217"/>
                      <a:pt x="163" y="216"/>
                      <a:pt x="167" y="214"/>
                    </a:cubicBezTo>
                    <a:lnTo>
                      <a:pt x="310" y="134"/>
                    </a:lnTo>
                    <a:cubicBezTo>
                      <a:pt x="310" y="134"/>
                      <a:pt x="310" y="134"/>
                      <a:pt x="310" y="134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3" y="132"/>
                    </a:cubicBezTo>
                    <a:cubicBezTo>
                      <a:pt x="314" y="131"/>
                      <a:pt x="315" y="130"/>
                      <a:pt x="315" y="130"/>
                    </a:cubicBezTo>
                    <a:cubicBezTo>
                      <a:pt x="316" y="130"/>
                      <a:pt x="316" y="130"/>
                      <a:pt x="316" y="129"/>
                    </a:cubicBezTo>
                    <a:cubicBezTo>
                      <a:pt x="316" y="129"/>
                      <a:pt x="316" y="129"/>
                      <a:pt x="316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8" y="127"/>
                      <a:pt x="319" y="126"/>
                    </a:cubicBezTo>
                    <a:cubicBezTo>
                      <a:pt x="319" y="125"/>
                      <a:pt x="320" y="125"/>
                      <a:pt x="320" y="124"/>
                    </a:cubicBezTo>
                    <a:cubicBezTo>
                      <a:pt x="320" y="124"/>
                      <a:pt x="320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3"/>
                      <a:pt x="321" y="122"/>
                      <a:pt x="321" y="122"/>
                    </a:cubicBezTo>
                    <a:cubicBezTo>
                      <a:pt x="322" y="121"/>
                      <a:pt x="322" y="120"/>
                      <a:pt x="322" y="120"/>
                    </a:cubicBezTo>
                    <a:cubicBezTo>
                      <a:pt x="322" y="119"/>
                      <a:pt x="323" y="119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3" y="116"/>
                      <a:pt x="323" y="115"/>
                      <a:pt x="324" y="115"/>
                    </a:cubicBezTo>
                    <a:cubicBezTo>
                      <a:pt x="324" y="114"/>
                      <a:pt x="324" y="114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173" name="Freeform 73"/>
              <p:cNvSpPr>
                <a:spLocks noEditPoints="1"/>
              </p:cNvSpPr>
              <p:nvPr/>
            </p:nvSpPr>
            <p:spPr bwMode="auto">
              <a:xfrm>
                <a:off x="5811837" y="914400"/>
                <a:ext cx="536574" cy="420688"/>
              </a:xfrm>
              <a:custGeom>
                <a:avLst/>
                <a:gdLst>
                  <a:gd name="T0" fmla="*/ 620 w 1240"/>
                  <a:gd name="T1" fmla="*/ 622 h 977"/>
                  <a:gd name="T2" fmla="*/ 620 w 1240"/>
                  <a:gd name="T3" fmla="*/ 622 h 977"/>
                  <a:gd name="T4" fmla="*/ 66 w 1240"/>
                  <a:gd name="T5" fmla="*/ 344 h 977"/>
                  <a:gd name="T6" fmla="*/ 620 w 1240"/>
                  <a:gd name="T7" fmla="*/ 65 h 977"/>
                  <a:gd name="T8" fmla="*/ 1173 w 1240"/>
                  <a:gd name="T9" fmla="*/ 344 h 977"/>
                  <a:gd name="T10" fmla="*/ 620 w 1240"/>
                  <a:gd name="T11" fmla="*/ 622 h 977"/>
                  <a:gd name="T12" fmla="*/ 1240 w 1240"/>
                  <a:gd name="T13" fmla="*/ 594 h 977"/>
                  <a:gd name="T14" fmla="*/ 1240 w 1240"/>
                  <a:gd name="T15" fmla="*/ 594 h 977"/>
                  <a:gd name="T16" fmla="*/ 1240 w 1240"/>
                  <a:gd name="T17" fmla="*/ 364 h 977"/>
                  <a:gd name="T18" fmla="*/ 1240 w 1240"/>
                  <a:gd name="T19" fmla="*/ 358 h 977"/>
                  <a:gd name="T20" fmla="*/ 1240 w 1240"/>
                  <a:gd name="T21" fmla="*/ 344 h 977"/>
                  <a:gd name="T22" fmla="*/ 620 w 1240"/>
                  <a:gd name="T23" fmla="*/ 0 h 977"/>
                  <a:gd name="T24" fmla="*/ 0 w 1240"/>
                  <a:gd name="T25" fmla="*/ 344 h 977"/>
                  <a:gd name="T26" fmla="*/ 0 w 1240"/>
                  <a:gd name="T27" fmla="*/ 358 h 977"/>
                  <a:gd name="T28" fmla="*/ 0 w 1240"/>
                  <a:gd name="T29" fmla="*/ 364 h 977"/>
                  <a:gd name="T30" fmla="*/ 0 w 1240"/>
                  <a:gd name="T31" fmla="*/ 594 h 977"/>
                  <a:gd name="T32" fmla="*/ 442 w 1240"/>
                  <a:gd name="T33" fmla="*/ 925 h 977"/>
                  <a:gd name="T34" fmla="*/ 509 w 1240"/>
                  <a:gd name="T35" fmla="*/ 977 h 977"/>
                  <a:gd name="T36" fmla="*/ 579 w 1240"/>
                  <a:gd name="T37" fmla="*/ 908 h 977"/>
                  <a:gd name="T38" fmla="*/ 509 w 1240"/>
                  <a:gd name="T39" fmla="*/ 839 h 977"/>
                  <a:gd name="T40" fmla="*/ 459 w 1240"/>
                  <a:gd name="T41" fmla="*/ 860 h 977"/>
                  <a:gd name="T42" fmla="*/ 66 w 1240"/>
                  <a:gd name="T43" fmla="*/ 594 h 977"/>
                  <a:gd name="T44" fmla="*/ 66 w 1240"/>
                  <a:gd name="T45" fmla="*/ 502 h 977"/>
                  <a:gd name="T46" fmla="*/ 620 w 1240"/>
                  <a:gd name="T47" fmla="*/ 689 h 977"/>
                  <a:gd name="T48" fmla="*/ 1173 w 1240"/>
                  <a:gd name="T49" fmla="*/ 502 h 977"/>
                  <a:gd name="T50" fmla="*/ 1173 w 1240"/>
                  <a:gd name="T51" fmla="*/ 594 h 977"/>
                  <a:gd name="T52" fmla="*/ 773 w 1240"/>
                  <a:gd name="T53" fmla="*/ 861 h 977"/>
                  <a:gd name="T54" fmla="*/ 722 w 1240"/>
                  <a:gd name="T55" fmla="*/ 839 h 977"/>
                  <a:gd name="T56" fmla="*/ 653 w 1240"/>
                  <a:gd name="T57" fmla="*/ 908 h 977"/>
                  <a:gd name="T58" fmla="*/ 722 w 1240"/>
                  <a:gd name="T59" fmla="*/ 977 h 977"/>
                  <a:gd name="T60" fmla="*/ 789 w 1240"/>
                  <a:gd name="T61" fmla="*/ 926 h 977"/>
                  <a:gd name="T62" fmla="*/ 1240 w 1240"/>
                  <a:gd name="T63" fmla="*/ 59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40" h="977">
                    <a:moveTo>
                      <a:pt x="620" y="622"/>
                    </a:moveTo>
                    <a:lnTo>
                      <a:pt x="620" y="622"/>
                    </a:lnTo>
                    <a:cubicBezTo>
                      <a:pt x="320" y="622"/>
                      <a:pt x="66" y="495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5"/>
                      <a:pt x="920" y="622"/>
                      <a:pt x="620" y="622"/>
                    </a:cubicBezTo>
                    <a:close/>
                    <a:moveTo>
                      <a:pt x="1240" y="594"/>
                    </a:moveTo>
                    <a:lnTo>
                      <a:pt x="1240" y="594"/>
                    </a:lnTo>
                    <a:lnTo>
                      <a:pt x="1240" y="364"/>
                    </a:lnTo>
                    <a:cubicBezTo>
                      <a:pt x="1240" y="362"/>
                      <a:pt x="1240" y="360"/>
                      <a:pt x="1240" y="358"/>
                    </a:cubicBezTo>
                    <a:cubicBezTo>
                      <a:pt x="1240" y="353"/>
                      <a:pt x="1240" y="348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3"/>
                      <a:pt x="0" y="358"/>
                    </a:cubicBezTo>
                    <a:cubicBezTo>
                      <a:pt x="0" y="360"/>
                      <a:pt x="0" y="362"/>
                      <a:pt x="0" y="364"/>
                    </a:cubicBezTo>
                    <a:lnTo>
                      <a:pt x="0" y="594"/>
                    </a:lnTo>
                    <a:cubicBezTo>
                      <a:pt x="0" y="749"/>
                      <a:pt x="182" y="882"/>
                      <a:pt x="442" y="925"/>
                    </a:cubicBezTo>
                    <a:cubicBezTo>
                      <a:pt x="450" y="955"/>
                      <a:pt x="477" y="977"/>
                      <a:pt x="509" y="977"/>
                    </a:cubicBezTo>
                    <a:cubicBezTo>
                      <a:pt x="548" y="977"/>
                      <a:pt x="579" y="946"/>
                      <a:pt x="579" y="908"/>
                    </a:cubicBezTo>
                    <a:cubicBezTo>
                      <a:pt x="579" y="870"/>
                      <a:pt x="548" y="839"/>
                      <a:pt x="509" y="839"/>
                    </a:cubicBezTo>
                    <a:cubicBezTo>
                      <a:pt x="490" y="839"/>
                      <a:pt x="472" y="847"/>
                      <a:pt x="459" y="860"/>
                    </a:cubicBezTo>
                    <a:cubicBezTo>
                      <a:pt x="231" y="824"/>
                      <a:pt x="66" y="715"/>
                      <a:pt x="66" y="594"/>
                    </a:cubicBezTo>
                    <a:lnTo>
                      <a:pt x="66" y="502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2"/>
                    </a:cubicBezTo>
                    <a:lnTo>
                      <a:pt x="1173" y="594"/>
                    </a:lnTo>
                    <a:cubicBezTo>
                      <a:pt x="1173" y="717"/>
                      <a:pt x="1005" y="827"/>
                      <a:pt x="773" y="861"/>
                    </a:cubicBezTo>
                    <a:cubicBezTo>
                      <a:pt x="761" y="847"/>
                      <a:pt x="743" y="839"/>
                      <a:pt x="722" y="839"/>
                    </a:cubicBezTo>
                    <a:cubicBezTo>
                      <a:pt x="684" y="839"/>
                      <a:pt x="653" y="870"/>
                      <a:pt x="653" y="908"/>
                    </a:cubicBezTo>
                    <a:cubicBezTo>
                      <a:pt x="653" y="946"/>
                      <a:pt x="684" y="977"/>
                      <a:pt x="722" y="977"/>
                    </a:cubicBezTo>
                    <a:cubicBezTo>
                      <a:pt x="754" y="977"/>
                      <a:pt x="781" y="956"/>
                      <a:pt x="789" y="926"/>
                    </a:cubicBezTo>
                    <a:cubicBezTo>
                      <a:pt x="1054" y="885"/>
                      <a:pt x="1240" y="751"/>
                      <a:pt x="1240" y="594"/>
                    </a:cubicBezTo>
                    <a:close/>
                  </a:path>
                </a:pathLst>
              </a:custGeom>
              <a:grpFill/>
              <a:ln w="0">
                <a:solidFill>
                  <a:srgbClr val="ED7D31">
                    <a:lumMod val="7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</p:grpSp>
        <p:sp>
          <p:nvSpPr>
            <p:cNvPr id="174" name="文本框 173"/>
            <p:cNvSpPr txBox="1"/>
            <p:nvPr/>
          </p:nvSpPr>
          <p:spPr>
            <a:xfrm>
              <a:off x="3273399" y="3861592"/>
              <a:ext cx="633507" cy="200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rPr>
                <a:t>智能体网关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微软雅黑" panose="020B0502040204020203" charset="-122"/>
              </a:endParaRP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2279796" y="2981539"/>
              <a:ext cx="13388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rPr>
                <a:t>智能体互联广域网络</a:t>
              </a:r>
              <a:endParaRPr kumimoji="0" lang="en-US" altLang="zh-CN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微软雅黑" panose="020B0502040204020203" charset="-122"/>
              </a:endParaRPr>
            </a:p>
          </p:txBody>
        </p:sp>
        <p:cxnSp>
          <p:nvCxnSpPr>
            <p:cNvPr id="176" name="直接连接符 116"/>
            <p:cNvCxnSpPr>
              <a:stCxn id="161" idx="24"/>
            </p:cNvCxnSpPr>
            <p:nvPr/>
          </p:nvCxnSpPr>
          <p:spPr>
            <a:xfrm flipV="1">
              <a:off x="3712055" y="3452076"/>
              <a:ext cx="788994" cy="139425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77" name="Freeform 8"/>
            <p:cNvSpPr/>
            <p:nvPr/>
          </p:nvSpPr>
          <p:spPr bwMode="auto">
            <a:xfrm>
              <a:off x="4187550" y="2779777"/>
              <a:ext cx="1787118" cy="794702"/>
            </a:xfrm>
            <a:custGeom>
              <a:avLst/>
              <a:gdLst/>
              <a:ahLst/>
              <a:cxnLst>
                <a:cxn ang="0">
                  <a:pos x="5492" y="1876"/>
                </a:cxn>
                <a:cxn ang="0">
                  <a:pos x="5426" y="1682"/>
                </a:cxn>
                <a:cxn ang="0">
                  <a:pos x="5326" y="1506"/>
                </a:cxn>
                <a:cxn ang="0">
                  <a:pos x="5198" y="1350"/>
                </a:cxn>
                <a:cxn ang="0">
                  <a:pos x="5046" y="1220"/>
                </a:cxn>
                <a:cxn ang="0">
                  <a:pos x="4874" y="1116"/>
                </a:cxn>
                <a:cxn ang="0">
                  <a:pos x="4682" y="1042"/>
                </a:cxn>
                <a:cxn ang="0">
                  <a:pos x="4476" y="1004"/>
                </a:cxn>
                <a:cxn ang="0">
                  <a:pos x="4302" y="1002"/>
                </a:cxn>
                <a:cxn ang="0">
                  <a:pos x="4184" y="898"/>
                </a:cxn>
                <a:cxn ang="0">
                  <a:pos x="4060" y="694"/>
                </a:cxn>
                <a:cxn ang="0">
                  <a:pos x="3908" y="512"/>
                </a:cxn>
                <a:cxn ang="0">
                  <a:pos x="3732" y="352"/>
                </a:cxn>
                <a:cxn ang="0">
                  <a:pos x="3534" y="218"/>
                </a:cxn>
                <a:cxn ang="0">
                  <a:pos x="3316" y="114"/>
                </a:cxn>
                <a:cxn ang="0">
                  <a:pos x="3084" y="42"/>
                </a:cxn>
                <a:cxn ang="0">
                  <a:pos x="2838" y="4"/>
                </a:cxn>
                <a:cxn ang="0">
                  <a:pos x="2630" y="2"/>
                </a:cxn>
                <a:cxn ang="0">
                  <a:pos x="2318" y="46"/>
                </a:cxn>
                <a:cxn ang="0">
                  <a:pos x="2026" y="146"/>
                </a:cxn>
                <a:cxn ang="0">
                  <a:pos x="1764" y="296"/>
                </a:cxn>
                <a:cxn ang="0">
                  <a:pos x="1532" y="490"/>
                </a:cxn>
                <a:cxn ang="0">
                  <a:pos x="1340" y="724"/>
                </a:cxn>
                <a:cxn ang="0">
                  <a:pos x="1194" y="988"/>
                </a:cxn>
                <a:cxn ang="0">
                  <a:pos x="1096" y="1280"/>
                </a:cxn>
                <a:cxn ang="0">
                  <a:pos x="1058" y="1514"/>
                </a:cxn>
                <a:cxn ang="0">
                  <a:pos x="908" y="1500"/>
                </a:cxn>
                <a:cxn ang="0">
                  <a:pos x="770" y="1510"/>
                </a:cxn>
                <a:cxn ang="0">
                  <a:pos x="596" y="1556"/>
                </a:cxn>
                <a:cxn ang="0">
                  <a:pos x="436" y="1632"/>
                </a:cxn>
                <a:cxn ang="0">
                  <a:pos x="296" y="1736"/>
                </a:cxn>
                <a:cxn ang="0">
                  <a:pos x="180" y="1864"/>
                </a:cxn>
                <a:cxn ang="0">
                  <a:pos x="90" y="2014"/>
                </a:cxn>
                <a:cxn ang="0">
                  <a:pos x="28" y="2182"/>
                </a:cxn>
                <a:cxn ang="0">
                  <a:pos x="0" y="2362"/>
                </a:cxn>
                <a:cxn ang="0">
                  <a:pos x="4" y="2500"/>
                </a:cxn>
                <a:cxn ang="0">
                  <a:pos x="40" y="2678"/>
                </a:cxn>
                <a:cxn ang="0">
                  <a:pos x="110" y="2840"/>
                </a:cxn>
                <a:cxn ang="0">
                  <a:pos x="206" y="2986"/>
                </a:cxn>
                <a:cxn ang="0">
                  <a:pos x="330" y="3108"/>
                </a:cxn>
                <a:cxn ang="0">
                  <a:pos x="474" y="3206"/>
                </a:cxn>
                <a:cxn ang="0">
                  <a:pos x="638" y="3276"/>
                </a:cxn>
                <a:cxn ang="0">
                  <a:pos x="814" y="3312"/>
                </a:cxn>
                <a:cxn ang="0">
                  <a:pos x="5486" y="3316"/>
                </a:cxn>
                <a:cxn ang="0">
                  <a:pos x="5620" y="3302"/>
                </a:cxn>
                <a:cxn ang="0">
                  <a:pos x="5746" y="3264"/>
                </a:cxn>
                <a:cxn ang="0">
                  <a:pos x="5860" y="3202"/>
                </a:cxn>
                <a:cxn ang="0">
                  <a:pos x="5958" y="3120"/>
                </a:cxn>
                <a:cxn ang="0">
                  <a:pos x="6040" y="3022"/>
                </a:cxn>
                <a:cxn ang="0">
                  <a:pos x="6102" y="2908"/>
                </a:cxn>
                <a:cxn ang="0">
                  <a:pos x="6140" y="2782"/>
                </a:cxn>
                <a:cxn ang="0">
                  <a:pos x="6154" y="2646"/>
                </a:cxn>
                <a:cxn ang="0">
                  <a:pos x="6146" y="2548"/>
                </a:cxn>
                <a:cxn ang="0">
                  <a:pos x="6116" y="2422"/>
                </a:cxn>
                <a:cxn ang="0">
                  <a:pos x="6062" y="2308"/>
                </a:cxn>
                <a:cxn ang="0">
                  <a:pos x="5988" y="2206"/>
                </a:cxn>
                <a:cxn ang="0">
                  <a:pos x="5898" y="2120"/>
                </a:cxn>
                <a:cxn ang="0">
                  <a:pos x="5792" y="2054"/>
                </a:cxn>
                <a:cxn ang="0">
                  <a:pos x="5674" y="2006"/>
                </a:cxn>
                <a:cxn ang="0">
                  <a:pos x="5546" y="1982"/>
                </a:cxn>
              </a:cxnLst>
              <a:rect l="0" t="0" r="r" b="b"/>
              <a:pathLst>
                <a:path w="6154" h="3316">
                  <a:moveTo>
                    <a:pt x="5512" y="1980"/>
                  </a:moveTo>
                  <a:lnTo>
                    <a:pt x="5512" y="1980"/>
                  </a:lnTo>
                  <a:lnTo>
                    <a:pt x="5504" y="1928"/>
                  </a:lnTo>
                  <a:lnTo>
                    <a:pt x="5492" y="1876"/>
                  </a:lnTo>
                  <a:lnTo>
                    <a:pt x="5478" y="1826"/>
                  </a:lnTo>
                  <a:lnTo>
                    <a:pt x="5462" y="1778"/>
                  </a:lnTo>
                  <a:lnTo>
                    <a:pt x="5446" y="1730"/>
                  </a:lnTo>
                  <a:lnTo>
                    <a:pt x="5426" y="1682"/>
                  </a:lnTo>
                  <a:lnTo>
                    <a:pt x="5404" y="1636"/>
                  </a:lnTo>
                  <a:lnTo>
                    <a:pt x="5380" y="1592"/>
                  </a:lnTo>
                  <a:lnTo>
                    <a:pt x="5354" y="1548"/>
                  </a:lnTo>
                  <a:lnTo>
                    <a:pt x="5326" y="1506"/>
                  </a:lnTo>
                  <a:lnTo>
                    <a:pt x="5296" y="1466"/>
                  </a:lnTo>
                  <a:lnTo>
                    <a:pt x="5266" y="1426"/>
                  </a:lnTo>
                  <a:lnTo>
                    <a:pt x="5234" y="1388"/>
                  </a:lnTo>
                  <a:lnTo>
                    <a:pt x="5198" y="1350"/>
                  </a:lnTo>
                  <a:lnTo>
                    <a:pt x="5162" y="1316"/>
                  </a:lnTo>
                  <a:lnTo>
                    <a:pt x="5126" y="1282"/>
                  </a:lnTo>
                  <a:lnTo>
                    <a:pt x="5086" y="1250"/>
                  </a:lnTo>
                  <a:lnTo>
                    <a:pt x="5046" y="1220"/>
                  </a:lnTo>
                  <a:lnTo>
                    <a:pt x="5006" y="1190"/>
                  </a:lnTo>
                  <a:lnTo>
                    <a:pt x="4962" y="1164"/>
                  </a:lnTo>
                  <a:lnTo>
                    <a:pt x="4918" y="1138"/>
                  </a:lnTo>
                  <a:lnTo>
                    <a:pt x="4874" y="1116"/>
                  </a:lnTo>
                  <a:lnTo>
                    <a:pt x="4826" y="1094"/>
                  </a:lnTo>
                  <a:lnTo>
                    <a:pt x="4780" y="1074"/>
                  </a:lnTo>
                  <a:lnTo>
                    <a:pt x="4732" y="1058"/>
                  </a:lnTo>
                  <a:lnTo>
                    <a:pt x="4682" y="1042"/>
                  </a:lnTo>
                  <a:lnTo>
                    <a:pt x="4632" y="1030"/>
                  </a:lnTo>
                  <a:lnTo>
                    <a:pt x="4580" y="1020"/>
                  </a:lnTo>
                  <a:lnTo>
                    <a:pt x="4528" y="1010"/>
                  </a:lnTo>
                  <a:lnTo>
                    <a:pt x="4476" y="1004"/>
                  </a:lnTo>
                  <a:lnTo>
                    <a:pt x="4422" y="1002"/>
                  </a:lnTo>
                  <a:lnTo>
                    <a:pt x="4368" y="1000"/>
                  </a:lnTo>
                  <a:lnTo>
                    <a:pt x="4368" y="1000"/>
                  </a:lnTo>
                  <a:lnTo>
                    <a:pt x="4302" y="1002"/>
                  </a:lnTo>
                  <a:lnTo>
                    <a:pt x="4236" y="1008"/>
                  </a:lnTo>
                  <a:lnTo>
                    <a:pt x="4236" y="1008"/>
                  </a:lnTo>
                  <a:lnTo>
                    <a:pt x="4212" y="952"/>
                  </a:lnTo>
                  <a:lnTo>
                    <a:pt x="4184" y="898"/>
                  </a:lnTo>
                  <a:lnTo>
                    <a:pt x="4156" y="846"/>
                  </a:lnTo>
                  <a:lnTo>
                    <a:pt x="4126" y="794"/>
                  </a:lnTo>
                  <a:lnTo>
                    <a:pt x="4094" y="744"/>
                  </a:lnTo>
                  <a:lnTo>
                    <a:pt x="4060" y="694"/>
                  </a:lnTo>
                  <a:lnTo>
                    <a:pt x="4024" y="646"/>
                  </a:lnTo>
                  <a:lnTo>
                    <a:pt x="3988" y="600"/>
                  </a:lnTo>
                  <a:lnTo>
                    <a:pt x="3948" y="554"/>
                  </a:lnTo>
                  <a:lnTo>
                    <a:pt x="3908" y="512"/>
                  </a:lnTo>
                  <a:lnTo>
                    <a:pt x="3866" y="470"/>
                  </a:lnTo>
                  <a:lnTo>
                    <a:pt x="3822" y="428"/>
                  </a:lnTo>
                  <a:lnTo>
                    <a:pt x="3778" y="390"/>
                  </a:lnTo>
                  <a:lnTo>
                    <a:pt x="3732" y="352"/>
                  </a:lnTo>
                  <a:lnTo>
                    <a:pt x="3684" y="316"/>
                  </a:lnTo>
                  <a:lnTo>
                    <a:pt x="3636" y="282"/>
                  </a:lnTo>
                  <a:lnTo>
                    <a:pt x="3586" y="248"/>
                  </a:lnTo>
                  <a:lnTo>
                    <a:pt x="3534" y="218"/>
                  </a:lnTo>
                  <a:lnTo>
                    <a:pt x="3482" y="190"/>
                  </a:lnTo>
                  <a:lnTo>
                    <a:pt x="3428" y="162"/>
                  </a:lnTo>
                  <a:lnTo>
                    <a:pt x="3372" y="138"/>
                  </a:lnTo>
                  <a:lnTo>
                    <a:pt x="3316" y="114"/>
                  </a:lnTo>
                  <a:lnTo>
                    <a:pt x="3260" y="92"/>
                  </a:lnTo>
                  <a:lnTo>
                    <a:pt x="3202" y="74"/>
                  </a:lnTo>
                  <a:lnTo>
                    <a:pt x="3144" y="56"/>
                  </a:lnTo>
                  <a:lnTo>
                    <a:pt x="3084" y="42"/>
                  </a:lnTo>
                  <a:lnTo>
                    <a:pt x="3024" y="30"/>
                  </a:lnTo>
                  <a:lnTo>
                    <a:pt x="2962" y="18"/>
                  </a:lnTo>
                  <a:lnTo>
                    <a:pt x="2900" y="10"/>
                  </a:lnTo>
                  <a:lnTo>
                    <a:pt x="2838" y="4"/>
                  </a:lnTo>
                  <a:lnTo>
                    <a:pt x="2774" y="0"/>
                  </a:lnTo>
                  <a:lnTo>
                    <a:pt x="2710" y="0"/>
                  </a:lnTo>
                  <a:lnTo>
                    <a:pt x="2710" y="0"/>
                  </a:lnTo>
                  <a:lnTo>
                    <a:pt x="2630" y="2"/>
                  </a:lnTo>
                  <a:lnTo>
                    <a:pt x="2550" y="8"/>
                  </a:lnTo>
                  <a:lnTo>
                    <a:pt x="2472" y="16"/>
                  </a:lnTo>
                  <a:lnTo>
                    <a:pt x="2394" y="30"/>
                  </a:lnTo>
                  <a:lnTo>
                    <a:pt x="2318" y="46"/>
                  </a:lnTo>
                  <a:lnTo>
                    <a:pt x="2242" y="66"/>
                  </a:lnTo>
                  <a:lnTo>
                    <a:pt x="2168" y="90"/>
                  </a:lnTo>
                  <a:lnTo>
                    <a:pt x="2096" y="116"/>
                  </a:lnTo>
                  <a:lnTo>
                    <a:pt x="2026" y="146"/>
                  </a:lnTo>
                  <a:lnTo>
                    <a:pt x="1958" y="180"/>
                  </a:lnTo>
                  <a:lnTo>
                    <a:pt x="1892" y="216"/>
                  </a:lnTo>
                  <a:lnTo>
                    <a:pt x="1826" y="256"/>
                  </a:lnTo>
                  <a:lnTo>
                    <a:pt x="1764" y="296"/>
                  </a:lnTo>
                  <a:lnTo>
                    <a:pt x="1702" y="342"/>
                  </a:lnTo>
                  <a:lnTo>
                    <a:pt x="1644" y="388"/>
                  </a:lnTo>
                  <a:lnTo>
                    <a:pt x="1586" y="438"/>
                  </a:lnTo>
                  <a:lnTo>
                    <a:pt x="1532" y="490"/>
                  </a:lnTo>
                  <a:lnTo>
                    <a:pt x="1480" y="546"/>
                  </a:lnTo>
                  <a:lnTo>
                    <a:pt x="1432" y="602"/>
                  </a:lnTo>
                  <a:lnTo>
                    <a:pt x="1386" y="662"/>
                  </a:lnTo>
                  <a:lnTo>
                    <a:pt x="1340" y="724"/>
                  </a:lnTo>
                  <a:lnTo>
                    <a:pt x="1300" y="786"/>
                  </a:lnTo>
                  <a:lnTo>
                    <a:pt x="1262" y="852"/>
                  </a:lnTo>
                  <a:lnTo>
                    <a:pt x="1226" y="920"/>
                  </a:lnTo>
                  <a:lnTo>
                    <a:pt x="1194" y="988"/>
                  </a:lnTo>
                  <a:lnTo>
                    <a:pt x="1164" y="1058"/>
                  </a:lnTo>
                  <a:lnTo>
                    <a:pt x="1138" y="1132"/>
                  </a:lnTo>
                  <a:lnTo>
                    <a:pt x="1116" y="1204"/>
                  </a:lnTo>
                  <a:lnTo>
                    <a:pt x="1096" y="1280"/>
                  </a:lnTo>
                  <a:lnTo>
                    <a:pt x="1080" y="1356"/>
                  </a:lnTo>
                  <a:lnTo>
                    <a:pt x="1068" y="1434"/>
                  </a:lnTo>
                  <a:lnTo>
                    <a:pt x="1058" y="1514"/>
                  </a:lnTo>
                  <a:lnTo>
                    <a:pt x="1058" y="1514"/>
                  </a:lnTo>
                  <a:lnTo>
                    <a:pt x="1022" y="1508"/>
                  </a:lnTo>
                  <a:lnTo>
                    <a:pt x="984" y="1504"/>
                  </a:lnTo>
                  <a:lnTo>
                    <a:pt x="946" y="1500"/>
                  </a:lnTo>
                  <a:lnTo>
                    <a:pt x="908" y="1500"/>
                  </a:lnTo>
                  <a:lnTo>
                    <a:pt x="908" y="1500"/>
                  </a:lnTo>
                  <a:lnTo>
                    <a:pt x="860" y="1502"/>
                  </a:lnTo>
                  <a:lnTo>
                    <a:pt x="814" y="1504"/>
                  </a:lnTo>
                  <a:lnTo>
                    <a:pt x="770" y="1510"/>
                  </a:lnTo>
                  <a:lnTo>
                    <a:pt x="724" y="1518"/>
                  </a:lnTo>
                  <a:lnTo>
                    <a:pt x="680" y="1528"/>
                  </a:lnTo>
                  <a:lnTo>
                    <a:pt x="638" y="1540"/>
                  </a:lnTo>
                  <a:lnTo>
                    <a:pt x="596" y="1556"/>
                  </a:lnTo>
                  <a:lnTo>
                    <a:pt x="554" y="1572"/>
                  </a:lnTo>
                  <a:lnTo>
                    <a:pt x="514" y="1590"/>
                  </a:lnTo>
                  <a:lnTo>
                    <a:pt x="474" y="1610"/>
                  </a:lnTo>
                  <a:lnTo>
                    <a:pt x="436" y="1632"/>
                  </a:lnTo>
                  <a:lnTo>
                    <a:pt x="400" y="1656"/>
                  </a:lnTo>
                  <a:lnTo>
                    <a:pt x="364" y="1680"/>
                  </a:lnTo>
                  <a:lnTo>
                    <a:pt x="330" y="1708"/>
                  </a:lnTo>
                  <a:lnTo>
                    <a:pt x="296" y="1736"/>
                  </a:lnTo>
                  <a:lnTo>
                    <a:pt x="266" y="1766"/>
                  </a:lnTo>
                  <a:lnTo>
                    <a:pt x="236" y="1798"/>
                  </a:lnTo>
                  <a:lnTo>
                    <a:pt x="206" y="1830"/>
                  </a:lnTo>
                  <a:lnTo>
                    <a:pt x="180" y="1864"/>
                  </a:lnTo>
                  <a:lnTo>
                    <a:pt x="154" y="1900"/>
                  </a:lnTo>
                  <a:lnTo>
                    <a:pt x="130" y="1938"/>
                  </a:lnTo>
                  <a:lnTo>
                    <a:pt x="110" y="1976"/>
                  </a:lnTo>
                  <a:lnTo>
                    <a:pt x="90" y="2014"/>
                  </a:lnTo>
                  <a:lnTo>
                    <a:pt x="70" y="2054"/>
                  </a:lnTo>
                  <a:lnTo>
                    <a:pt x="54" y="2096"/>
                  </a:lnTo>
                  <a:lnTo>
                    <a:pt x="40" y="2138"/>
                  </a:lnTo>
                  <a:lnTo>
                    <a:pt x="28" y="2182"/>
                  </a:lnTo>
                  <a:lnTo>
                    <a:pt x="18" y="2224"/>
                  </a:lnTo>
                  <a:lnTo>
                    <a:pt x="10" y="2270"/>
                  </a:lnTo>
                  <a:lnTo>
                    <a:pt x="4" y="2316"/>
                  </a:lnTo>
                  <a:lnTo>
                    <a:pt x="0" y="2362"/>
                  </a:lnTo>
                  <a:lnTo>
                    <a:pt x="0" y="2408"/>
                  </a:lnTo>
                  <a:lnTo>
                    <a:pt x="0" y="2408"/>
                  </a:lnTo>
                  <a:lnTo>
                    <a:pt x="0" y="2454"/>
                  </a:lnTo>
                  <a:lnTo>
                    <a:pt x="4" y="2500"/>
                  </a:lnTo>
                  <a:lnTo>
                    <a:pt x="10" y="2546"/>
                  </a:lnTo>
                  <a:lnTo>
                    <a:pt x="18" y="2590"/>
                  </a:lnTo>
                  <a:lnTo>
                    <a:pt x="28" y="2634"/>
                  </a:lnTo>
                  <a:lnTo>
                    <a:pt x="40" y="2678"/>
                  </a:lnTo>
                  <a:lnTo>
                    <a:pt x="54" y="2720"/>
                  </a:lnTo>
                  <a:lnTo>
                    <a:pt x="70" y="2762"/>
                  </a:lnTo>
                  <a:lnTo>
                    <a:pt x="90" y="2802"/>
                  </a:lnTo>
                  <a:lnTo>
                    <a:pt x="110" y="2840"/>
                  </a:lnTo>
                  <a:lnTo>
                    <a:pt x="130" y="2878"/>
                  </a:lnTo>
                  <a:lnTo>
                    <a:pt x="154" y="2916"/>
                  </a:lnTo>
                  <a:lnTo>
                    <a:pt x="180" y="2952"/>
                  </a:lnTo>
                  <a:lnTo>
                    <a:pt x="206" y="2986"/>
                  </a:lnTo>
                  <a:lnTo>
                    <a:pt x="236" y="3018"/>
                  </a:lnTo>
                  <a:lnTo>
                    <a:pt x="266" y="3050"/>
                  </a:lnTo>
                  <a:lnTo>
                    <a:pt x="296" y="3080"/>
                  </a:lnTo>
                  <a:lnTo>
                    <a:pt x="330" y="3108"/>
                  </a:lnTo>
                  <a:lnTo>
                    <a:pt x="364" y="3136"/>
                  </a:lnTo>
                  <a:lnTo>
                    <a:pt x="400" y="3160"/>
                  </a:lnTo>
                  <a:lnTo>
                    <a:pt x="436" y="3184"/>
                  </a:lnTo>
                  <a:lnTo>
                    <a:pt x="474" y="3206"/>
                  </a:lnTo>
                  <a:lnTo>
                    <a:pt x="514" y="3226"/>
                  </a:lnTo>
                  <a:lnTo>
                    <a:pt x="554" y="3244"/>
                  </a:lnTo>
                  <a:lnTo>
                    <a:pt x="596" y="3260"/>
                  </a:lnTo>
                  <a:lnTo>
                    <a:pt x="638" y="3276"/>
                  </a:lnTo>
                  <a:lnTo>
                    <a:pt x="680" y="3288"/>
                  </a:lnTo>
                  <a:lnTo>
                    <a:pt x="724" y="3298"/>
                  </a:lnTo>
                  <a:lnTo>
                    <a:pt x="770" y="3306"/>
                  </a:lnTo>
                  <a:lnTo>
                    <a:pt x="814" y="3312"/>
                  </a:lnTo>
                  <a:lnTo>
                    <a:pt x="860" y="3314"/>
                  </a:lnTo>
                  <a:lnTo>
                    <a:pt x="908" y="3316"/>
                  </a:lnTo>
                  <a:lnTo>
                    <a:pt x="5486" y="3316"/>
                  </a:lnTo>
                  <a:lnTo>
                    <a:pt x="5486" y="3316"/>
                  </a:lnTo>
                  <a:lnTo>
                    <a:pt x="5520" y="3316"/>
                  </a:lnTo>
                  <a:lnTo>
                    <a:pt x="5554" y="3312"/>
                  </a:lnTo>
                  <a:lnTo>
                    <a:pt x="5588" y="3308"/>
                  </a:lnTo>
                  <a:lnTo>
                    <a:pt x="5620" y="3302"/>
                  </a:lnTo>
                  <a:lnTo>
                    <a:pt x="5652" y="3294"/>
                  </a:lnTo>
                  <a:lnTo>
                    <a:pt x="5684" y="3286"/>
                  </a:lnTo>
                  <a:lnTo>
                    <a:pt x="5716" y="3276"/>
                  </a:lnTo>
                  <a:lnTo>
                    <a:pt x="5746" y="3264"/>
                  </a:lnTo>
                  <a:lnTo>
                    <a:pt x="5776" y="3250"/>
                  </a:lnTo>
                  <a:lnTo>
                    <a:pt x="5804" y="3236"/>
                  </a:lnTo>
                  <a:lnTo>
                    <a:pt x="5832" y="3220"/>
                  </a:lnTo>
                  <a:lnTo>
                    <a:pt x="5860" y="3202"/>
                  </a:lnTo>
                  <a:lnTo>
                    <a:pt x="5886" y="3184"/>
                  </a:lnTo>
                  <a:lnTo>
                    <a:pt x="5910" y="3164"/>
                  </a:lnTo>
                  <a:lnTo>
                    <a:pt x="5934" y="3142"/>
                  </a:lnTo>
                  <a:lnTo>
                    <a:pt x="5958" y="3120"/>
                  </a:lnTo>
                  <a:lnTo>
                    <a:pt x="5980" y="3096"/>
                  </a:lnTo>
                  <a:lnTo>
                    <a:pt x="6002" y="3072"/>
                  </a:lnTo>
                  <a:lnTo>
                    <a:pt x="6022" y="3048"/>
                  </a:lnTo>
                  <a:lnTo>
                    <a:pt x="6040" y="3022"/>
                  </a:lnTo>
                  <a:lnTo>
                    <a:pt x="6058" y="2994"/>
                  </a:lnTo>
                  <a:lnTo>
                    <a:pt x="6074" y="2966"/>
                  </a:lnTo>
                  <a:lnTo>
                    <a:pt x="6088" y="2938"/>
                  </a:lnTo>
                  <a:lnTo>
                    <a:pt x="6102" y="2908"/>
                  </a:lnTo>
                  <a:lnTo>
                    <a:pt x="6114" y="2878"/>
                  </a:lnTo>
                  <a:lnTo>
                    <a:pt x="6124" y="2846"/>
                  </a:lnTo>
                  <a:lnTo>
                    <a:pt x="6134" y="2814"/>
                  </a:lnTo>
                  <a:lnTo>
                    <a:pt x="6140" y="2782"/>
                  </a:lnTo>
                  <a:lnTo>
                    <a:pt x="6146" y="2748"/>
                  </a:lnTo>
                  <a:lnTo>
                    <a:pt x="6150" y="2716"/>
                  </a:lnTo>
                  <a:lnTo>
                    <a:pt x="6154" y="2682"/>
                  </a:lnTo>
                  <a:lnTo>
                    <a:pt x="6154" y="2646"/>
                  </a:lnTo>
                  <a:lnTo>
                    <a:pt x="6154" y="2646"/>
                  </a:lnTo>
                  <a:lnTo>
                    <a:pt x="6154" y="2614"/>
                  </a:lnTo>
                  <a:lnTo>
                    <a:pt x="6150" y="2580"/>
                  </a:lnTo>
                  <a:lnTo>
                    <a:pt x="6146" y="2548"/>
                  </a:lnTo>
                  <a:lnTo>
                    <a:pt x="6142" y="2516"/>
                  </a:lnTo>
                  <a:lnTo>
                    <a:pt x="6134" y="2484"/>
                  </a:lnTo>
                  <a:lnTo>
                    <a:pt x="6126" y="2452"/>
                  </a:lnTo>
                  <a:lnTo>
                    <a:pt x="6116" y="2422"/>
                  </a:lnTo>
                  <a:lnTo>
                    <a:pt x="6104" y="2392"/>
                  </a:lnTo>
                  <a:lnTo>
                    <a:pt x="6092" y="2364"/>
                  </a:lnTo>
                  <a:lnTo>
                    <a:pt x="6078" y="2336"/>
                  </a:lnTo>
                  <a:lnTo>
                    <a:pt x="6062" y="2308"/>
                  </a:lnTo>
                  <a:lnTo>
                    <a:pt x="6046" y="2282"/>
                  </a:lnTo>
                  <a:lnTo>
                    <a:pt x="6028" y="2256"/>
                  </a:lnTo>
                  <a:lnTo>
                    <a:pt x="6008" y="2230"/>
                  </a:lnTo>
                  <a:lnTo>
                    <a:pt x="5988" y="2206"/>
                  </a:lnTo>
                  <a:lnTo>
                    <a:pt x="5968" y="2184"/>
                  </a:lnTo>
                  <a:lnTo>
                    <a:pt x="5946" y="2162"/>
                  </a:lnTo>
                  <a:lnTo>
                    <a:pt x="5922" y="2140"/>
                  </a:lnTo>
                  <a:lnTo>
                    <a:pt x="5898" y="2120"/>
                  </a:lnTo>
                  <a:lnTo>
                    <a:pt x="5872" y="2102"/>
                  </a:lnTo>
                  <a:lnTo>
                    <a:pt x="5846" y="2084"/>
                  </a:lnTo>
                  <a:lnTo>
                    <a:pt x="5820" y="2068"/>
                  </a:lnTo>
                  <a:lnTo>
                    <a:pt x="5792" y="2054"/>
                  </a:lnTo>
                  <a:lnTo>
                    <a:pt x="5764" y="2040"/>
                  </a:lnTo>
                  <a:lnTo>
                    <a:pt x="5734" y="2026"/>
                  </a:lnTo>
                  <a:lnTo>
                    <a:pt x="5704" y="2016"/>
                  </a:lnTo>
                  <a:lnTo>
                    <a:pt x="5674" y="2006"/>
                  </a:lnTo>
                  <a:lnTo>
                    <a:pt x="5642" y="1998"/>
                  </a:lnTo>
                  <a:lnTo>
                    <a:pt x="5612" y="1990"/>
                  </a:lnTo>
                  <a:lnTo>
                    <a:pt x="5578" y="1986"/>
                  </a:lnTo>
                  <a:lnTo>
                    <a:pt x="5546" y="1982"/>
                  </a:lnTo>
                  <a:lnTo>
                    <a:pt x="5512" y="1980"/>
                  </a:lnTo>
                  <a:lnTo>
                    <a:pt x="5512" y="1980"/>
                  </a:lnTo>
                  <a:close/>
                </a:path>
              </a:pathLst>
            </a:custGeom>
            <a:noFill/>
            <a:ln w="9525">
              <a:gradFill>
                <a:gsLst>
                  <a:gs pos="0">
                    <a:srgbClr val="595757">
                      <a:alpha val="58000"/>
                    </a:srgbClr>
                  </a:gs>
                  <a:gs pos="100000">
                    <a:sysClr val="window" lastClr="FFFFFF">
                      <a:alpha val="73000"/>
                    </a:sysClr>
                  </a:gs>
                </a:gsLst>
                <a:lin ang="5400000" scaled="0"/>
              </a:gradFill>
              <a:miter lim="400000"/>
            </a:ln>
          </p:spPr>
          <p:txBody>
            <a:bodyPr wrap="square" lIns="18897" tIns="18897" rIns="18897" bIns="18897" anchor="ctr">
              <a:noAutofit/>
            </a:bodyPr>
            <a:lstStyle/>
            <a:p>
              <a:pPr marL="0" marR="0" lvl="0" indent="0" algn="ctr" defTabSz="640080" eaLnBrk="1" fontAlgn="ctr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Huawei Sans" panose="020C0503030203020204" pitchFamily="34" charset="0"/>
              </a:endParaRPr>
            </a:p>
          </p:txBody>
        </p:sp>
        <p:cxnSp>
          <p:nvCxnSpPr>
            <p:cNvPr id="178" name="直接连接符 118"/>
            <p:cNvCxnSpPr/>
            <p:nvPr/>
          </p:nvCxnSpPr>
          <p:spPr>
            <a:xfrm>
              <a:off x="5053163" y="2928883"/>
              <a:ext cx="0" cy="44209"/>
            </a:xfrm>
            <a:prstGeom prst="line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pic>
          <p:nvPicPr>
            <p:cNvPr id="179" name="图形 178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497633" y="3239704"/>
              <a:ext cx="167910" cy="126798"/>
            </a:xfrm>
            <a:prstGeom prst="rect">
              <a:avLst/>
            </a:prstGeom>
          </p:spPr>
        </p:pic>
        <p:sp>
          <p:nvSpPr>
            <p:cNvPr id="180" name="矩形 179"/>
            <p:cNvSpPr/>
            <p:nvPr/>
          </p:nvSpPr>
          <p:spPr>
            <a:xfrm flipH="1">
              <a:off x="4163424" y="3326447"/>
              <a:ext cx="796698" cy="2365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智屏 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Agent</a:t>
              </a:r>
              <a:endParaRPr kumimoji="0" lang="zh-CN" altLang="en-US" sz="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sp>
          <p:nvSpPr>
            <p:cNvPr id="181" name="矩形 180"/>
            <p:cNvSpPr/>
            <p:nvPr/>
          </p:nvSpPr>
          <p:spPr>
            <a:xfrm flipH="1">
              <a:off x="4458711" y="3024766"/>
              <a:ext cx="855264" cy="2189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康养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Agent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sp>
          <p:nvSpPr>
            <p:cNvPr id="182" name="矩形 181"/>
            <p:cNvSpPr/>
            <p:nvPr/>
          </p:nvSpPr>
          <p:spPr>
            <a:xfrm flipH="1">
              <a:off x="4670699" y="3366449"/>
              <a:ext cx="765488" cy="2365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教育</a:t>
              </a: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Agent</a:t>
              </a:r>
              <a:endParaRPr kumimoji="0" lang="zh-CN" altLang="en-US" sz="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sp>
          <p:nvSpPr>
            <p:cNvPr id="183" name="矩形 182"/>
            <p:cNvSpPr/>
            <p:nvPr/>
          </p:nvSpPr>
          <p:spPr>
            <a:xfrm flipH="1">
              <a:off x="4430383" y="2771968"/>
              <a:ext cx="1108905" cy="19513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pic>
          <p:nvPicPr>
            <p:cNvPr id="184" name="Picture 2" descr="AI Agent icons by Siwat Vatatiyaporn"/>
            <p:cNvPicPr>
              <a:picLocks noChangeAspect="1" noChangeArrowheads="1"/>
            </p:cNvPicPr>
            <p:nvPr/>
          </p:nvPicPr>
          <p:blipFill>
            <a:blip r:embed="rId15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497" y="2808064"/>
              <a:ext cx="326422" cy="304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5" name="Freeform 8"/>
            <p:cNvSpPr/>
            <p:nvPr/>
          </p:nvSpPr>
          <p:spPr bwMode="auto">
            <a:xfrm>
              <a:off x="4209165" y="3846583"/>
              <a:ext cx="1746492" cy="796773"/>
            </a:xfrm>
            <a:custGeom>
              <a:avLst/>
              <a:gdLst/>
              <a:ahLst/>
              <a:cxnLst>
                <a:cxn ang="0">
                  <a:pos x="5492" y="1876"/>
                </a:cxn>
                <a:cxn ang="0">
                  <a:pos x="5426" y="1682"/>
                </a:cxn>
                <a:cxn ang="0">
                  <a:pos x="5326" y="1506"/>
                </a:cxn>
                <a:cxn ang="0">
                  <a:pos x="5198" y="1350"/>
                </a:cxn>
                <a:cxn ang="0">
                  <a:pos x="5046" y="1220"/>
                </a:cxn>
                <a:cxn ang="0">
                  <a:pos x="4874" y="1116"/>
                </a:cxn>
                <a:cxn ang="0">
                  <a:pos x="4682" y="1042"/>
                </a:cxn>
                <a:cxn ang="0">
                  <a:pos x="4476" y="1004"/>
                </a:cxn>
                <a:cxn ang="0">
                  <a:pos x="4302" y="1002"/>
                </a:cxn>
                <a:cxn ang="0">
                  <a:pos x="4184" y="898"/>
                </a:cxn>
                <a:cxn ang="0">
                  <a:pos x="4060" y="694"/>
                </a:cxn>
                <a:cxn ang="0">
                  <a:pos x="3908" y="512"/>
                </a:cxn>
                <a:cxn ang="0">
                  <a:pos x="3732" y="352"/>
                </a:cxn>
                <a:cxn ang="0">
                  <a:pos x="3534" y="218"/>
                </a:cxn>
                <a:cxn ang="0">
                  <a:pos x="3316" y="114"/>
                </a:cxn>
                <a:cxn ang="0">
                  <a:pos x="3084" y="42"/>
                </a:cxn>
                <a:cxn ang="0">
                  <a:pos x="2838" y="4"/>
                </a:cxn>
                <a:cxn ang="0">
                  <a:pos x="2630" y="2"/>
                </a:cxn>
                <a:cxn ang="0">
                  <a:pos x="2318" y="46"/>
                </a:cxn>
                <a:cxn ang="0">
                  <a:pos x="2026" y="146"/>
                </a:cxn>
                <a:cxn ang="0">
                  <a:pos x="1764" y="296"/>
                </a:cxn>
                <a:cxn ang="0">
                  <a:pos x="1532" y="490"/>
                </a:cxn>
                <a:cxn ang="0">
                  <a:pos x="1340" y="724"/>
                </a:cxn>
                <a:cxn ang="0">
                  <a:pos x="1194" y="988"/>
                </a:cxn>
                <a:cxn ang="0">
                  <a:pos x="1096" y="1280"/>
                </a:cxn>
                <a:cxn ang="0">
                  <a:pos x="1058" y="1514"/>
                </a:cxn>
                <a:cxn ang="0">
                  <a:pos x="908" y="1500"/>
                </a:cxn>
                <a:cxn ang="0">
                  <a:pos x="770" y="1510"/>
                </a:cxn>
                <a:cxn ang="0">
                  <a:pos x="596" y="1556"/>
                </a:cxn>
                <a:cxn ang="0">
                  <a:pos x="436" y="1632"/>
                </a:cxn>
                <a:cxn ang="0">
                  <a:pos x="296" y="1736"/>
                </a:cxn>
                <a:cxn ang="0">
                  <a:pos x="180" y="1864"/>
                </a:cxn>
                <a:cxn ang="0">
                  <a:pos x="90" y="2014"/>
                </a:cxn>
                <a:cxn ang="0">
                  <a:pos x="28" y="2182"/>
                </a:cxn>
                <a:cxn ang="0">
                  <a:pos x="0" y="2362"/>
                </a:cxn>
                <a:cxn ang="0">
                  <a:pos x="4" y="2500"/>
                </a:cxn>
                <a:cxn ang="0">
                  <a:pos x="40" y="2678"/>
                </a:cxn>
                <a:cxn ang="0">
                  <a:pos x="110" y="2840"/>
                </a:cxn>
                <a:cxn ang="0">
                  <a:pos x="206" y="2986"/>
                </a:cxn>
                <a:cxn ang="0">
                  <a:pos x="330" y="3108"/>
                </a:cxn>
                <a:cxn ang="0">
                  <a:pos x="474" y="3206"/>
                </a:cxn>
                <a:cxn ang="0">
                  <a:pos x="638" y="3276"/>
                </a:cxn>
                <a:cxn ang="0">
                  <a:pos x="814" y="3312"/>
                </a:cxn>
                <a:cxn ang="0">
                  <a:pos x="5486" y="3316"/>
                </a:cxn>
                <a:cxn ang="0">
                  <a:pos x="5620" y="3302"/>
                </a:cxn>
                <a:cxn ang="0">
                  <a:pos x="5746" y="3264"/>
                </a:cxn>
                <a:cxn ang="0">
                  <a:pos x="5860" y="3202"/>
                </a:cxn>
                <a:cxn ang="0">
                  <a:pos x="5958" y="3120"/>
                </a:cxn>
                <a:cxn ang="0">
                  <a:pos x="6040" y="3022"/>
                </a:cxn>
                <a:cxn ang="0">
                  <a:pos x="6102" y="2908"/>
                </a:cxn>
                <a:cxn ang="0">
                  <a:pos x="6140" y="2782"/>
                </a:cxn>
                <a:cxn ang="0">
                  <a:pos x="6154" y="2646"/>
                </a:cxn>
                <a:cxn ang="0">
                  <a:pos x="6146" y="2548"/>
                </a:cxn>
                <a:cxn ang="0">
                  <a:pos x="6116" y="2422"/>
                </a:cxn>
                <a:cxn ang="0">
                  <a:pos x="6062" y="2308"/>
                </a:cxn>
                <a:cxn ang="0">
                  <a:pos x="5988" y="2206"/>
                </a:cxn>
                <a:cxn ang="0">
                  <a:pos x="5898" y="2120"/>
                </a:cxn>
                <a:cxn ang="0">
                  <a:pos x="5792" y="2054"/>
                </a:cxn>
                <a:cxn ang="0">
                  <a:pos x="5674" y="2006"/>
                </a:cxn>
                <a:cxn ang="0">
                  <a:pos x="5546" y="1982"/>
                </a:cxn>
              </a:cxnLst>
              <a:rect l="0" t="0" r="r" b="b"/>
              <a:pathLst>
                <a:path w="6154" h="3316">
                  <a:moveTo>
                    <a:pt x="5512" y="1980"/>
                  </a:moveTo>
                  <a:lnTo>
                    <a:pt x="5512" y="1980"/>
                  </a:lnTo>
                  <a:lnTo>
                    <a:pt x="5504" y="1928"/>
                  </a:lnTo>
                  <a:lnTo>
                    <a:pt x="5492" y="1876"/>
                  </a:lnTo>
                  <a:lnTo>
                    <a:pt x="5478" y="1826"/>
                  </a:lnTo>
                  <a:lnTo>
                    <a:pt x="5462" y="1778"/>
                  </a:lnTo>
                  <a:lnTo>
                    <a:pt x="5446" y="1730"/>
                  </a:lnTo>
                  <a:lnTo>
                    <a:pt x="5426" y="1682"/>
                  </a:lnTo>
                  <a:lnTo>
                    <a:pt x="5404" y="1636"/>
                  </a:lnTo>
                  <a:lnTo>
                    <a:pt x="5380" y="1592"/>
                  </a:lnTo>
                  <a:lnTo>
                    <a:pt x="5354" y="1548"/>
                  </a:lnTo>
                  <a:lnTo>
                    <a:pt x="5326" y="1506"/>
                  </a:lnTo>
                  <a:lnTo>
                    <a:pt x="5296" y="1466"/>
                  </a:lnTo>
                  <a:lnTo>
                    <a:pt x="5266" y="1426"/>
                  </a:lnTo>
                  <a:lnTo>
                    <a:pt x="5234" y="1388"/>
                  </a:lnTo>
                  <a:lnTo>
                    <a:pt x="5198" y="1350"/>
                  </a:lnTo>
                  <a:lnTo>
                    <a:pt x="5162" y="1316"/>
                  </a:lnTo>
                  <a:lnTo>
                    <a:pt x="5126" y="1282"/>
                  </a:lnTo>
                  <a:lnTo>
                    <a:pt x="5086" y="1250"/>
                  </a:lnTo>
                  <a:lnTo>
                    <a:pt x="5046" y="1220"/>
                  </a:lnTo>
                  <a:lnTo>
                    <a:pt x="5006" y="1190"/>
                  </a:lnTo>
                  <a:lnTo>
                    <a:pt x="4962" y="1164"/>
                  </a:lnTo>
                  <a:lnTo>
                    <a:pt x="4918" y="1138"/>
                  </a:lnTo>
                  <a:lnTo>
                    <a:pt x="4874" y="1116"/>
                  </a:lnTo>
                  <a:lnTo>
                    <a:pt x="4826" y="1094"/>
                  </a:lnTo>
                  <a:lnTo>
                    <a:pt x="4780" y="1074"/>
                  </a:lnTo>
                  <a:lnTo>
                    <a:pt x="4732" y="1058"/>
                  </a:lnTo>
                  <a:lnTo>
                    <a:pt x="4682" y="1042"/>
                  </a:lnTo>
                  <a:lnTo>
                    <a:pt x="4632" y="1030"/>
                  </a:lnTo>
                  <a:lnTo>
                    <a:pt x="4580" y="1020"/>
                  </a:lnTo>
                  <a:lnTo>
                    <a:pt x="4528" y="1010"/>
                  </a:lnTo>
                  <a:lnTo>
                    <a:pt x="4476" y="1004"/>
                  </a:lnTo>
                  <a:lnTo>
                    <a:pt x="4422" y="1002"/>
                  </a:lnTo>
                  <a:lnTo>
                    <a:pt x="4368" y="1000"/>
                  </a:lnTo>
                  <a:lnTo>
                    <a:pt x="4368" y="1000"/>
                  </a:lnTo>
                  <a:lnTo>
                    <a:pt x="4302" y="1002"/>
                  </a:lnTo>
                  <a:lnTo>
                    <a:pt x="4236" y="1008"/>
                  </a:lnTo>
                  <a:lnTo>
                    <a:pt x="4236" y="1008"/>
                  </a:lnTo>
                  <a:lnTo>
                    <a:pt x="4212" y="952"/>
                  </a:lnTo>
                  <a:lnTo>
                    <a:pt x="4184" y="898"/>
                  </a:lnTo>
                  <a:lnTo>
                    <a:pt x="4156" y="846"/>
                  </a:lnTo>
                  <a:lnTo>
                    <a:pt x="4126" y="794"/>
                  </a:lnTo>
                  <a:lnTo>
                    <a:pt x="4094" y="744"/>
                  </a:lnTo>
                  <a:lnTo>
                    <a:pt x="4060" y="694"/>
                  </a:lnTo>
                  <a:lnTo>
                    <a:pt x="4024" y="646"/>
                  </a:lnTo>
                  <a:lnTo>
                    <a:pt x="3988" y="600"/>
                  </a:lnTo>
                  <a:lnTo>
                    <a:pt x="3948" y="554"/>
                  </a:lnTo>
                  <a:lnTo>
                    <a:pt x="3908" y="512"/>
                  </a:lnTo>
                  <a:lnTo>
                    <a:pt x="3866" y="470"/>
                  </a:lnTo>
                  <a:lnTo>
                    <a:pt x="3822" y="428"/>
                  </a:lnTo>
                  <a:lnTo>
                    <a:pt x="3778" y="390"/>
                  </a:lnTo>
                  <a:lnTo>
                    <a:pt x="3732" y="352"/>
                  </a:lnTo>
                  <a:lnTo>
                    <a:pt x="3684" y="316"/>
                  </a:lnTo>
                  <a:lnTo>
                    <a:pt x="3636" y="282"/>
                  </a:lnTo>
                  <a:lnTo>
                    <a:pt x="3586" y="248"/>
                  </a:lnTo>
                  <a:lnTo>
                    <a:pt x="3534" y="218"/>
                  </a:lnTo>
                  <a:lnTo>
                    <a:pt x="3482" y="190"/>
                  </a:lnTo>
                  <a:lnTo>
                    <a:pt x="3428" y="162"/>
                  </a:lnTo>
                  <a:lnTo>
                    <a:pt x="3372" y="138"/>
                  </a:lnTo>
                  <a:lnTo>
                    <a:pt x="3316" y="114"/>
                  </a:lnTo>
                  <a:lnTo>
                    <a:pt x="3260" y="92"/>
                  </a:lnTo>
                  <a:lnTo>
                    <a:pt x="3202" y="74"/>
                  </a:lnTo>
                  <a:lnTo>
                    <a:pt x="3144" y="56"/>
                  </a:lnTo>
                  <a:lnTo>
                    <a:pt x="3084" y="42"/>
                  </a:lnTo>
                  <a:lnTo>
                    <a:pt x="3024" y="30"/>
                  </a:lnTo>
                  <a:lnTo>
                    <a:pt x="2962" y="18"/>
                  </a:lnTo>
                  <a:lnTo>
                    <a:pt x="2900" y="10"/>
                  </a:lnTo>
                  <a:lnTo>
                    <a:pt x="2838" y="4"/>
                  </a:lnTo>
                  <a:lnTo>
                    <a:pt x="2774" y="0"/>
                  </a:lnTo>
                  <a:lnTo>
                    <a:pt x="2710" y="0"/>
                  </a:lnTo>
                  <a:lnTo>
                    <a:pt x="2710" y="0"/>
                  </a:lnTo>
                  <a:lnTo>
                    <a:pt x="2630" y="2"/>
                  </a:lnTo>
                  <a:lnTo>
                    <a:pt x="2550" y="8"/>
                  </a:lnTo>
                  <a:lnTo>
                    <a:pt x="2472" y="16"/>
                  </a:lnTo>
                  <a:lnTo>
                    <a:pt x="2394" y="30"/>
                  </a:lnTo>
                  <a:lnTo>
                    <a:pt x="2318" y="46"/>
                  </a:lnTo>
                  <a:lnTo>
                    <a:pt x="2242" y="66"/>
                  </a:lnTo>
                  <a:lnTo>
                    <a:pt x="2168" y="90"/>
                  </a:lnTo>
                  <a:lnTo>
                    <a:pt x="2096" y="116"/>
                  </a:lnTo>
                  <a:lnTo>
                    <a:pt x="2026" y="146"/>
                  </a:lnTo>
                  <a:lnTo>
                    <a:pt x="1958" y="180"/>
                  </a:lnTo>
                  <a:lnTo>
                    <a:pt x="1892" y="216"/>
                  </a:lnTo>
                  <a:lnTo>
                    <a:pt x="1826" y="256"/>
                  </a:lnTo>
                  <a:lnTo>
                    <a:pt x="1764" y="296"/>
                  </a:lnTo>
                  <a:lnTo>
                    <a:pt x="1702" y="342"/>
                  </a:lnTo>
                  <a:lnTo>
                    <a:pt x="1644" y="388"/>
                  </a:lnTo>
                  <a:lnTo>
                    <a:pt x="1586" y="438"/>
                  </a:lnTo>
                  <a:lnTo>
                    <a:pt x="1532" y="490"/>
                  </a:lnTo>
                  <a:lnTo>
                    <a:pt x="1480" y="546"/>
                  </a:lnTo>
                  <a:lnTo>
                    <a:pt x="1432" y="602"/>
                  </a:lnTo>
                  <a:lnTo>
                    <a:pt x="1386" y="662"/>
                  </a:lnTo>
                  <a:lnTo>
                    <a:pt x="1340" y="724"/>
                  </a:lnTo>
                  <a:lnTo>
                    <a:pt x="1300" y="786"/>
                  </a:lnTo>
                  <a:lnTo>
                    <a:pt x="1262" y="852"/>
                  </a:lnTo>
                  <a:lnTo>
                    <a:pt x="1226" y="920"/>
                  </a:lnTo>
                  <a:lnTo>
                    <a:pt x="1194" y="988"/>
                  </a:lnTo>
                  <a:lnTo>
                    <a:pt x="1164" y="1058"/>
                  </a:lnTo>
                  <a:lnTo>
                    <a:pt x="1138" y="1132"/>
                  </a:lnTo>
                  <a:lnTo>
                    <a:pt x="1116" y="1204"/>
                  </a:lnTo>
                  <a:lnTo>
                    <a:pt x="1096" y="1280"/>
                  </a:lnTo>
                  <a:lnTo>
                    <a:pt x="1080" y="1356"/>
                  </a:lnTo>
                  <a:lnTo>
                    <a:pt x="1068" y="1434"/>
                  </a:lnTo>
                  <a:lnTo>
                    <a:pt x="1058" y="1514"/>
                  </a:lnTo>
                  <a:lnTo>
                    <a:pt x="1058" y="1514"/>
                  </a:lnTo>
                  <a:lnTo>
                    <a:pt x="1022" y="1508"/>
                  </a:lnTo>
                  <a:lnTo>
                    <a:pt x="984" y="1504"/>
                  </a:lnTo>
                  <a:lnTo>
                    <a:pt x="946" y="1500"/>
                  </a:lnTo>
                  <a:lnTo>
                    <a:pt x="908" y="1500"/>
                  </a:lnTo>
                  <a:lnTo>
                    <a:pt x="908" y="1500"/>
                  </a:lnTo>
                  <a:lnTo>
                    <a:pt x="860" y="1502"/>
                  </a:lnTo>
                  <a:lnTo>
                    <a:pt x="814" y="1504"/>
                  </a:lnTo>
                  <a:lnTo>
                    <a:pt x="770" y="1510"/>
                  </a:lnTo>
                  <a:lnTo>
                    <a:pt x="724" y="1518"/>
                  </a:lnTo>
                  <a:lnTo>
                    <a:pt x="680" y="1528"/>
                  </a:lnTo>
                  <a:lnTo>
                    <a:pt x="638" y="1540"/>
                  </a:lnTo>
                  <a:lnTo>
                    <a:pt x="596" y="1556"/>
                  </a:lnTo>
                  <a:lnTo>
                    <a:pt x="554" y="1572"/>
                  </a:lnTo>
                  <a:lnTo>
                    <a:pt x="514" y="1590"/>
                  </a:lnTo>
                  <a:lnTo>
                    <a:pt x="474" y="1610"/>
                  </a:lnTo>
                  <a:lnTo>
                    <a:pt x="436" y="1632"/>
                  </a:lnTo>
                  <a:lnTo>
                    <a:pt x="400" y="1656"/>
                  </a:lnTo>
                  <a:lnTo>
                    <a:pt x="364" y="1680"/>
                  </a:lnTo>
                  <a:lnTo>
                    <a:pt x="330" y="1708"/>
                  </a:lnTo>
                  <a:lnTo>
                    <a:pt x="296" y="1736"/>
                  </a:lnTo>
                  <a:lnTo>
                    <a:pt x="266" y="1766"/>
                  </a:lnTo>
                  <a:lnTo>
                    <a:pt x="236" y="1798"/>
                  </a:lnTo>
                  <a:lnTo>
                    <a:pt x="206" y="1830"/>
                  </a:lnTo>
                  <a:lnTo>
                    <a:pt x="180" y="1864"/>
                  </a:lnTo>
                  <a:lnTo>
                    <a:pt x="154" y="1900"/>
                  </a:lnTo>
                  <a:lnTo>
                    <a:pt x="130" y="1938"/>
                  </a:lnTo>
                  <a:lnTo>
                    <a:pt x="110" y="1976"/>
                  </a:lnTo>
                  <a:lnTo>
                    <a:pt x="90" y="2014"/>
                  </a:lnTo>
                  <a:lnTo>
                    <a:pt x="70" y="2054"/>
                  </a:lnTo>
                  <a:lnTo>
                    <a:pt x="54" y="2096"/>
                  </a:lnTo>
                  <a:lnTo>
                    <a:pt x="40" y="2138"/>
                  </a:lnTo>
                  <a:lnTo>
                    <a:pt x="28" y="2182"/>
                  </a:lnTo>
                  <a:lnTo>
                    <a:pt x="18" y="2224"/>
                  </a:lnTo>
                  <a:lnTo>
                    <a:pt x="10" y="2270"/>
                  </a:lnTo>
                  <a:lnTo>
                    <a:pt x="4" y="2316"/>
                  </a:lnTo>
                  <a:lnTo>
                    <a:pt x="0" y="2362"/>
                  </a:lnTo>
                  <a:lnTo>
                    <a:pt x="0" y="2408"/>
                  </a:lnTo>
                  <a:lnTo>
                    <a:pt x="0" y="2408"/>
                  </a:lnTo>
                  <a:lnTo>
                    <a:pt x="0" y="2454"/>
                  </a:lnTo>
                  <a:lnTo>
                    <a:pt x="4" y="2500"/>
                  </a:lnTo>
                  <a:lnTo>
                    <a:pt x="10" y="2546"/>
                  </a:lnTo>
                  <a:lnTo>
                    <a:pt x="18" y="2590"/>
                  </a:lnTo>
                  <a:lnTo>
                    <a:pt x="28" y="2634"/>
                  </a:lnTo>
                  <a:lnTo>
                    <a:pt x="40" y="2678"/>
                  </a:lnTo>
                  <a:lnTo>
                    <a:pt x="54" y="2720"/>
                  </a:lnTo>
                  <a:lnTo>
                    <a:pt x="70" y="2762"/>
                  </a:lnTo>
                  <a:lnTo>
                    <a:pt x="90" y="2802"/>
                  </a:lnTo>
                  <a:lnTo>
                    <a:pt x="110" y="2840"/>
                  </a:lnTo>
                  <a:lnTo>
                    <a:pt x="130" y="2878"/>
                  </a:lnTo>
                  <a:lnTo>
                    <a:pt x="154" y="2916"/>
                  </a:lnTo>
                  <a:lnTo>
                    <a:pt x="180" y="2952"/>
                  </a:lnTo>
                  <a:lnTo>
                    <a:pt x="206" y="2986"/>
                  </a:lnTo>
                  <a:lnTo>
                    <a:pt x="236" y="3018"/>
                  </a:lnTo>
                  <a:lnTo>
                    <a:pt x="266" y="3050"/>
                  </a:lnTo>
                  <a:lnTo>
                    <a:pt x="296" y="3080"/>
                  </a:lnTo>
                  <a:lnTo>
                    <a:pt x="330" y="3108"/>
                  </a:lnTo>
                  <a:lnTo>
                    <a:pt x="364" y="3136"/>
                  </a:lnTo>
                  <a:lnTo>
                    <a:pt x="400" y="3160"/>
                  </a:lnTo>
                  <a:lnTo>
                    <a:pt x="436" y="3184"/>
                  </a:lnTo>
                  <a:lnTo>
                    <a:pt x="474" y="3206"/>
                  </a:lnTo>
                  <a:lnTo>
                    <a:pt x="514" y="3226"/>
                  </a:lnTo>
                  <a:lnTo>
                    <a:pt x="554" y="3244"/>
                  </a:lnTo>
                  <a:lnTo>
                    <a:pt x="596" y="3260"/>
                  </a:lnTo>
                  <a:lnTo>
                    <a:pt x="638" y="3276"/>
                  </a:lnTo>
                  <a:lnTo>
                    <a:pt x="680" y="3288"/>
                  </a:lnTo>
                  <a:lnTo>
                    <a:pt x="724" y="3298"/>
                  </a:lnTo>
                  <a:lnTo>
                    <a:pt x="770" y="3306"/>
                  </a:lnTo>
                  <a:lnTo>
                    <a:pt x="814" y="3312"/>
                  </a:lnTo>
                  <a:lnTo>
                    <a:pt x="860" y="3314"/>
                  </a:lnTo>
                  <a:lnTo>
                    <a:pt x="908" y="3316"/>
                  </a:lnTo>
                  <a:lnTo>
                    <a:pt x="5486" y="3316"/>
                  </a:lnTo>
                  <a:lnTo>
                    <a:pt x="5486" y="3316"/>
                  </a:lnTo>
                  <a:lnTo>
                    <a:pt x="5520" y="3316"/>
                  </a:lnTo>
                  <a:lnTo>
                    <a:pt x="5554" y="3312"/>
                  </a:lnTo>
                  <a:lnTo>
                    <a:pt x="5588" y="3308"/>
                  </a:lnTo>
                  <a:lnTo>
                    <a:pt x="5620" y="3302"/>
                  </a:lnTo>
                  <a:lnTo>
                    <a:pt x="5652" y="3294"/>
                  </a:lnTo>
                  <a:lnTo>
                    <a:pt x="5684" y="3286"/>
                  </a:lnTo>
                  <a:lnTo>
                    <a:pt x="5716" y="3276"/>
                  </a:lnTo>
                  <a:lnTo>
                    <a:pt x="5746" y="3264"/>
                  </a:lnTo>
                  <a:lnTo>
                    <a:pt x="5776" y="3250"/>
                  </a:lnTo>
                  <a:lnTo>
                    <a:pt x="5804" y="3236"/>
                  </a:lnTo>
                  <a:lnTo>
                    <a:pt x="5832" y="3220"/>
                  </a:lnTo>
                  <a:lnTo>
                    <a:pt x="5860" y="3202"/>
                  </a:lnTo>
                  <a:lnTo>
                    <a:pt x="5886" y="3184"/>
                  </a:lnTo>
                  <a:lnTo>
                    <a:pt x="5910" y="3164"/>
                  </a:lnTo>
                  <a:lnTo>
                    <a:pt x="5934" y="3142"/>
                  </a:lnTo>
                  <a:lnTo>
                    <a:pt x="5958" y="3120"/>
                  </a:lnTo>
                  <a:lnTo>
                    <a:pt x="5980" y="3096"/>
                  </a:lnTo>
                  <a:lnTo>
                    <a:pt x="6002" y="3072"/>
                  </a:lnTo>
                  <a:lnTo>
                    <a:pt x="6022" y="3048"/>
                  </a:lnTo>
                  <a:lnTo>
                    <a:pt x="6040" y="3022"/>
                  </a:lnTo>
                  <a:lnTo>
                    <a:pt x="6058" y="2994"/>
                  </a:lnTo>
                  <a:lnTo>
                    <a:pt x="6074" y="2966"/>
                  </a:lnTo>
                  <a:lnTo>
                    <a:pt x="6088" y="2938"/>
                  </a:lnTo>
                  <a:lnTo>
                    <a:pt x="6102" y="2908"/>
                  </a:lnTo>
                  <a:lnTo>
                    <a:pt x="6114" y="2878"/>
                  </a:lnTo>
                  <a:lnTo>
                    <a:pt x="6124" y="2846"/>
                  </a:lnTo>
                  <a:lnTo>
                    <a:pt x="6134" y="2814"/>
                  </a:lnTo>
                  <a:lnTo>
                    <a:pt x="6140" y="2782"/>
                  </a:lnTo>
                  <a:lnTo>
                    <a:pt x="6146" y="2748"/>
                  </a:lnTo>
                  <a:lnTo>
                    <a:pt x="6150" y="2716"/>
                  </a:lnTo>
                  <a:lnTo>
                    <a:pt x="6154" y="2682"/>
                  </a:lnTo>
                  <a:lnTo>
                    <a:pt x="6154" y="2646"/>
                  </a:lnTo>
                  <a:lnTo>
                    <a:pt x="6154" y="2646"/>
                  </a:lnTo>
                  <a:lnTo>
                    <a:pt x="6154" y="2614"/>
                  </a:lnTo>
                  <a:lnTo>
                    <a:pt x="6150" y="2580"/>
                  </a:lnTo>
                  <a:lnTo>
                    <a:pt x="6146" y="2548"/>
                  </a:lnTo>
                  <a:lnTo>
                    <a:pt x="6142" y="2516"/>
                  </a:lnTo>
                  <a:lnTo>
                    <a:pt x="6134" y="2484"/>
                  </a:lnTo>
                  <a:lnTo>
                    <a:pt x="6126" y="2452"/>
                  </a:lnTo>
                  <a:lnTo>
                    <a:pt x="6116" y="2422"/>
                  </a:lnTo>
                  <a:lnTo>
                    <a:pt x="6104" y="2392"/>
                  </a:lnTo>
                  <a:lnTo>
                    <a:pt x="6092" y="2364"/>
                  </a:lnTo>
                  <a:lnTo>
                    <a:pt x="6078" y="2336"/>
                  </a:lnTo>
                  <a:lnTo>
                    <a:pt x="6062" y="2308"/>
                  </a:lnTo>
                  <a:lnTo>
                    <a:pt x="6046" y="2282"/>
                  </a:lnTo>
                  <a:lnTo>
                    <a:pt x="6028" y="2256"/>
                  </a:lnTo>
                  <a:lnTo>
                    <a:pt x="6008" y="2230"/>
                  </a:lnTo>
                  <a:lnTo>
                    <a:pt x="5988" y="2206"/>
                  </a:lnTo>
                  <a:lnTo>
                    <a:pt x="5968" y="2184"/>
                  </a:lnTo>
                  <a:lnTo>
                    <a:pt x="5946" y="2162"/>
                  </a:lnTo>
                  <a:lnTo>
                    <a:pt x="5922" y="2140"/>
                  </a:lnTo>
                  <a:lnTo>
                    <a:pt x="5898" y="2120"/>
                  </a:lnTo>
                  <a:lnTo>
                    <a:pt x="5872" y="2102"/>
                  </a:lnTo>
                  <a:lnTo>
                    <a:pt x="5846" y="2084"/>
                  </a:lnTo>
                  <a:lnTo>
                    <a:pt x="5820" y="2068"/>
                  </a:lnTo>
                  <a:lnTo>
                    <a:pt x="5792" y="2054"/>
                  </a:lnTo>
                  <a:lnTo>
                    <a:pt x="5764" y="2040"/>
                  </a:lnTo>
                  <a:lnTo>
                    <a:pt x="5734" y="2026"/>
                  </a:lnTo>
                  <a:lnTo>
                    <a:pt x="5704" y="2016"/>
                  </a:lnTo>
                  <a:lnTo>
                    <a:pt x="5674" y="2006"/>
                  </a:lnTo>
                  <a:lnTo>
                    <a:pt x="5642" y="1998"/>
                  </a:lnTo>
                  <a:lnTo>
                    <a:pt x="5612" y="1990"/>
                  </a:lnTo>
                  <a:lnTo>
                    <a:pt x="5578" y="1986"/>
                  </a:lnTo>
                  <a:lnTo>
                    <a:pt x="5546" y="1982"/>
                  </a:lnTo>
                  <a:lnTo>
                    <a:pt x="5512" y="1980"/>
                  </a:lnTo>
                  <a:lnTo>
                    <a:pt x="5512" y="1980"/>
                  </a:lnTo>
                  <a:close/>
                </a:path>
              </a:pathLst>
            </a:custGeom>
            <a:noFill/>
            <a:ln w="9525">
              <a:gradFill>
                <a:gsLst>
                  <a:gs pos="0">
                    <a:srgbClr val="595757">
                      <a:alpha val="58000"/>
                    </a:srgbClr>
                  </a:gs>
                  <a:gs pos="100000">
                    <a:sysClr val="window" lastClr="FFFFFF">
                      <a:alpha val="73000"/>
                    </a:sysClr>
                  </a:gs>
                </a:gsLst>
                <a:lin ang="5400000" scaled="0"/>
              </a:gradFill>
              <a:miter lim="400000"/>
            </a:ln>
          </p:spPr>
          <p:txBody>
            <a:bodyPr wrap="square" lIns="18897" tIns="18897" rIns="18897" bIns="18897" anchor="ctr">
              <a:noAutofit/>
            </a:bodyPr>
            <a:lstStyle/>
            <a:p>
              <a:pPr marL="0" marR="0" lvl="0" indent="0" algn="ctr" defTabSz="640080" eaLnBrk="1" fontAlgn="ctr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Huawei Sans" panose="020C0503030203020204" pitchFamily="34" charset="0"/>
              </a:endParaRPr>
            </a:p>
          </p:txBody>
        </p:sp>
        <p:cxnSp>
          <p:nvCxnSpPr>
            <p:cNvPr id="186" name="直接连接符 126"/>
            <p:cNvCxnSpPr/>
            <p:nvPr/>
          </p:nvCxnSpPr>
          <p:spPr>
            <a:xfrm>
              <a:off x="5094096" y="4004868"/>
              <a:ext cx="0" cy="44324"/>
            </a:xfrm>
            <a:prstGeom prst="line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pic>
          <p:nvPicPr>
            <p:cNvPr id="187" name="图形 18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26090" y="4316499"/>
              <a:ext cx="171681" cy="127128"/>
            </a:xfrm>
            <a:prstGeom prst="rect">
              <a:avLst/>
            </a:prstGeom>
          </p:spPr>
        </p:pic>
        <p:pic>
          <p:nvPicPr>
            <p:cNvPr id="188" name="图形 187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908008" y="3211930"/>
              <a:ext cx="272466" cy="209986"/>
            </a:xfrm>
            <a:prstGeom prst="rect">
              <a:avLst/>
            </a:prstGeom>
          </p:spPr>
        </p:pic>
        <p:pic>
          <p:nvPicPr>
            <p:cNvPr id="189" name="图形 188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145864" y="4312916"/>
              <a:ext cx="159463" cy="139392"/>
            </a:xfrm>
            <a:prstGeom prst="rect">
              <a:avLst/>
            </a:prstGeom>
          </p:spPr>
        </p:pic>
        <p:sp>
          <p:nvSpPr>
            <p:cNvPr id="190" name="矩形 189"/>
            <p:cNvSpPr/>
            <p:nvPr/>
          </p:nvSpPr>
          <p:spPr>
            <a:xfrm flipH="1">
              <a:off x="4187921" y="4440054"/>
              <a:ext cx="814590" cy="23717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智能家居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Agent</a:t>
              </a:r>
              <a:endParaRPr kumimoji="0" lang="zh-CN" altLang="en-US" sz="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 flipH="1">
              <a:off x="4777544" y="4423456"/>
              <a:ext cx="874472" cy="2195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金融</a:t>
              </a:r>
              <a:endParaRPr kumimoji="0" lang="en-US" altLang="zh-CN" sz="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Agent</a:t>
              </a:r>
              <a:endParaRPr kumimoji="0" lang="zh-CN" altLang="en-US" sz="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sp>
          <p:nvSpPr>
            <p:cNvPr id="192" name="矩形 191"/>
            <p:cNvSpPr/>
            <p:nvPr/>
          </p:nvSpPr>
          <p:spPr>
            <a:xfrm flipH="1">
              <a:off x="4542555" y="4084697"/>
              <a:ext cx="782681" cy="237176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reflection blurRad="63500" stA="52000" endA="300" endPos="35000" dir="5400000" sy="-100000" algn="bl" rotWithShape="0"/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守护 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微软雅黑" panose="020B0502040204020203" charset="-122"/>
                </a:rPr>
                <a:t>Agent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微软雅黑" panose="020B0502040204020203" charset="-122"/>
              </a:endParaRPr>
            </a:p>
          </p:txBody>
        </p:sp>
        <p:pic>
          <p:nvPicPr>
            <p:cNvPr id="193" name="图片 19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38391" y="4430155"/>
              <a:ext cx="276222" cy="216368"/>
            </a:xfrm>
            <a:prstGeom prst="rect">
              <a:avLst/>
            </a:prstGeom>
          </p:spPr>
        </p:pic>
        <p:pic>
          <p:nvPicPr>
            <p:cNvPr id="194" name="图片 193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85205" y="4510188"/>
              <a:ext cx="276223" cy="219070"/>
            </a:xfrm>
            <a:prstGeom prst="rect">
              <a:avLst/>
            </a:prstGeom>
          </p:spPr>
        </p:pic>
        <p:sp>
          <p:nvSpPr>
            <p:cNvPr id="195" name="文本框 194"/>
            <p:cNvSpPr txBox="1"/>
            <p:nvPr/>
          </p:nvSpPr>
          <p:spPr>
            <a:xfrm>
              <a:off x="395829" y="4639802"/>
              <a:ext cx="5453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rPr>
                <a:t>NAS</a:t>
              </a:r>
              <a:r>
                <a:rPr kumimoji="0" lang="zh-CN" altLang="en-US" sz="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rPr>
                <a:t>智能体</a:t>
              </a:r>
              <a:endParaRPr kumimoji="0" lang="zh-CN" altLang="en-US" sz="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微软雅黑" panose="020B0502040204020203" charset="-122"/>
              </a:endParaRP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909838" y="4657739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rPr>
                <a:t>个人智能体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微软雅黑" panose="020B0502040204020203" charset="-122"/>
              </a:endParaRPr>
            </a:p>
          </p:txBody>
        </p:sp>
        <p:sp>
          <p:nvSpPr>
            <p:cNvPr id="197" name="同侧圆角矩形 38"/>
            <p:cNvSpPr/>
            <p:nvPr/>
          </p:nvSpPr>
          <p:spPr>
            <a:xfrm>
              <a:off x="1930496" y="2965671"/>
              <a:ext cx="2031593" cy="1721899"/>
            </a:xfrm>
            <a:prstGeom prst="round2SameRect">
              <a:avLst>
                <a:gd name="adj1" fmla="val 3884"/>
                <a:gd name="adj2" fmla="val 3553"/>
              </a:avLst>
            </a:prstGeom>
            <a:noFill/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0" indent="0" algn="ctr" defTabSz="26479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  <a:sym typeface="微软雅黑" panose="020B0502040204020203" charset="-122"/>
              </a:endParaRPr>
            </a:p>
          </p:txBody>
        </p:sp>
        <p:sp>
          <p:nvSpPr>
            <p:cNvPr id="198" name="流程图: 接点 138"/>
            <p:cNvSpPr/>
            <p:nvPr/>
          </p:nvSpPr>
          <p:spPr>
            <a:xfrm>
              <a:off x="1281570" y="4343621"/>
              <a:ext cx="251327" cy="187450"/>
            </a:xfrm>
            <a:prstGeom prst="flowChartConnector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1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199" name="流程图: 接点 139"/>
            <p:cNvSpPr/>
            <p:nvPr/>
          </p:nvSpPr>
          <p:spPr>
            <a:xfrm>
              <a:off x="4334048" y="2982247"/>
              <a:ext cx="251327" cy="187450"/>
            </a:xfrm>
            <a:prstGeom prst="flowChartConnector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2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200" name="流程图: 接点 140"/>
            <p:cNvSpPr/>
            <p:nvPr/>
          </p:nvSpPr>
          <p:spPr>
            <a:xfrm>
              <a:off x="4517328" y="3913197"/>
              <a:ext cx="251327" cy="187450"/>
            </a:xfrm>
            <a:prstGeom prst="flowChartConnector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3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1831954" y="4196343"/>
              <a:ext cx="9650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Arial" panose="020B0604020202090204" pitchFamily="34" charset="0"/>
                </a:rPr>
                <a:t>AGW0-UP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3232641" y="3206142"/>
              <a:ext cx="9650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Arial" panose="020B0604020202090204" pitchFamily="34" charset="0"/>
                </a:rPr>
                <a:t>AGW1-PE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3202929" y="4448272"/>
              <a:ext cx="9650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  <a:sym typeface="Arial" panose="020B0604020202090204" pitchFamily="34" charset="0"/>
                </a:rPr>
                <a:t>AGW2-PE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pic>
          <p:nvPicPr>
            <p:cNvPr id="204" name="Picture 6" descr="毫米波雷达产品- Shenzhen Eye Auto Technology Co.,Ltd 深圳市云创传感科技有限公司"/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78" t="14927" r="22237" b="24371"/>
            <a:stretch>
              <a:fillRect/>
            </a:stretch>
          </p:blipFill>
          <p:spPr bwMode="auto">
            <a:xfrm>
              <a:off x="578225" y="4190260"/>
              <a:ext cx="281373" cy="176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5" name="文本框 204"/>
            <p:cNvSpPr txBox="1"/>
            <p:nvPr/>
          </p:nvSpPr>
          <p:spPr>
            <a:xfrm>
              <a:off x="5215713" y="2761320"/>
              <a:ext cx="1058933" cy="565127"/>
            </a:xfrm>
            <a:prstGeom prst="rect">
              <a:avLst/>
            </a:prstGeom>
            <a:solidFill>
              <a:srgbClr val="D4F1F5">
                <a:alpha val="25000"/>
              </a:srgbClr>
            </a:solidFill>
          </p:spPr>
          <p:txBody>
            <a:bodyPr wrap="square" lIns="35991" tIns="35991" rIns="35991" bIns="35991" rtlCol="0">
              <a:spAutoFit/>
            </a:bodyPr>
            <a:lstStyle>
              <a:defPPr>
                <a:defRPr lang="en-US"/>
              </a:defPPr>
              <a:lvl1pPr marR="0" lvl="0" indent="0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sz="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</a:defRPr>
              </a:lvl1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康养智能体：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R="0" lvl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en-US" altLang="zh-CN" dirty="0">
                  <a:solidFill>
                    <a:schemeClr val="tx1"/>
                  </a:solidFill>
                  <a:sym typeface="Arial" panose="020B0604020202090204" pitchFamily="34" charset="0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sym typeface="Arial" panose="020B0604020202090204" pitchFamily="34" charset="0"/>
                </a:rPr>
                <a:t>、</a:t>
              </a:r>
              <a:r>
                <a: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3D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雷达检测跌倒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R="0" lvl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en-US" altLang="zh-CN" dirty="0">
                  <a:solidFill>
                    <a:schemeClr val="tx1"/>
                  </a:solidFill>
                  <a:sym typeface="Arial" panose="020B0604020202090204" pitchFamily="34" charset="0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sym typeface="Arial" panose="020B0604020202090204" pitchFamily="34" charset="0"/>
                </a:rPr>
                <a:t>、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手环生命体征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R="0" lvl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en-US" altLang="zh-CN" dirty="0">
                  <a:solidFill>
                    <a:schemeClr val="tx1"/>
                  </a:solidFill>
                  <a:sym typeface="Arial" panose="020B0604020202090204" pitchFamily="34" charset="0"/>
                </a:rPr>
                <a:t>3</a:t>
              </a:r>
              <a:r>
                <a:rPr lang="zh-CN" altLang="en-US" dirty="0">
                  <a:solidFill>
                    <a:schemeClr val="tx1"/>
                  </a:solidFill>
                  <a:sym typeface="Arial" panose="020B0604020202090204" pitchFamily="34" charset="0"/>
                </a:rPr>
                <a:t>、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打电话、发短信</a:t>
              </a: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4187549" y="4794805"/>
              <a:ext cx="1885757" cy="442017"/>
            </a:xfrm>
            <a:prstGeom prst="rect">
              <a:avLst/>
            </a:prstGeom>
            <a:solidFill>
              <a:srgbClr val="D4F1F5">
                <a:alpha val="25000"/>
              </a:srgbClr>
            </a:solidFill>
          </p:spPr>
          <p:txBody>
            <a:bodyPr wrap="square" lIns="35991" tIns="35991" rIns="35991" bIns="35991" rtlCol="0">
              <a:spAutoFit/>
            </a:bodyPr>
            <a:lstStyle>
              <a:defPPr>
                <a:defRPr lang="en-US"/>
              </a:defPPr>
              <a:lvl1pPr marR="0" lvl="0" indent="0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sz="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</a:defRPr>
              </a:lvl1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守护智能体：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L="180975" marR="0" lvl="0" indent="-180975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检测跌倒、久坐、未出现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L="180975" marR="0" lvl="0" indent="-180975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视频生成摘要；</a:t>
              </a:r>
              <a:r>
                <a: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3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、自定义守护标签</a:t>
              </a: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pic>
          <p:nvPicPr>
            <p:cNvPr id="207" name="图形 206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811213" y="3880329"/>
              <a:ext cx="275256" cy="260533"/>
            </a:xfrm>
            <a:prstGeom prst="rect">
              <a:avLst/>
            </a:prstGeom>
          </p:spPr>
        </p:pic>
        <p:sp>
          <p:nvSpPr>
            <p:cNvPr id="208" name="文本框 207"/>
            <p:cNvSpPr txBox="1"/>
            <p:nvPr/>
          </p:nvSpPr>
          <p:spPr>
            <a:xfrm>
              <a:off x="1609360" y="4772933"/>
              <a:ext cx="2189751" cy="442017"/>
            </a:xfrm>
            <a:prstGeom prst="rect">
              <a:avLst/>
            </a:prstGeom>
            <a:solidFill>
              <a:srgbClr val="D4F1F5">
                <a:alpha val="25000"/>
              </a:srgbClr>
            </a:solidFill>
          </p:spPr>
          <p:txBody>
            <a:bodyPr wrap="square" lIns="35991" tIns="35991" rIns="35991" bIns="35991" rtlCol="0">
              <a:spAutoFit/>
            </a:bodyPr>
            <a:lstStyle>
              <a:defPPr>
                <a:defRPr lang="en-US"/>
              </a:defPPr>
              <a:lvl1pPr marR="0" lvl="0" indent="0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sz="800" b="1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</a:defRPr>
              </a:lvl1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个人智能体：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1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、突发事件响应；</a:t>
              </a:r>
              <a:r>
                <a: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2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、任务自动编排；</a:t>
              </a:r>
              <a:endParaRPr kumimoji="1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3</a:t>
              </a:r>
              <a:r>
                <a:rPr kumimoji="1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sym typeface="Arial" panose="020B0604020202090204" pitchFamily="34" charset="0"/>
                </a:rPr>
                <a:t>、统一协同调度</a:t>
              </a: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sym typeface="Arial" panose="020B0604020202090204" pitchFamily="34" charset="0"/>
              </a:endParaRPr>
            </a:p>
          </p:txBody>
        </p:sp>
        <p:sp>
          <p:nvSpPr>
            <p:cNvPr id="209" name="矩形: 圆角 149"/>
            <p:cNvSpPr/>
            <p:nvPr/>
          </p:nvSpPr>
          <p:spPr>
            <a:xfrm>
              <a:off x="422732" y="2979708"/>
              <a:ext cx="1086537" cy="706919"/>
            </a:xfrm>
            <a:prstGeom prst="roundRect">
              <a:avLst>
                <a:gd name="adj" fmla="val 7416"/>
              </a:avLst>
            </a:prstGeom>
            <a:no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微软雅黑" panose="020B0502040204020203" charset="-122"/>
              </a:endParaRPr>
            </a:p>
          </p:txBody>
        </p:sp>
        <p:grpSp>
          <p:nvGrpSpPr>
            <p:cNvPr id="210" name="组合 209"/>
            <p:cNvGrpSpPr/>
            <p:nvPr/>
          </p:nvGrpSpPr>
          <p:grpSpPr>
            <a:xfrm>
              <a:off x="854405" y="2843736"/>
              <a:ext cx="223191" cy="233355"/>
              <a:chOff x="4439892" y="3057066"/>
              <a:chExt cx="188573" cy="233355"/>
            </a:xfrm>
          </p:grpSpPr>
          <p:sp>
            <p:nvSpPr>
              <p:cNvPr id="211" name="椭圆 210"/>
              <p:cNvSpPr/>
              <p:nvPr/>
            </p:nvSpPr>
            <p:spPr>
              <a:xfrm>
                <a:off x="4439892" y="3060399"/>
                <a:ext cx="188573" cy="230022"/>
              </a:xfrm>
              <a:prstGeom prst="ellipse">
                <a:avLst/>
              </a:prstGeom>
              <a:solidFill>
                <a:srgbClr val="1124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微软雅黑" panose="020B0502040204020203" charset="-122"/>
                </a:endParaRPr>
              </a:p>
            </p:txBody>
          </p:sp>
          <p:pic>
            <p:nvPicPr>
              <p:cNvPr id="212" name="图形 211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 rot="10800000">
                <a:off x="4453683" y="3057066"/>
                <a:ext cx="160993" cy="209900"/>
              </a:xfrm>
              <a:prstGeom prst="rect">
                <a:avLst/>
              </a:prstGeom>
            </p:spPr>
          </p:pic>
        </p:grpSp>
        <p:pic>
          <p:nvPicPr>
            <p:cNvPr id="213" name="图片 21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2685" y="3383970"/>
              <a:ext cx="288001" cy="279609"/>
            </a:xfrm>
            <a:prstGeom prst="rect">
              <a:avLst/>
            </a:prstGeom>
          </p:spPr>
        </p:pic>
        <p:pic>
          <p:nvPicPr>
            <p:cNvPr id="214" name="图形 21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3339" y="3001281"/>
              <a:ext cx="288000" cy="288000"/>
            </a:xfrm>
            <a:prstGeom prst="rect">
              <a:avLst/>
            </a:prstGeom>
          </p:spPr>
        </p:pic>
        <p:sp>
          <p:nvSpPr>
            <p:cNvPr id="215" name="椭圆 214"/>
            <p:cNvSpPr/>
            <p:nvPr/>
          </p:nvSpPr>
          <p:spPr>
            <a:xfrm>
              <a:off x="3022163" y="3513273"/>
              <a:ext cx="630365" cy="916882"/>
            </a:xfrm>
            <a:prstGeom prst="ellipse">
              <a:avLst/>
            </a:prstGeom>
            <a:noFill/>
            <a:ln w="12700" cap="flat" cmpd="sng" algn="ctr">
              <a:solidFill>
                <a:srgbClr val="ED7D31">
                  <a:lumMod val="75000"/>
                </a:srgbClr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365" tIns="45683" rIns="91365" bIns="45683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1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2040204020203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16" name="文本框 215"/>
            <p:cNvSpPr txBox="1"/>
            <p:nvPr/>
          </p:nvSpPr>
          <p:spPr>
            <a:xfrm>
              <a:off x="2603754" y="4027459"/>
              <a:ext cx="6960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O-U</a:t>
              </a: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协同</a:t>
              </a:r>
              <a:endPara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E2E</a:t>
              </a: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2040204020203" charset="-122"/>
                  <a:ea typeface="微软雅黑" panose="020B0502040204020203" charset="-122"/>
                </a:rPr>
                <a:t>体验保障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grpSp>
          <p:nvGrpSpPr>
            <p:cNvPr id="217" name="组合 216"/>
            <p:cNvGrpSpPr>
              <a:grpSpLocks noChangeAspect="1"/>
            </p:cNvGrpSpPr>
            <p:nvPr/>
          </p:nvGrpSpPr>
          <p:grpSpPr>
            <a:xfrm>
              <a:off x="2762108" y="3731499"/>
              <a:ext cx="358979" cy="294488"/>
              <a:chOff x="5811837" y="914400"/>
              <a:chExt cx="536574" cy="420688"/>
            </a:xfrm>
            <a:solidFill>
              <a:srgbClr val="0070C0"/>
            </a:solidFill>
          </p:grpSpPr>
          <p:sp>
            <p:nvSpPr>
              <p:cNvPr id="218" name="Freeform 69"/>
              <p:cNvSpPr/>
              <p:nvPr/>
            </p:nvSpPr>
            <p:spPr bwMode="auto">
              <a:xfrm>
                <a:off x="6003925" y="1077913"/>
                <a:ext cx="152400" cy="87313"/>
              </a:xfrm>
              <a:custGeom>
                <a:avLst/>
                <a:gdLst>
                  <a:gd name="T0" fmla="*/ 308 w 351"/>
                  <a:gd name="T1" fmla="*/ 73 h 202"/>
                  <a:gd name="T2" fmla="*/ 308 w 351"/>
                  <a:gd name="T3" fmla="*/ 73 h 202"/>
                  <a:gd name="T4" fmla="*/ 202 w 351"/>
                  <a:gd name="T5" fmla="*/ 131 h 202"/>
                  <a:gd name="T6" fmla="*/ 202 w 351"/>
                  <a:gd name="T7" fmla="*/ 53 h 202"/>
                  <a:gd name="T8" fmla="*/ 258 w 351"/>
                  <a:gd name="T9" fmla="*/ 53 h 202"/>
                  <a:gd name="T10" fmla="*/ 258 w 351"/>
                  <a:gd name="T11" fmla="*/ 0 h 202"/>
                  <a:gd name="T12" fmla="*/ 176 w 351"/>
                  <a:gd name="T13" fmla="*/ 0 h 202"/>
                  <a:gd name="T14" fmla="*/ 149 w 351"/>
                  <a:gd name="T15" fmla="*/ 26 h 202"/>
                  <a:gd name="T16" fmla="*/ 149 w 351"/>
                  <a:gd name="T17" fmla="*/ 131 h 202"/>
                  <a:gd name="T18" fmla="*/ 44 w 351"/>
                  <a:gd name="T19" fmla="*/ 73 h 202"/>
                  <a:gd name="T20" fmla="*/ 7 w 351"/>
                  <a:gd name="T21" fmla="*/ 84 h 202"/>
                  <a:gd name="T22" fmla="*/ 18 w 351"/>
                  <a:gd name="T23" fmla="*/ 120 h 202"/>
                  <a:gd name="T24" fmla="*/ 163 w 351"/>
                  <a:gd name="T25" fmla="*/ 199 h 202"/>
                  <a:gd name="T26" fmla="*/ 164 w 351"/>
                  <a:gd name="T27" fmla="*/ 199 h 202"/>
                  <a:gd name="T28" fmla="*/ 168 w 351"/>
                  <a:gd name="T29" fmla="*/ 201 h 202"/>
                  <a:gd name="T30" fmla="*/ 169 w 351"/>
                  <a:gd name="T31" fmla="*/ 201 h 202"/>
                  <a:gd name="T32" fmla="*/ 170 w 351"/>
                  <a:gd name="T33" fmla="*/ 201 h 202"/>
                  <a:gd name="T34" fmla="*/ 176 w 351"/>
                  <a:gd name="T35" fmla="*/ 202 h 202"/>
                  <a:gd name="T36" fmla="*/ 176 w 351"/>
                  <a:gd name="T37" fmla="*/ 202 h 202"/>
                  <a:gd name="T38" fmla="*/ 176 w 351"/>
                  <a:gd name="T39" fmla="*/ 202 h 202"/>
                  <a:gd name="T40" fmla="*/ 176 w 351"/>
                  <a:gd name="T41" fmla="*/ 202 h 202"/>
                  <a:gd name="T42" fmla="*/ 182 w 351"/>
                  <a:gd name="T43" fmla="*/ 201 h 202"/>
                  <a:gd name="T44" fmla="*/ 182 w 351"/>
                  <a:gd name="T45" fmla="*/ 201 h 202"/>
                  <a:gd name="T46" fmla="*/ 184 w 351"/>
                  <a:gd name="T47" fmla="*/ 201 h 202"/>
                  <a:gd name="T48" fmla="*/ 188 w 351"/>
                  <a:gd name="T49" fmla="*/ 199 h 202"/>
                  <a:gd name="T50" fmla="*/ 188 w 351"/>
                  <a:gd name="T51" fmla="*/ 199 h 202"/>
                  <a:gd name="T52" fmla="*/ 333 w 351"/>
                  <a:gd name="T53" fmla="*/ 120 h 202"/>
                  <a:gd name="T54" fmla="*/ 344 w 351"/>
                  <a:gd name="T55" fmla="*/ 84 h 202"/>
                  <a:gd name="T56" fmla="*/ 308 w 351"/>
                  <a:gd name="T57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1" h="202">
                    <a:moveTo>
                      <a:pt x="308" y="73"/>
                    </a:moveTo>
                    <a:lnTo>
                      <a:pt x="308" y="73"/>
                    </a:lnTo>
                    <a:lnTo>
                      <a:pt x="202" y="131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6" y="0"/>
                    </a:lnTo>
                    <a:cubicBezTo>
                      <a:pt x="161" y="0"/>
                      <a:pt x="149" y="12"/>
                      <a:pt x="149" y="26"/>
                    </a:cubicBezTo>
                    <a:lnTo>
                      <a:pt x="149" y="131"/>
                    </a:lnTo>
                    <a:lnTo>
                      <a:pt x="44" y="73"/>
                    </a:lnTo>
                    <a:cubicBezTo>
                      <a:pt x="31" y="66"/>
                      <a:pt x="14" y="71"/>
                      <a:pt x="7" y="84"/>
                    </a:cubicBezTo>
                    <a:cubicBezTo>
                      <a:pt x="0" y="97"/>
                      <a:pt x="5" y="113"/>
                      <a:pt x="18" y="120"/>
                    </a:cubicBezTo>
                    <a:lnTo>
                      <a:pt x="163" y="199"/>
                    </a:lnTo>
                    <a:cubicBezTo>
                      <a:pt x="163" y="199"/>
                      <a:pt x="164" y="199"/>
                      <a:pt x="164" y="199"/>
                    </a:cubicBezTo>
                    <a:cubicBezTo>
                      <a:pt x="165" y="200"/>
                      <a:pt x="166" y="200"/>
                      <a:pt x="168" y="201"/>
                    </a:cubicBezTo>
                    <a:cubicBezTo>
                      <a:pt x="168" y="201"/>
                      <a:pt x="168" y="201"/>
                      <a:pt x="169" y="201"/>
                    </a:cubicBezTo>
                    <a:cubicBezTo>
                      <a:pt x="169" y="201"/>
                      <a:pt x="169" y="201"/>
                      <a:pt x="170" y="201"/>
                    </a:cubicBezTo>
                    <a:cubicBezTo>
                      <a:pt x="172" y="202"/>
                      <a:pt x="174" y="202"/>
                      <a:pt x="176" y="202"/>
                    </a:cubicBezTo>
                    <a:cubicBezTo>
                      <a:pt x="176" y="202"/>
                      <a:pt x="176" y="202"/>
                      <a:pt x="176" y="202"/>
                    </a:cubicBezTo>
                    <a:lnTo>
                      <a:pt x="176" y="202"/>
                    </a:lnTo>
                    <a:lnTo>
                      <a:pt x="176" y="202"/>
                    </a:lnTo>
                    <a:cubicBezTo>
                      <a:pt x="178" y="202"/>
                      <a:pt x="180" y="202"/>
                      <a:pt x="182" y="201"/>
                    </a:cubicBezTo>
                    <a:cubicBezTo>
                      <a:pt x="182" y="201"/>
                      <a:pt x="182" y="201"/>
                      <a:pt x="182" y="201"/>
                    </a:cubicBezTo>
                    <a:cubicBezTo>
                      <a:pt x="183" y="201"/>
                      <a:pt x="183" y="201"/>
                      <a:pt x="184" y="201"/>
                    </a:cubicBezTo>
                    <a:cubicBezTo>
                      <a:pt x="185" y="200"/>
                      <a:pt x="186" y="200"/>
                      <a:pt x="188" y="199"/>
                    </a:cubicBezTo>
                    <a:cubicBezTo>
                      <a:pt x="188" y="199"/>
                      <a:pt x="188" y="199"/>
                      <a:pt x="188" y="199"/>
                    </a:cubicBezTo>
                    <a:lnTo>
                      <a:pt x="333" y="120"/>
                    </a:lnTo>
                    <a:cubicBezTo>
                      <a:pt x="346" y="113"/>
                      <a:pt x="351" y="97"/>
                      <a:pt x="344" y="84"/>
                    </a:cubicBezTo>
                    <a:cubicBezTo>
                      <a:pt x="337" y="71"/>
                      <a:pt x="321" y="66"/>
                      <a:pt x="308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19" name="Freeform 70"/>
              <p:cNvSpPr/>
              <p:nvPr/>
            </p:nvSpPr>
            <p:spPr bwMode="auto">
              <a:xfrm>
                <a:off x="6003925" y="957263"/>
                <a:ext cx="152400" cy="85725"/>
              </a:xfrm>
              <a:custGeom>
                <a:avLst/>
                <a:gdLst>
                  <a:gd name="T0" fmla="*/ 30 w 350"/>
                  <a:gd name="T1" fmla="*/ 132 h 200"/>
                  <a:gd name="T2" fmla="*/ 30 w 350"/>
                  <a:gd name="T3" fmla="*/ 132 h 200"/>
                  <a:gd name="T4" fmla="*/ 43 w 350"/>
                  <a:gd name="T5" fmla="*/ 129 h 200"/>
                  <a:gd name="T6" fmla="*/ 148 w 350"/>
                  <a:gd name="T7" fmla="*/ 71 h 200"/>
                  <a:gd name="T8" fmla="*/ 148 w 350"/>
                  <a:gd name="T9" fmla="*/ 146 h 200"/>
                  <a:gd name="T10" fmla="*/ 92 w 350"/>
                  <a:gd name="T11" fmla="*/ 146 h 200"/>
                  <a:gd name="T12" fmla="*/ 92 w 350"/>
                  <a:gd name="T13" fmla="*/ 200 h 200"/>
                  <a:gd name="T14" fmla="*/ 175 w 350"/>
                  <a:gd name="T15" fmla="*/ 200 h 200"/>
                  <a:gd name="T16" fmla="*/ 202 w 350"/>
                  <a:gd name="T17" fmla="*/ 173 h 200"/>
                  <a:gd name="T18" fmla="*/ 202 w 350"/>
                  <a:gd name="T19" fmla="*/ 71 h 200"/>
                  <a:gd name="T20" fmla="*/ 307 w 350"/>
                  <a:gd name="T21" fmla="*/ 129 h 200"/>
                  <a:gd name="T22" fmla="*/ 320 w 350"/>
                  <a:gd name="T23" fmla="*/ 132 h 200"/>
                  <a:gd name="T24" fmla="*/ 343 w 350"/>
                  <a:gd name="T25" fmla="*/ 118 h 200"/>
                  <a:gd name="T26" fmla="*/ 333 w 350"/>
                  <a:gd name="T27" fmla="*/ 82 h 200"/>
                  <a:gd name="T28" fmla="*/ 188 w 350"/>
                  <a:gd name="T29" fmla="*/ 3 h 200"/>
                  <a:gd name="T30" fmla="*/ 187 w 350"/>
                  <a:gd name="T31" fmla="*/ 3 h 200"/>
                  <a:gd name="T32" fmla="*/ 186 w 350"/>
                  <a:gd name="T33" fmla="*/ 2 h 200"/>
                  <a:gd name="T34" fmla="*/ 184 w 350"/>
                  <a:gd name="T35" fmla="*/ 1 h 200"/>
                  <a:gd name="T36" fmla="*/ 183 w 350"/>
                  <a:gd name="T37" fmla="*/ 1 h 200"/>
                  <a:gd name="T38" fmla="*/ 181 w 350"/>
                  <a:gd name="T39" fmla="*/ 0 h 200"/>
                  <a:gd name="T40" fmla="*/ 179 w 350"/>
                  <a:gd name="T41" fmla="*/ 0 h 200"/>
                  <a:gd name="T42" fmla="*/ 177 w 350"/>
                  <a:gd name="T43" fmla="*/ 0 h 200"/>
                  <a:gd name="T44" fmla="*/ 176 w 350"/>
                  <a:gd name="T45" fmla="*/ 0 h 200"/>
                  <a:gd name="T46" fmla="*/ 175 w 350"/>
                  <a:gd name="T47" fmla="*/ 0 h 200"/>
                  <a:gd name="T48" fmla="*/ 174 w 350"/>
                  <a:gd name="T49" fmla="*/ 0 h 200"/>
                  <a:gd name="T50" fmla="*/ 172 w 350"/>
                  <a:gd name="T51" fmla="*/ 0 h 200"/>
                  <a:gd name="T52" fmla="*/ 171 w 350"/>
                  <a:gd name="T53" fmla="*/ 0 h 200"/>
                  <a:gd name="T54" fmla="*/ 168 w 350"/>
                  <a:gd name="T55" fmla="*/ 0 h 200"/>
                  <a:gd name="T56" fmla="*/ 167 w 350"/>
                  <a:gd name="T57" fmla="*/ 1 h 200"/>
                  <a:gd name="T58" fmla="*/ 166 w 350"/>
                  <a:gd name="T59" fmla="*/ 1 h 200"/>
                  <a:gd name="T60" fmla="*/ 164 w 350"/>
                  <a:gd name="T61" fmla="*/ 2 h 200"/>
                  <a:gd name="T62" fmla="*/ 162 w 350"/>
                  <a:gd name="T63" fmla="*/ 3 h 200"/>
                  <a:gd name="T64" fmla="*/ 162 w 350"/>
                  <a:gd name="T65" fmla="*/ 3 h 200"/>
                  <a:gd name="T66" fmla="*/ 17 w 350"/>
                  <a:gd name="T67" fmla="*/ 82 h 200"/>
                  <a:gd name="T68" fmla="*/ 7 w 350"/>
                  <a:gd name="T69" fmla="*/ 118 h 200"/>
                  <a:gd name="T70" fmla="*/ 30 w 350"/>
                  <a:gd name="T71" fmla="*/ 13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0" h="200">
                    <a:moveTo>
                      <a:pt x="30" y="132"/>
                    </a:moveTo>
                    <a:lnTo>
                      <a:pt x="30" y="132"/>
                    </a:lnTo>
                    <a:cubicBezTo>
                      <a:pt x="34" y="132"/>
                      <a:pt x="39" y="131"/>
                      <a:pt x="43" y="129"/>
                    </a:cubicBezTo>
                    <a:lnTo>
                      <a:pt x="148" y="71"/>
                    </a:lnTo>
                    <a:lnTo>
                      <a:pt x="148" y="146"/>
                    </a:lnTo>
                    <a:lnTo>
                      <a:pt x="92" y="146"/>
                    </a:lnTo>
                    <a:lnTo>
                      <a:pt x="92" y="200"/>
                    </a:lnTo>
                    <a:lnTo>
                      <a:pt x="175" y="200"/>
                    </a:lnTo>
                    <a:cubicBezTo>
                      <a:pt x="190" y="200"/>
                      <a:pt x="202" y="188"/>
                      <a:pt x="202" y="173"/>
                    </a:cubicBezTo>
                    <a:lnTo>
                      <a:pt x="202" y="71"/>
                    </a:lnTo>
                    <a:lnTo>
                      <a:pt x="307" y="129"/>
                    </a:lnTo>
                    <a:cubicBezTo>
                      <a:pt x="311" y="131"/>
                      <a:pt x="315" y="132"/>
                      <a:pt x="320" y="132"/>
                    </a:cubicBezTo>
                    <a:cubicBezTo>
                      <a:pt x="329" y="132"/>
                      <a:pt x="338" y="127"/>
                      <a:pt x="343" y="118"/>
                    </a:cubicBezTo>
                    <a:cubicBezTo>
                      <a:pt x="350" y="105"/>
                      <a:pt x="346" y="89"/>
                      <a:pt x="333" y="82"/>
                    </a:cubicBezTo>
                    <a:lnTo>
                      <a:pt x="188" y="3"/>
                    </a:lnTo>
                    <a:cubicBezTo>
                      <a:pt x="188" y="3"/>
                      <a:pt x="188" y="3"/>
                      <a:pt x="187" y="3"/>
                    </a:cubicBezTo>
                    <a:cubicBezTo>
                      <a:pt x="187" y="3"/>
                      <a:pt x="187" y="2"/>
                      <a:pt x="186" y="2"/>
                    </a:cubicBezTo>
                    <a:cubicBezTo>
                      <a:pt x="185" y="2"/>
                      <a:pt x="185" y="2"/>
                      <a:pt x="184" y="1"/>
                    </a:cubicBezTo>
                    <a:cubicBezTo>
                      <a:pt x="183" y="1"/>
                      <a:pt x="183" y="1"/>
                      <a:pt x="183" y="1"/>
                    </a:cubicBezTo>
                    <a:cubicBezTo>
                      <a:pt x="182" y="1"/>
                      <a:pt x="182" y="1"/>
                      <a:pt x="181" y="0"/>
                    </a:cubicBezTo>
                    <a:cubicBezTo>
                      <a:pt x="181" y="0"/>
                      <a:pt x="180" y="0"/>
                      <a:pt x="179" y="0"/>
                    </a:cubicBezTo>
                    <a:cubicBezTo>
                      <a:pt x="178" y="0"/>
                      <a:pt x="178" y="0"/>
                      <a:pt x="177" y="0"/>
                    </a:cubicBezTo>
                    <a:cubicBezTo>
                      <a:pt x="177" y="0"/>
                      <a:pt x="177" y="0"/>
                      <a:pt x="176" y="0"/>
                    </a:cubicBezTo>
                    <a:cubicBezTo>
                      <a:pt x="176" y="0"/>
                      <a:pt x="175" y="0"/>
                      <a:pt x="175" y="0"/>
                    </a:cubicBezTo>
                    <a:cubicBezTo>
                      <a:pt x="175" y="0"/>
                      <a:pt x="174" y="0"/>
                      <a:pt x="174" y="0"/>
                    </a:cubicBezTo>
                    <a:cubicBezTo>
                      <a:pt x="173" y="0"/>
                      <a:pt x="173" y="0"/>
                      <a:pt x="172" y="0"/>
                    </a:cubicBezTo>
                    <a:cubicBezTo>
                      <a:pt x="172" y="0"/>
                      <a:pt x="171" y="0"/>
                      <a:pt x="171" y="0"/>
                    </a:cubicBezTo>
                    <a:cubicBezTo>
                      <a:pt x="170" y="0"/>
                      <a:pt x="169" y="0"/>
                      <a:pt x="168" y="0"/>
                    </a:cubicBezTo>
                    <a:cubicBezTo>
                      <a:pt x="168" y="1"/>
                      <a:pt x="168" y="1"/>
                      <a:pt x="167" y="1"/>
                    </a:cubicBezTo>
                    <a:cubicBezTo>
                      <a:pt x="167" y="1"/>
                      <a:pt x="166" y="1"/>
                      <a:pt x="166" y="1"/>
                    </a:cubicBezTo>
                    <a:cubicBezTo>
                      <a:pt x="165" y="2"/>
                      <a:pt x="164" y="2"/>
                      <a:pt x="164" y="2"/>
                    </a:cubicBezTo>
                    <a:cubicBezTo>
                      <a:pt x="163" y="2"/>
                      <a:pt x="163" y="3"/>
                      <a:pt x="162" y="3"/>
                    </a:cubicBezTo>
                    <a:cubicBezTo>
                      <a:pt x="162" y="3"/>
                      <a:pt x="162" y="3"/>
                      <a:pt x="162" y="3"/>
                    </a:cubicBezTo>
                    <a:lnTo>
                      <a:pt x="17" y="82"/>
                    </a:lnTo>
                    <a:cubicBezTo>
                      <a:pt x="4" y="89"/>
                      <a:pt x="0" y="105"/>
                      <a:pt x="7" y="118"/>
                    </a:cubicBezTo>
                    <a:cubicBezTo>
                      <a:pt x="11" y="127"/>
                      <a:pt x="21" y="132"/>
                      <a:pt x="30" y="132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20" name="Freeform 71"/>
              <p:cNvSpPr/>
              <p:nvPr/>
            </p:nvSpPr>
            <p:spPr bwMode="auto">
              <a:xfrm>
                <a:off x="5899150" y="1014413"/>
                <a:ext cx="139700" cy="92075"/>
              </a:xfrm>
              <a:custGeom>
                <a:avLst/>
                <a:gdLst>
                  <a:gd name="T0" fmla="*/ 183 w 324"/>
                  <a:gd name="T1" fmla="*/ 167 h 217"/>
                  <a:gd name="T2" fmla="*/ 183 w 324"/>
                  <a:gd name="T3" fmla="*/ 167 h 217"/>
                  <a:gd name="T4" fmla="*/ 129 w 324"/>
                  <a:gd name="T5" fmla="*/ 137 h 217"/>
                  <a:gd name="T6" fmla="*/ 270 w 324"/>
                  <a:gd name="T7" fmla="*/ 137 h 217"/>
                  <a:gd name="T8" fmla="*/ 270 w 324"/>
                  <a:gd name="T9" fmla="*/ 176 h 217"/>
                  <a:gd name="T10" fmla="*/ 324 w 324"/>
                  <a:gd name="T11" fmla="*/ 176 h 217"/>
                  <a:gd name="T12" fmla="*/ 324 w 324"/>
                  <a:gd name="T13" fmla="*/ 110 h 217"/>
                  <a:gd name="T14" fmla="*/ 297 w 324"/>
                  <a:gd name="T15" fmla="*/ 84 h 217"/>
                  <a:gd name="T16" fmla="*/ 129 w 324"/>
                  <a:gd name="T17" fmla="*/ 84 h 217"/>
                  <a:gd name="T18" fmla="*/ 183 w 324"/>
                  <a:gd name="T19" fmla="*/ 54 h 217"/>
                  <a:gd name="T20" fmla="*/ 193 w 324"/>
                  <a:gd name="T21" fmla="*/ 18 h 217"/>
                  <a:gd name="T22" fmla="*/ 157 w 324"/>
                  <a:gd name="T23" fmla="*/ 7 h 217"/>
                  <a:gd name="T24" fmla="*/ 13 w 324"/>
                  <a:gd name="T25" fmla="*/ 87 h 217"/>
                  <a:gd name="T26" fmla="*/ 13 w 324"/>
                  <a:gd name="T27" fmla="*/ 88 h 217"/>
                  <a:gd name="T28" fmla="*/ 11 w 324"/>
                  <a:gd name="T29" fmla="*/ 89 h 217"/>
                  <a:gd name="T30" fmla="*/ 9 w 324"/>
                  <a:gd name="T31" fmla="*/ 90 h 217"/>
                  <a:gd name="T32" fmla="*/ 8 w 324"/>
                  <a:gd name="T33" fmla="*/ 91 h 217"/>
                  <a:gd name="T34" fmla="*/ 7 w 324"/>
                  <a:gd name="T35" fmla="*/ 92 h 217"/>
                  <a:gd name="T36" fmla="*/ 6 w 324"/>
                  <a:gd name="T37" fmla="*/ 93 h 217"/>
                  <a:gd name="T38" fmla="*/ 5 w 324"/>
                  <a:gd name="T39" fmla="*/ 95 h 217"/>
                  <a:gd name="T40" fmla="*/ 4 w 324"/>
                  <a:gd name="T41" fmla="*/ 96 h 217"/>
                  <a:gd name="T42" fmla="*/ 3 w 324"/>
                  <a:gd name="T43" fmla="*/ 97 h 217"/>
                  <a:gd name="T44" fmla="*/ 3 w 324"/>
                  <a:gd name="T45" fmla="*/ 98 h 217"/>
                  <a:gd name="T46" fmla="*/ 2 w 324"/>
                  <a:gd name="T47" fmla="*/ 99 h 217"/>
                  <a:gd name="T48" fmla="*/ 1 w 324"/>
                  <a:gd name="T49" fmla="*/ 101 h 217"/>
                  <a:gd name="T50" fmla="*/ 1 w 324"/>
                  <a:gd name="T51" fmla="*/ 103 h 217"/>
                  <a:gd name="T52" fmla="*/ 1 w 324"/>
                  <a:gd name="T53" fmla="*/ 104 h 217"/>
                  <a:gd name="T54" fmla="*/ 0 w 324"/>
                  <a:gd name="T55" fmla="*/ 106 h 217"/>
                  <a:gd name="T56" fmla="*/ 0 w 324"/>
                  <a:gd name="T57" fmla="*/ 108 h 217"/>
                  <a:gd name="T58" fmla="*/ 0 w 324"/>
                  <a:gd name="T59" fmla="*/ 109 h 217"/>
                  <a:gd name="T60" fmla="*/ 0 w 324"/>
                  <a:gd name="T61" fmla="*/ 110 h 217"/>
                  <a:gd name="T62" fmla="*/ 0 w 324"/>
                  <a:gd name="T63" fmla="*/ 111 h 217"/>
                  <a:gd name="T64" fmla="*/ 0 w 324"/>
                  <a:gd name="T65" fmla="*/ 113 h 217"/>
                  <a:gd name="T66" fmla="*/ 0 w 324"/>
                  <a:gd name="T67" fmla="*/ 115 h 217"/>
                  <a:gd name="T68" fmla="*/ 1 w 324"/>
                  <a:gd name="T69" fmla="*/ 117 h 217"/>
                  <a:gd name="T70" fmla="*/ 1 w 324"/>
                  <a:gd name="T71" fmla="*/ 118 h 217"/>
                  <a:gd name="T72" fmla="*/ 1 w 324"/>
                  <a:gd name="T73" fmla="*/ 119 h 217"/>
                  <a:gd name="T74" fmla="*/ 2 w 324"/>
                  <a:gd name="T75" fmla="*/ 122 h 217"/>
                  <a:gd name="T76" fmla="*/ 3 w 324"/>
                  <a:gd name="T77" fmla="*/ 123 h 217"/>
                  <a:gd name="T78" fmla="*/ 3 w 324"/>
                  <a:gd name="T79" fmla="*/ 123 h 217"/>
                  <a:gd name="T80" fmla="*/ 4 w 324"/>
                  <a:gd name="T81" fmla="*/ 124 h 217"/>
                  <a:gd name="T82" fmla="*/ 5 w 324"/>
                  <a:gd name="T83" fmla="*/ 126 h 217"/>
                  <a:gd name="T84" fmla="*/ 7 w 324"/>
                  <a:gd name="T85" fmla="*/ 128 h 217"/>
                  <a:gd name="T86" fmla="*/ 7 w 324"/>
                  <a:gd name="T87" fmla="*/ 129 h 217"/>
                  <a:gd name="T88" fmla="*/ 8 w 324"/>
                  <a:gd name="T89" fmla="*/ 129 h 217"/>
                  <a:gd name="T90" fmla="*/ 8 w 324"/>
                  <a:gd name="T91" fmla="*/ 130 h 217"/>
                  <a:gd name="T92" fmla="*/ 10 w 324"/>
                  <a:gd name="T93" fmla="*/ 131 h 217"/>
                  <a:gd name="T94" fmla="*/ 12 w 324"/>
                  <a:gd name="T95" fmla="*/ 133 h 217"/>
                  <a:gd name="T96" fmla="*/ 13 w 324"/>
                  <a:gd name="T97" fmla="*/ 134 h 217"/>
                  <a:gd name="T98" fmla="*/ 13 w 324"/>
                  <a:gd name="T99" fmla="*/ 134 h 217"/>
                  <a:gd name="T100" fmla="*/ 157 w 324"/>
                  <a:gd name="T101" fmla="*/ 213 h 217"/>
                  <a:gd name="T102" fmla="*/ 170 w 324"/>
                  <a:gd name="T103" fmla="*/ 217 h 217"/>
                  <a:gd name="T104" fmla="*/ 193 w 324"/>
                  <a:gd name="T105" fmla="*/ 203 h 217"/>
                  <a:gd name="T106" fmla="*/ 183 w 324"/>
                  <a:gd name="T107" fmla="*/ 16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83" y="167"/>
                    </a:moveTo>
                    <a:lnTo>
                      <a:pt x="183" y="167"/>
                    </a:lnTo>
                    <a:lnTo>
                      <a:pt x="129" y="137"/>
                    </a:lnTo>
                    <a:lnTo>
                      <a:pt x="270" y="137"/>
                    </a:lnTo>
                    <a:lnTo>
                      <a:pt x="270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0" y="30"/>
                      <a:pt x="193" y="18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3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1" y="88"/>
                      <a:pt x="11" y="89"/>
                    </a:cubicBezTo>
                    <a:cubicBezTo>
                      <a:pt x="10" y="89"/>
                      <a:pt x="10" y="89"/>
                      <a:pt x="9" y="90"/>
                    </a:cubicBezTo>
                    <a:cubicBezTo>
                      <a:pt x="9" y="90"/>
                      <a:pt x="9" y="91"/>
                      <a:pt x="8" y="91"/>
                    </a:cubicBezTo>
                    <a:cubicBezTo>
                      <a:pt x="8" y="91"/>
                      <a:pt x="7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5" y="94"/>
                      <a:pt x="5" y="94"/>
                      <a:pt x="5" y="95"/>
                    </a:cubicBezTo>
                    <a:cubicBezTo>
                      <a:pt x="4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2" y="99"/>
                      <a:pt x="2" y="99"/>
                    </a:cubicBezTo>
                    <a:cubicBezTo>
                      <a:pt x="2" y="100"/>
                      <a:pt x="2" y="101"/>
                      <a:pt x="1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4"/>
                      <a:pt x="1" y="104"/>
                    </a:cubicBezTo>
                    <a:cubicBezTo>
                      <a:pt x="0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5"/>
                    </a:cubicBezTo>
                    <a:cubicBezTo>
                      <a:pt x="0" y="115"/>
                      <a:pt x="0" y="116"/>
                      <a:pt x="1" y="117"/>
                    </a:cubicBezTo>
                    <a:cubicBezTo>
                      <a:pt x="1" y="117"/>
                      <a:pt x="1" y="118"/>
                      <a:pt x="1" y="118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2" y="120"/>
                      <a:pt x="2" y="121"/>
                      <a:pt x="2" y="122"/>
                    </a:cubicBezTo>
                    <a:cubicBezTo>
                      <a:pt x="2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4"/>
                      <a:pt x="3" y="124"/>
                      <a:pt x="4" y="124"/>
                    </a:cubicBezTo>
                    <a:cubicBezTo>
                      <a:pt x="4" y="125"/>
                      <a:pt x="4" y="125"/>
                      <a:pt x="5" y="126"/>
                    </a:cubicBezTo>
                    <a:cubicBezTo>
                      <a:pt x="5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7" y="129"/>
                    </a:cubicBezTo>
                    <a:cubicBezTo>
                      <a:pt x="7" y="129"/>
                      <a:pt x="7" y="129"/>
                      <a:pt x="8" y="129"/>
                    </a:cubicBezTo>
                    <a:cubicBezTo>
                      <a:pt x="8" y="129"/>
                      <a:pt x="8" y="130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3"/>
                      <a:pt x="12" y="133"/>
                    </a:cubicBezTo>
                    <a:cubicBezTo>
                      <a:pt x="13" y="133"/>
                      <a:pt x="13" y="133"/>
                      <a:pt x="13" y="134"/>
                    </a:cubicBezTo>
                    <a:cubicBezTo>
                      <a:pt x="13" y="134"/>
                      <a:pt x="13" y="134"/>
                      <a:pt x="13" y="134"/>
                    </a:cubicBezTo>
                    <a:lnTo>
                      <a:pt x="157" y="213"/>
                    </a:lnTo>
                    <a:cubicBezTo>
                      <a:pt x="161" y="216"/>
                      <a:pt x="165" y="217"/>
                      <a:pt x="170" y="217"/>
                    </a:cubicBezTo>
                    <a:cubicBezTo>
                      <a:pt x="179" y="217"/>
                      <a:pt x="188" y="212"/>
                      <a:pt x="193" y="203"/>
                    </a:cubicBezTo>
                    <a:cubicBezTo>
                      <a:pt x="200" y="190"/>
                      <a:pt x="196" y="174"/>
                      <a:pt x="183" y="16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21" name="Freeform 72"/>
              <p:cNvSpPr/>
              <p:nvPr/>
            </p:nvSpPr>
            <p:spPr bwMode="auto">
              <a:xfrm>
                <a:off x="6121400" y="1012825"/>
                <a:ext cx="139700" cy="93663"/>
              </a:xfrm>
              <a:custGeom>
                <a:avLst/>
                <a:gdLst>
                  <a:gd name="T0" fmla="*/ 324 w 324"/>
                  <a:gd name="T1" fmla="*/ 109 h 217"/>
                  <a:gd name="T2" fmla="*/ 324 w 324"/>
                  <a:gd name="T3" fmla="*/ 109 h 217"/>
                  <a:gd name="T4" fmla="*/ 324 w 324"/>
                  <a:gd name="T5" fmla="*/ 108 h 217"/>
                  <a:gd name="T6" fmla="*/ 324 w 324"/>
                  <a:gd name="T7" fmla="*/ 106 h 217"/>
                  <a:gd name="T8" fmla="*/ 323 w 324"/>
                  <a:gd name="T9" fmla="*/ 104 h 217"/>
                  <a:gd name="T10" fmla="*/ 323 w 324"/>
                  <a:gd name="T11" fmla="*/ 103 h 217"/>
                  <a:gd name="T12" fmla="*/ 322 w 324"/>
                  <a:gd name="T13" fmla="*/ 101 h 217"/>
                  <a:gd name="T14" fmla="*/ 321 w 324"/>
                  <a:gd name="T15" fmla="*/ 99 h 217"/>
                  <a:gd name="T16" fmla="*/ 321 w 324"/>
                  <a:gd name="T17" fmla="*/ 98 h 217"/>
                  <a:gd name="T18" fmla="*/ 321 w 324"/>
                  <a:gd name="T19" fmla="*/ 97 h 217"/>
                  <a:gd name="T20" fmla="*/ 320 w 324"/>
                  <a:gd name="T21" fmla="*/ 97 h 217"/>
                  <a:gd name="T22" fmla="*/ 319 w 324"/>
                  <a:gd name="T23" fmla="*/ 95 h 217"/>
                  <a:gd name="T24" fmla="*/ 318 w 324"/>
                  <a:gd name="T25" fmla="*/ 94 h 217"/>
                  <a:gd name="T26" fmla="*/ 317 w 324"/>
                  <a:gd name="T27" fmla="*/ 92 h 217"/>
                  <a:gd name="T28" fmla="*/ 315 w 324"/>
                  <a:gd name="T29" fmla="*/ 91 h 217"/>
                  <a:gd name="T30" fmla="*/ 314 w 324"/>
                  <a:gd name="T31" fmla="*/ 90 h 217"/>
                  <a:gd name="T32" fmla="*/ 313 w 324"/>
                  <a:gd name="T33" fmla="*/ 89 h 217"/>
                  <a:gd name="T34" fmla="*/ 311 w 324"/>
                  <a:gd name="T35" fmla="*/ 88 h 217"/>
                  <a:gd name="T36" fmla="*/ 310 w 324"/>
                  <a:gd name="T37" fmla="*/ 87 h 217"/>
                  <a:gd name="T38" fmla="*/ 167 w 324"/>
                  <a:gd name="T39" fmla="*/ 7 h 217"/>
                  <a:gd name="T40" fmla="*/ 130 w 324"/>
                  <a:gd name="T41" fmla="*/ 18 h 217"/>
                  <a:gd name="T42" fmla="*/ 141 w 324"/>
                  <a:gd name="T43" fmla="*/ 54 h 217"/>
                  <a:gd name="T44" fmla="*/ 194 w 324"/>
                  <a:gd name="T45" fmla="*/ 84 h 217"/>
                  <a:gd name="T46" fmla="*/ 53 w 324"/>
                  <a:gd name="T47" fmla="*/ 84 h 217"/>
                  <a:gd name="T48" fmla="*/ 53 w 324"/>
                  <a:gd name="T49" fmla="*/ 43 h 217"/>
                  <a:gd name="T50" fmla="*/ 0 w 324"/>
                  <a:gd name="T51" fmla="*/ 43 h 217"/>
                  <a:gd name="T52" fmla="*/ 0 w 324"/>
                  <a:gd name="T53" fmla="*/ 110 h 217"/>
                  <a:gd name="T54" fmla="*/ 27 w 324"/>
                  <a:gd name="T55" fmla="*/ 137 h 217"/>
                  <a:gd name="T56" fmla="*/ 194 w 324"/>
                  <a:gd name="T57" fmla="*/ 137 h 217"/>
                  <a:gd name="T58" fmla="*/ 141 w 324"/>
                  <a:gd name="T59" fmla="*/ 167 h 217"/>
                  <a:gd name="T60" fmla="*/ 130 w 324"/>
                  <a:gd name="T61" fmla="*/ 203 h 217"/>
                  <a:gd name="T62" fmla="*/ 154 w 324"/>
                  <a:gd name="T63" fmla="*/ 217 h 217"/>
                  <a:gd name="T64" fmla="*/ 167 w 324"/>
                  <a:gd name="T65" fmla="*/ 214 h 217"/>
                  <a:gd name="T66" fmla="*/ 310 w 324"/>
                  <a:gd name="T67" fmla="*/ 134 h 217"/>
                  <a:gd name="T68" fmla="*/ 310 w 324"/>
                  <a:gd name="T69" fmla="*/ 134 h 217"/>
                  <a:gd name="T70" fmla="*/ 311 w 324"/>
                  <a:gd name="T71" fmla="*/ 133 h 217"/>
                  <a:gd name="T72" fmla="*/ 313 w 324"/>
                  <a:gd name="T73" fmla="*/ 132 h 217"/>
                  <a:gd name="T74" fmla="*/ 315 w 324"/>
                  <a:gd name="T75" fmla="*/ 130 h 217"/>
                  <a:gd name="T76" fmla="*/ 316 w 324"/>
                  <a:gd name="T77" fmla="*/ 129 h 217"/>
                  <a:gd name="T78" fmla="*/ 316 w 324"/>
                  <a:gd name="T79" fmla="*/ 129 h 217"/>
                  <a:gd name="T80" fmla="*/ 317 w 324"/>
                  <a:gd name="T81" fmla="*/ 128 h 217"/>
                  <a:gd name="T82" fmla="*/ 319 w 324"/>
                  <a:gd name="T83" fmla="*/ 126 h 217"/>
                  <a:gd name="T84" fmla="*/ 320 w 324"/>
                  <a:gd name="T85" fmla="*/ 124 h 217"/>
                  <a:gd name="T86" fmla="*/ 321 w 324"/>
                  <a:gd name="T87" fmla="*/ 123 h 217"/>
                  <a:gd name="T88" fmla="*/ 321 w 324"/>
                  <a:gd name="T89" fmla="*/ 123 h 217"/>
                  <a:gd name="T90" fmla="*/ 321 w 324"/>
                  <a:gd name="T91" fmla="*/ 122 h 217"/>
                  <a:gd name="T92" fmla="*/ 322 w 324"/>
                  <a:gd name="T93" fmla="*/ 120 h 217"/>
                  <a:gd name="T94" fmla="*/ 323 w 324"/>
                  <a:gd name="T95" fmla="*/ 118 h 217"/>
                  <a:gd name="T96" fmla="*/ 323 w 324"/>
                  <a:gd name="T97" fmla="*/ 117 h 217"/>
                  <a:gd name="T98" fmla="*/ 324 w 324"/>
                  <a:gd name="T99" fmla="*/ 115 h 217"/>
                  <a:gd name="T100" fmla="*/ 324 w 324"/>
                  <a:gd name="T101" fmla="*/ 113 h 217"/>
                  <a:gd name="T102" fmla="*/ 324 w 324"/>
                  <a:gd name="T103" fmla="*/ 111 h 217"/>
                  <a:gd name="T104" fmla="*/ 324 w 324"/>
                  <a:gd name="T105" fmla="*/ 110 h 217"/>
                  <a:gd name="T106" fmla="*/ 324 w 324"/>
                  <a:gd name="T107" fmla="*/ 109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324" y="109"/>
                    </a:moveTo>
                    <a:lnTo>
                      <a:pt x="324" y="109"/>
                    </a:ln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3" y="106"/>
                      <a:pt x="323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2" y="102"/>
                      <a:pt x="322" y="101"/>
                    </a:cubicBezTo>
                    <a:cubicBezTo>
                      <a:pt x="322" y="101"/>
                      <a:pt x="322" y="100"/>
                      <a:pt x="321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8"/>
                      <a:pt x="321" y="97"/>
                    </a:cubicBezTo>
                    <a:cubicBezTo>
                      <a:pt x="320" y="97"/>
                      <a:pt x="320" y="97"/>
                      <a:pt x="320" y="97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4"/>
                    </a:cubicBezTo>
                    <a:cubicBezTo>
                      <a:pt x="317" y="93"/>
                      <a:pt x="317" y="93"/>
                      <a:pt x="317" y="92"/>
                    </a:cubicBezTo>
                    <a:cubicBezTo>
                      <a:pt x="316" y="92"/>
                      <a:pt x="316" y="91"/>
                      <a:pt x="315" y="91"/>
                    </a:cubicBezTo>
                    <a:cubicBezTo>
                      <a:pt x="315" y="91"/>
                      <a:pt x="315" y="90"/>
                      <a:pt x="314" y="90"/>
                    </a:cubicBezTo>
                    <a:cubicBezTo>
                      <a:pt x="314" y="90"/>
                      <a:pt x="313" y="89"/>
                      <a:pt x="313" y="89"/>
                    </a:cubicBezTo>
                    <a:cubicBezTo>
                      <a:pt x="312" y="89"/>
                      <a:pt x="312" y="88"/>
                      <a:pt x="311" y="88"/>
                    </a:cubicBezTo>
                    <a:cubicBezTo>
                      <a:pt x="311" y="88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0" y="18"/>
                    </a:cubicBezTo>
                    <a:cubicBezTo>
                      <a:pt x="123" y="31"/>
                      <a:pt x="128" y="47"/>
                      <a:pt x="141" y="54"/>
                    </a:cubicBezTo>
                    <a:lnTo>
                      <a:pt x="194" y="84"/>
                    </a:lnTo>
                    <a:lnTo>
                      <a:pt x="53" y="84"/>
                    </a:lnTo>
                    <a:lnTo>
                      <a:pt x="53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4" y="137"/>
                    </a:lnTo>
                    <a:lnTo>
                      <a:pt x="141" y="167"/>
                    </a:lnTo>
                    <a:cubicBezTo>
                      <a:pt x="128" y="174"/>
                      <a:pt x="123" y="190"/>
                      <a:pt x="130" y="203"/>
                    </a:cubicBezTo>
                    <a:cubicBezTo>
                      <a:pt x="135" y="212"/>
                      <a:pt x="144" y="217"/>
                      <a:pt x="154" y="217"/>
                    </a:cubicBezTo>
                    <a:cubicBezTo>
                      <a:pt x="158" y="217"/>
                      <a:pt x="163" y="216"/>
                      <a:pt x="167" y="214"/>
                    </a:cubicBezTo>
                    <a:lnTo>
                      <a:pt x="310" y="134"/>
                    </a:lnTo>
                    <a:cubicBezTo>
                      <a:pt x="310" y="134"/>
                      <a:pt x="310" y="134"/>
                      <a:pt x="310" y="134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3" y="132"/>
                    </a:cubicBezTo>
                    <a:cubicBezTo>
                      <a:pt x="314" y="131"/>
                      <a:pt x="315" y="130"/>
                      <a:pt x="315" y="130"/>
                    </a:cubicBezTo>
                    <a:cubicBezTo>
                      <a:pt x="316" y="130"/>
                      <a:pt x="316" y="130"/>
                      <a:pt x="316" y="129"/>
                    </a:cubicBezTo>
                    <a:cubicBezTo>
                      <a:pt x="316" y="129"/>
                      <a:pt x="316" y="129"/>
                      <a:pt x="316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8" y="127"/>
                      <a:pt x="319" y="126"/>
                    </a:cubicBezTo>
                    <a:cubicBezTo>
                      <a:pt x="319" y="125"/>
                      <a:pt x="320" y="125"/>
                      <a:pt x="320" y="124"/>
                    </a:cubicBezTo>
                    <a:cubicBezTo>
                      <a:pt x="320" y="124"/>
                      <a:pt x="320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3"/>
                      <a:pt x="321" y="122"/>
                      <a:pt x="321" y="122"/>
                    </a:cubicBezTo>
                    <a:cubicBezTo>
                      <a:pt x="322" y="121"/>
                      <a:pt x="322" y="120"/>
                      <a:pt x="322" y="120"/>
                    </a:cubicBezTo>
                    <a:cubicBezTo>
                      <a:pt x="322" y="119"/>
                      <a:pt x="323" y="119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3" y="116"/>
                      <a:pt x="323" y="115"/>
                      <a:pt x="324" y="115"/>
                    </a:cubicBezTo>
                    <a:cubicBezTo>
                      <a:pt x="324" y="114"/>
                      <a:pt x="324" y="114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  <p:sp>
            <p:nvSpPr>
              <p:cNvPr id="222" name="Freeform 73"/>
              <p:cNvSpPr>
                <a:spLocks noEditPoints="1"/>
              </p:cNvSpPr>
              <p:nvPr/>
            </p:nvSpPr>
            <p:spPr bwMode="auto">
              <a:xfrm>
                <a:off x="5811837" y="914400"/>
                <a:ext cx="536574" cy="420688"/>
              </a:xfrm>
              <a:custGeom>
                <a:avLst/>
                <a:gdLst>
                  <a:gd name="T0" fmla="*/ 620 w 1240"/>
                  <a:gd name="T1" fmla="*/ 622 h 977"/>
                  <a:gd name="T2" fmla="*/ 620 w 1240"/>
                  <a:gd name="T3" fmla="*/ 622 h 977"/>
                  <a:gd name="T4" fmla="*/ 66 w 1240"/>
                  <a:gd name="T5" fmla="*/ 344 h 977"/>
                  <a:gd name="T6" fmla="*/ 620 w 1240"/>
                  <a:gd name="T7" fmla="*/ 65 h 977"/>
                  <a:gd name="T8" fmla="*/ 1173 w 1240"/>
                  <a:gd name="T9" fmla="*/ 344 h 977"/>
                  <a:gd name="T10" fmla="*/ 620 w 1240"/>
                  <a:gd name="T11" fmla="*/ 622 h 977"/>
                  <a:gd name="T12" fmla="*/ 1240 w 1240"/>
                  <a:gd name="T13" fmla="*/ 594 h 977"/>
                  <a:gd name="T14" fmla="*/ 1240 w 1240"/>
                  <a:gd name="T15" fmla="*/ 594 h 977"/>
                  <a:gd name="T16" fmla="*/ 1240 w 1240"/>
                  <a:gd name="T17" fmla="*/ 364 h 977"/>
                  <a:gd name="T18" fmla="*/ 1240 w 1240"/>
                  <a:gd name="T19" fmla="*/ 358 h 977"/>
                  <a:gd name="T20" fmla="*/ 1240 w 1240"/>
                  <a:gd name="T21" fmla="*/ 344 h 977"/>
                  <a:gd name="T22" fmla="*/ 620 w 1240"/>
                  <a:gd name="T23" fmla="*/ 0 h 977"/>
                  <a:gd name="T24" fmla="*/ 0 w 1240"/>
                  <a:gd name="T25" fmla="*/ 344 h 977"/>
                  <a:gd name="T26" fmla="*/ 0 w 1240"/>
                  <a:gd name="T27" fmla="*/ 358 h 977"/>
                  <a:gd name="T28" fmla="*/ 0 w 1240"/>
                  <a:gd name="T29" fmla="*/ 364 h 977"/>
                  <a:gd name="T30" fmla="*/ 0 w 1240"/>
                  <a:gd name="T31" fmla="*/ 594 h 977"/>
                  <a:gd name="T32" fmla="*/ 442 w 1240"/>
                  <a:gd name="T33" fmla="*/ 925 h 977"/>
                  <a:gd name="T34" fmla="*/ 509 w 1240"/>
                  <a:gd name="T35" fmla="*/ 977 h 977"/>
                  <a:gd name="T36" fmla="*/ 579 w 1240"/>
                  <a:gd name="T37" fmla="*/ 908 h 977"/>
                  <a:gd name="T38" fmla="*/ 509 w 1240"/>
                  <a:gd name="T39" fmla="*/ 839 h 977"/>
                  <a:gd name="T40" fmla="*/ 459 w 1240"/>
                  <a:gd name="T41" fmla="*/ 860 h 977"/>
                  <a:gd name="T42" fmla="*/ 66 w 1240"/>
                  <a:gd name="T43" fmla="*/ 594 h 977"/>
                  <a:gd name="T44" fmla="*/ 66 w 1240"/>
                  <a:gd name="T45" fmla="*/ 502 h 977"/>
                  <a:gd name="T46" fmla="*/ 620 w 1240"/>
                  <a:gd name="T47" fmla="*/ 689 h 977"/>
                  <a:gd name="T48" fmla="*/ 1173 w 1240"/>
                  <a:gd name="T49" fmla="*/ 502 h 977"/>
                  <a:gd name="T50" fmla="*/ 1173 w 1240"/>
                  <a:gd name="T51" fmla="*/ 594 h 977"/>
                  <a:gd name="T52" fmla="*/ 773 w 1240"/>
                  <a:gd name="T53" fmla="*/ 861 h 977"/>
                  <a:gd name="T54" fmla="*/ 722 w 1240"/>
                  <a:gd name="T55" fmla="*/ 839 h 977"/>
                  <a:gd name="T56" fmla="*/ 653 w 1240"/>
                  <a:gd name="T57" fmla="*/ 908 h 977"/>
                  <a:gd name="T58" fmla="*/ 722 w 1240"/>
                  <a:gd name="T59" fmla="*/ 977 h 977"/>
                  <a:gd name="T60" fmla="*/ 789 w 1240"/>
                  <a:gd name="T61" fmla="*/ 926 h 977"/>
                  <a:gd name="T62" fmla="*/ 1240 w 1240"/>
                  <a:gd name="T63" fmla="*/ 59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40" h="977">
                    <a:moveTo>
                      <a:pt x="620" y="622"/>
                    </a:moveTo>
                    <a:lnTo>
                      <a:pt x="620" y="622"/>
                    </a:lnTo>
                    <a:cubicBezTo>
                      <a:pt x="320" y="622"/>
                      <a:pt x="66" y="495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5"/>
                      <a:pt x="920" y="622"/>
                      <a:pt x="620" y="622"/>
                    </a:cubicBezTo>
                    <a:close/>
                    <a:moveTo>
                      <a:pt x="1240" y="594"/>
                    </a:moveTo>
                    <a:lnTo>
                      <a:pt x="1240" y="594"/>
                    </a:lnTo>
                    <a:lnTo>
                      <a:pt x="1240" y="364"/>
                    </a:lnTo>
                    <a:cubicBezTo>
                      <a:pt x="1240" y="362"/>
                      <a:pt x="1240" y="360"/>
                      <a:pt x="1240" y="358"/>
                    </a:cubicBezTo>
                    <a:cubicBezTo>
                      <a:pt x="1240" y="353"/>
                      <a:pt x="1240" y="348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3"/>
                      <a:pt x="0" y="358"/>
                    </a:cubicBezTo>
                    <a:cubicBezTo>
                      <a:pt x="0" y="360"/>
                      <a:pt x="0" y="362"/>
                      <a:pt x="0" y="364"/>
                    </a:cubicBezTo>
                    <a:lnTo>
                      <a:pt x="0" y="594"/>
                    </a:lnTo>
                    <a:cubicBezTo>
                      <a:pt x="0" y="749"/>
                      <a:pt x="182" y="882"/>
                      <a:pt x="442" y="925"/>
                    </a:cubicBezTo>
                    <a:cubicBezTo>
                      <a:pt x="450" y="955"/>
                      <a:pt x="477" y="977"/>
                      <a:pt x="509" y="977"/>
                    </a:cubicBezTo>
                    <a:cubicBezTo>
                      <a:pt x="548" y="977"/>
                      <a:pt x="579" y="946"/>
                      <a:pt x="579" y="908"/>
                    </a:cubicBezTo>
                    <a:cubicBezTo>
                      <a:pt x="579" y="870"/>
                      <a:pt x="548" y="839"/>
                      <a:pt x="509" y="839"/>
                    </a:cubicBezTo>
                    <a:cubicBezTo>
                      <a:pt x="490" y="839"/>
                      <a:pt x="472" y="847"/>
                      <a:pt x="459" y="860"/>
                    </a:cubicBezTo>
                    <a:cubicBezTo>
                      <a:pt x="231" y="824"/>
                      <a:pt x="66" y="715"/>
                      <a:pt x="66" y="594"/>
                    </a:cubicBezTo>
                    <a:lnTo>
                      <a:pt x="66" y="502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2"/>
                    </a:cubicBezTo>
                    <a:lnTo>
                      <a:pt x="1173" y="594"/>
                    </a:lnTo>
                    <a:cubicBezTo>
                      <a:pt x="1173" y="717"/>
                      <a:pt x="1005" y="827"/>
                      <a:pt x="773" y="861"/>
                    </a:cubicBezTo>
                    <a:cubicBezTo>
                      <a:pt x="761" y="847"/>
                      <a:pt x="743" y="839"/>
                      <a:pt x="722" y="839"/>
                    </a:cubicBezTo>
                    <a:cubicBezTo>
                      <a:pt x="684" y="839"/>
                      <a:pt x="653" y="870"/>
                      <a:pt x="653" y="908"/>
                    </a:cubicBezTo>
                    <a:cubicBezTo>
                      <a:pt x="653" y="946"/>
                      <a:pt x="684" y="977"/>
                      <a:pt x="722" y="977"/>
                    </a:cubicBezTo>
                    <a:cubicBezTo>
                      <a:pt x="754" y="977"/>
                      <a:pt x="781" y="956"/>
                      <a:pt x="789" y="926"/>
                    </a:cubicBezTo>
                    <a:cubicBezTo>
                      <a:pt x="1054" y="885"/>
                      <a:pt x="1240" y="751"/>
                      <a:pt x="1240" y="59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marL="0" marR="0" lvl="0" indent="0" defTabSz="65468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7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charset="-122"/>
                  <a:cs typeface="+mn-ea"/>
                  <a:sym typeface="Arial" panose="020B0604020202090204" pitchFamily="34" charset="0"/>
                </a:endParaRPr>
              </a:p>
            </p:txBody>
          </p:sp>
        </p:grpSp>
      </p:grpSp>
      <p:sp>
        <p:nvSpPr>
          <p:cNvPr id="226" name="文本框 225"/>
          <p:cNvSpPr txBox="1"/>
          <p:nvPr/>
        </p:nvSpPr>
        <p:spPr>
          <a:xfrm>
            <a:off x="219075" y="2775214"/>
            <a:ext cx="62001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600" b="1" dirty="0">
                <a:latin typeface="阿里巴巴普惠体"/>
                <a:ea typeface="微软雅黑"/>
                <a:sym typeface="阿里巴巴普惠体"/>
              </a:rPr>
              <a:t>运营商智能体广域网，实现跨端云异构智能体协同</a:t>
            </a:r>
            <a:endParaRPr lang="zh-CN" altLang="en-US" sz="1600" b="1" dirty="0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302054" y="5818187"/>
            <a:ext cx="6079901" cy="5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 b="1" dirty="0"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广东电信</a:t>
            </a:r>
            <a:r>
              <a:rPr lang="zh-CN" altLang="en-US" sz="1050" b="1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现网验证：</a:t>
            </a:r>
            <a:r>
              <a:rPr lang="en-US" altLang="zh-CN" sz="105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 3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个智能体网关，</a:t>
            </a:r>
            <a:r>
              <a:rPr lang="en-US" altLang="zh-CN" sz="105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3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个异构智能体</a:t>
            </a:r>
            <a:r>
              <a:rPr lang="zh-CN" altLang="en-US" sz="1050" b="1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个人智能体（</a:t>
            </a:r>
            <a:r>
              <a:rPr lang="en-US" altLang="zh-CN" sz="1050" b="1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mini</a:t>
            </a:r>
            <a:r>
              <a:rPr lang="zh-CN" altLang="en-US" sz="1050" b="1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主机）、守护智能体（云端）、康养智能体（云端）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，跨广域的自协同</a:t>
            </a:r>
            <a:r>
              <a:rPr lang="zh-CN" altLang="en-US" sz="1050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，实现居家养老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跌倒突发事件</a:t>
            </a:r>
            <a:r>
              <a:rPr lang="zh-CN" altLang="en-US" sz="1050" dirty="0">
                <a:solidFill>
                  <a:prstClr val="black"/>
                </a:solidFill>
                <a:latin typeface="微软雅黑" panose="020B0502040204020203" charset="-122"/>
                <a:ea typeface="微软雅黑" panose="020B0502040204020203" charset="-122"/>
                <a:sym typeface="Arial" panose="020B0604020202090204" pitchFamily="34" charset="0"/>
              </a:rPr>
              <a:t>检测、研判与处置闭环</a:t>
            </a:r>
            <a:endParaRPr lang="en-US" altLang="zh-CN" sz="1050" dirty="0">
              <a:solidFill>
                <a:prstClr val="black"/>
              </a:solidFill>
              <a:latin typeface="微软雅黑" panose="020B0502040204020203" charset="-122"/>
              <a:ea typeface="微软雅黑" panose="020B0502040204020203" charset="-122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45605" y="2630805"/>
            <a:ext cx="5057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基于家庭场景，</a:t>
            </a:r>
            <a:r>
              <a:rPr lang="zh-CN" altLang="en-US" sz="1400" b="1" dirty="0">
                <a:solidFill>
                  <a:schemeClr val="accent2"/>
                </a:solidFill>
                <a:latin typeface="微软雅黑" panose="020B0502040204020203" charset="-122"/>
                <a:ea typeface="微软雅黑" panose="020B0502040204020203" charset="-122"/>
              </a:rPr>
              <a:t>本次试商用还完成了语义寻址、可信入网安全、跨生态协同新模式、个性化创新范式的验证</a:t>
            </a:r>
            <a:endParaRPr lang="zh-CN" altLang="en-US" sz="1400" b="1" dirty="0">
              <a:solidFill>
                <a:schemeClr val="accent2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" name="圆角矩形 28"/>
          <p:cNvSpPr/>
          <p:nvPr/>
        </p:nvSpPr>
        <p:spPr>
          <a:xfrm>
            <a:off x="6599555" y="3602232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语义寻址准确率</a:t>
            </a:r>
            <a:r>
              <a:rPr lang="en-US" altLang="zh-CN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&gt;95%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" name="圆角矩形 28"/>
          <p:cNvSpPr/>
          <p:nvPr/>
        </p:nvSpPr>
        <p:spPr>
          <a:xfrm>
            <a:off x="9464040" y="3602232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语义</a:t>
            </a: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寻址时延</a:t>
            </a:r>
            <a:r>
              <a:rPr lang="en-US" altLang="zh-CN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&lt;30ms</a:t>
            </a:r>
            <a:endParaRPr lang="en-US" altLang="zh-CN" sz="14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7086600" y="4678045"/>
            <a:ext cx="1699260" cy="0"/>
          </a:xfrm>
          <a:prstGeom prst="straightConnector1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174865" y="4402455"/>
            <a:ext cx="395605" cy="2755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027035" y="4141470"/>
            <a:ext cx="395605" cy="555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086600" y="4333875"/>
            <a:ext cx="687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</a:rPr>
              <a:t>~40%</a:t>
            </a:r>
            <a:endParaRPr lang="en-US" altLang="zh-CN" sz="12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67345" y="4213860"/>
            <a:ext cx="687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~95%</a:t>
            </a:r>
            <a:endParaRPr lang="en-US" altLang="zh-CN" sz="1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环形箭头 80"/>
          <p:cNvSpPr/>
          <p:nvPr/>
        </p:nvSpPr>
        <p:spPr>
          <a:xfrm rot="20160000">
            <a:off x="7514590" y="4239260"/>
            <a:ext cx="457200" cy="36703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464511"/>
              <a:gd name="adj5" fmla="val 125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9963150" y="4664075"/>
            <a:ext cx="1699260" cy="0"/>
          </a:xfrm>
          <a:prstGeom prst="straightConnector1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0051415" y="3975735"/>
            <a:ext cx="395605" cy="688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0903585" y="4402455"/>
            <a:ext cx="395605" cy="280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环形箭头 87"/>
          <p:cNvSpPr/>
          <p:nvPr/>
        </p:nvSpPr>
        <p:spPr>
          <a:xfrm rot="1920000">
            <a:off x="10383520" y="4086225"/>
            <a:ext cx="457200" cy="367030"/>
          </a:xfrm>
          <a:prstGeom prst="circularArrow">
            <a:avLst>
              <a:gd name="adj1" fmla="val 12500"/>
              <a:gd name="adj2" fmla="val 1563547"/>
              <a:gd name="adj3" fmla="val 20457681"/>
              <a:gd name="adj4" fmla="val 13569943"/>
              <a:gd name="adj5" fmla="val 125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55325" y="4411980"/>
            <a:ext cx="582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25ms</a:t>
            </a:r>
            <a:endParaRPr lang="en-US" altLang="zh-CN" sz="1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001250" y="3992880"/>
            <a:ext cx="582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秒级</a:t>
            </a:r>
            <a:endParaRPr lang="zh-CN" altLang="en-US" sz="1200" dirty="0">
              <a:latin typeface="微软雅黑" panose="020B0502040204020203" charset="-122"/>
              <a:ea typeface="微软雅黑" panose="020B0502040204020203" charset="-122"/>
              <a:cs typeface="Times New Roman" panose="0202050305040509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29120" y="473519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67955" y="473519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786620" y="4697095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73715" y="4692650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2" name="圆角矩形 28"/>
          <p:cNvSpPr/>
          <p:nvPr/>
        </p:nvSpPr>
        <p:spPr>
          <a:xfrm>
            <a:off x="6607359" y="5109098"/>
            <a:ext cx="2657742" cy="174685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2040204020203" charset="-122"/>
                <a:ea typeface="微软雅黑" panose="020B0502040204020203" charset="-122"/>
                <a:sym typeface="+mn-ea"/>
              </a:rPr>
              <a:t>入网认证、安全防护</a:t>
            </a:r>
            <a:endParaRPr lang="en-US" altLang="zh-CN" sz="14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sp>
        <p:nvSpPr>
          <p:cNvPr id="57" name="圆角矩形 28"/>
          <p:cNvSpPr/>
          <p:nvPr/>
        </p:nvSpPr>
        <p:spPr>
          <a:xfrm>
            <a:off x="9789109" y="5099698"/>
            <a:ext cx="2014271" cy="188329"/>
          </a:xfrm>
          <a:prstGeom prst="roundRect">
            <a:avLst>
              <a:gd name="adj" fmla="val 6881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62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跨生态</a:t>
            </a:r>
            <a:r>
              <a:rPr lang="en-US" altLang="zh-CN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0</a:t>
            </a: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sym typeface="+mn-ea"/>
              </a:rPr>
              <a:t>集成，自协同</a:t>
            </a:r>
            <a:endParaRPr lang="en-US" altLang="zh-CN" sz="14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sym typeface="+mn-ea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10042153" y="6162040"/>
            <a:ext cx="1699260" cy="0"/>
          </a:xfrm>
          <a:prstGeom prst="straightConnector1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0130418" y="5473700"/>
            <a:ext cx="395605" cy="688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10982588" y="6002444"/>
            <a:ext cx="395605" cy="160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环形箭头 87"/>
          <p:cNvSpPr/>
          <p:nvPr/>
        </p:nvSpPr>
        <p:spPr>
          <a:xfrm rot="1180823">
            <a:off x="10434565" y="5647660"/>
            <a:ext cx="525238" cy="367030"/>
          </a:xfrm>
          <a:prstGeom prst="circularArrow">
            <a:avLst>
              <a:gd name="adj1" fmla="val 12500"/>
              <a:gd name="adj2" fmla="val 1563547"/>
              <a:gd name="adj3" fmla="val 20457681"/>
              <a:gd name="adj4" fmla="val 13569943"/>
              <a:gd name="adj5" fmla="val 125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938381" y="5596408"/>
            <a:ext cx="6197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8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dirty="0"/>
              <a:t>接入既可互联协同</a:t>
            </a:r>
            <a:endParaRPr lang="en-US" altLang="zh-CN" dirty="0"/>
          </a:p>
        </p:txBody>
      </p:sp>
      <p:sp>
        <p:nvSpPr>
          <p:cNvPr id="64" name="文本框 63"/>
          <p:cNvSpPr txBox="1"/>
          <p:nvPr/>
        </p:nvSpPr>
        <p:spPr>
          <a:xfrm>
            <a:off x="9844649" y="6177906"/>
            <a:ext cx="1053428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en-US" altLang="zh-CN" sz="10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789660" y="6179591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0038345" y="5690889"/>
            <a:ext cx="6403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平均</a:t>
            </a:r>
            <a:r>
              <a:rPr lang="en-US" altLang="zh-CN" sz="8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500</a:t>
            </a:r>
            <a:r>
              <a:rPr lang="zh-CN" altLang="en-US" sz="8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人月，</a:t>
            </a:r>
            <a:r>
              <a:rPr lang="en-US" altLang="zh-CN" sz="8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&gt;100W¥</a:t>
            </a:r>
            <a:endParaRPr lang="zh-CN" altLang="en-US" sz="800" dirty="0">
              <a:latin typeface="微软雅黑" panose="020B0502040204020203" charset="-122"/>
              <a:ea typeface="微软雅黑" panose="020B0502040204020203" charset="-122"/>
              <a:cs typeface="Times New Roman" panose="0202050305040509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920283" y="5970262"/>
            <a:ext cx="854569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0</a:t>
            </a:r>
            <a:r>
              <a:rPr lang="zh-CN" altLang="en-US" sz="700" dirty="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rPr>
              <a:t>集成开发</a:t>
            </a:r>
            <a:endParaRPr lang="zh-CN" altLang="en-US" sz="700" dirty="0">
              <a:latin typeface="微软雅黑" panose="020B0502040204020203" charset="-122"/>
              <a:ea typeface="微软雅黑" panose="020B0502040204020203" charset="-122"/>
              <a:cs typeface="Times New Roman" panose="0202050305040509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198522" y="5554384"/>
            <a:ext cx="716915" cy="555625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8156725" y="5511318"/>
            <a:ext cx="887095" cy="59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统一身份认证，防</a:t>
            </a:r>
            <a:r>
              <a:rPr lang="en-US" altLang="zh-CN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Prompt</a:t>
            </a:r>
            <a:r>
              <a:rPr lang="zh-CN" altLang="en-US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注入</a:t>
            </a:r>
            <a:r>
              <a:rPr lang="zh-CN" alt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攻击</a:t>
            </a:r>
            <a:endParaRPr lang="zh-CN" altLang="en-US" sz="9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129307" y="6114454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本方案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865022" y="6114454"/>
            <a:ext cx="8870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latin typeface="微软雅黑" panose="020B0502040204020203" charset="-122"/>
                <a:ea typeface="微软雅黑" panose="020B0502040204020203" charset="-122"/>
              </a:rPr>
              <a:t>传统</a:t>
            </a:r>
            <a:endParaRPr lang="zh-CN" altLang="en-US" sz="100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035202" y="5558829"/>
            <a:ext cx="716915" cy="555625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6975512" y="5579784"/>
            <a:ext cx="77660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无身份、无安全防护</a:t>
            </a:r>
            <a:endParaRPr lang="zh-CN" altLang="en-US" sz="9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752117" y="5648999"/>
            <a:ext cx="476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VS</a:t>
            </a:r>
            <a:endParaRPr lang="en-US" altLang="zh-CN" sz="1400" b="1" i="1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078348" y="5423572"/>
            <a:ext cx="58229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800">
                <a:latin typeface="微软雅黑" panose="020B0502040204020203" charset="-122"/>
                <a:ea typeface="微软雅黑" panose="020B0502040204020203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开发集成平台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3.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 以实践为基础，布局智能体网络标准体系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400165" y="2060859"/>
            <a:ext cx="5132705" cy="4447256"/>
          </a:xfrm>
          <a:prstGeom prst="roundRect">
            <a:avLst>
              <a:gd name="adj" fmla="val 7086"/>
            </a:avLst>
          </a:prstGeom>
          <a:noFill/>
          <a:ln w="12700" cap="flat" cmpd="sng" algn="ctr">
            <a:gradFill>
              <a:gsLst>
                <a:gs pos="0">
                  <a:srgbClr val="B2B2B2"/>
                </a:gs>
                <a:gs pos="100000">
                  <a:srgbClr val="B2B2B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64515" y="907415"/>
            <a:ext cx="1077087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统筹推进智能体网络的国际国内标准化研究与布局，构建覆盖国际国内的一体化标准体系</a:t>
            </a:r>
            <a:endParaRPr kumimoji="0" lang="zh-CN" altLang="en-US" sz="2000" b="1" i="0" u="none" strike="noStrike" kern="1200" cap="none" spc="0" normalizeH="0" baseline="0" noProof="0" dirty="0">
              <a:ln w="6350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4515" y="2042160"/>
            <a:ext cx="5132705" cy="4540885"/>
          </a:xfrm>
          <a:prstGeom prst="roundRect">
            <a:avLst>
              <a:gd name="adj" fmla="val 7086"/>
            </a:avLst>
          </a:prstGeom>
          <a:noFill/>
          <a:ln w="12700" cap="flat" cmpd="sng" algn="ctr">
            <a:gradFill>
              <a:gsLst>
                <a:gs pos="0">
                  <a:srgbClr val="B2B2B2"/>
                </a:gs>
                <a:gs pos="100000">
                  <a:srgbClr val="B2B2B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381000" dist="38100" dir="16200000" rotWithShape="0">
              <a:srgbClr val="A6B3C6">
                <a:alpha val="10000"/>
              </a:srgbClr>
            </a:outerShdw>
          </a:effectLst>
        </p:spPr>
        <p:txBody>
          <a:bodyPr rtlCol="0" anchor="ctr">
            <a:no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900">
                <a:latin typeface="微软雅黑" panose="020B0502040204020203" charset="-122"/>
                <a:ea typeface="微软雅黑" panose="020B0502040204020203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64515" y="1498410"/>
            <a:ext cx="5132705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国际标准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400165" y="1496588"/>
            <a:ext cx="5132705" cy="47053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国内标准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503151" y="2153814"/>
            <a:ext cx="4926732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布局智能体网络标准簇，围绕场景需求、关键技术、基础共识三大维度，推进智能体场景需求、标识、互联、管控及术语定义等系列标准研究，构建体系化国内标准框架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322820" y="3410234"/>
            <a:ext cx="3783965" cy="399415"/>
          </a:xfrm>
          <a:prstGeom prst="rect">
            <a:avLst/>
          </a:prstGeom>
          <a:solidFill>
            <a:srgbClr val="306CA7">
              <a:alpha val="7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智能体网络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场景及需求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研究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22820" y="3900454"/>
            <a:ext cx="852805" cy="1126490"/>
          </a:xfrm>
          <a:prstGeom prst="rect">
            <a:avLst/>
          </a:prstGeom>
          <a:solidFill>
            <a:srgbClr val="DCE6F0">
              <a:alpha val="40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302625" y="3900454"/>
            <a:ext cx="852805" cy="1126490"/>
          </a:xfrm>
          <a:prstGeom prst="rect">
            <a:avLst/>
          </a:prstGeom>
          <a:solidFill>
            <a:srgbClr val="DCE6F0">
              <a:alpha val="70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282430" y="3900454"/>
            <a:ext cx="852805" cy="1126490"/>
          </a:xfrm>
          <a:prstGeom prst="rect">
            <a:avLst/>
          </a:prstGeom>
          <a:solidFill>
            <a:srgbClr val="DCE6F0">
              <a:alpha val="77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262235" y="3900454"/>
            <a:ext cx="852805" cy="1126490"/>
          </a:xfrm>
          <a:prstGeom prst="rect">
            <a:avLst/>
          </a:prstGeom>
          <a:solidFill>
            <a:srgbClr val="DCE6F0">
              <a:alpha val="72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322820" y="5077744"/>
            <a:ext cx="3783965" cy="399415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智能体网络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术语和定义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298055" y="3946174"/>
            <a:ext cx="913765" cy="1049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智能体网络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标识技术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研究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86750" y="3919504"/>
            <a:ext cx="913765" cy="1049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智能体网络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互联设备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研究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257665" y="3919504"/>
            <a:ext cx="913765" cy="1049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智能体网络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管控技术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研究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0233660" y="3882039"/>
            <a:ext cx="913765" cy="1049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面向家庭智能体的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城域网络技术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要求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205845" y="4219224"/>
            <a:ext cx="459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...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565265" y="3384199"/>
            <a:ext cx="581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场景需求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561455" y="4240179"/>
            <a:ext cx="581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关键技术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561455" y="5103144"/>
            <a:ext cx="581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基础共识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8325" y="4591685"/>
            <a:ext cx="5132705" cy="1916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■ 基础与服务标准加速布局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SG13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已启动智能体术语与定义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Y.Terms-AIAN、AI Agent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即服务功能需求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Y.aias-reqts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等标准项目，推动智能体概念、能力边界和服务要求统一。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■通信协同与网络支撑能力持续完善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围绕智能体互联协作及网络支撑持续推进标准化研究，协同SG11开展 QSTR.ACC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智能体协作网络信令与协议研究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；SG13推进 YSTR.NGNe-AC、YSTR.CTNe 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下一代网络演进研究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，并通过 Y.2324-rev、Y.2501-rev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项目增强AI服务编排及算网资源协同能力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9130" y="4219224"/>
            <a:ext cx="4890770" cy="36830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ITU-T：智能体网络标准化加速布局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559955" y="5760974"/>
            <a:ext cx="581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底层承载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308532" y="5967379"/>
            <a:ext cx="3783965" cy="399415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多域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484C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IPv6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84CA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单栈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网络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308532" y="5535261"/>
            <a:ext cx="1136809" cy="399415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EVN6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632110" y="5535261"/>
            <a:ext cx="1136809" cy="399415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MOA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955688" y="5535261"/>
            <a:ext cx="1136809" cy="399415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4MAP6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59130" y="2172004"/>
            <a:ext cx="4890770" cy="36830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r>
              <a:rPr lang="en-US" altLang="zh-CN" dirty="0"/>
              <a:t>IETF</a:t>
            </a:r>
            <a:r>
              <a:rPr lang="zh-CN" altLang="en-US" dirty="0"/>
              <a:t>：以</a:t>
            </a:r>
            <a:r>
              <a:rPr lang="en-US" altLang="zh-CN" dirty="0"/>
              <a:t>IPv6</a:t>
            </a:r>
            <a:r>
              <a:rPr lang="zh-CN" altLang="en-US" dirty="0"/>
              <a:t>单栈为基，智能体网络为核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1837363" y="2631099"/>
            <a:ext cx="1178233" cy="506734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7848" y="2826732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智能体网关</a:t>
            </a:r>
            <a:endParaRPr kumimoji="1"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113963" y="2631099"/>
            <a:ext cx="66310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DMSC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85843" y="2631099"/>
            <a:ext cx="1178233" cy="503410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30867" y="2826732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智能体运维</a:t>
            </a:r>
            <a:endParaRPr kumimoji="1"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62443" y="2631099"/>
            <a:ext cx="8072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AIOPS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575486" y="3174504"/>
            <a:ext cx="3174314" cy="503410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624917" y="3382837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云网运维</a:t>
            </a:r>
            <a:endParaRPr kumimoji="1"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684426" y="3187310"/>
            <a:ext cx="928569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ONSEN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等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85215" y="3734484"/>
            <a:ext cx="2099475" cy="503410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218726" y="3747184"/>
            <a:ext cx="196362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V6OPS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6MAN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IDR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</a:rPr>
              <a:t>等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681141" y="3967582"/>
            <a:ext cx="8966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IPv6</a:t>
            </a: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单栈</a:t>
            </a:r>
            <a:endParaRPr kumimoji="1"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257282" y="3734484"/>
            <a:ext cx="2099475" cy="503410"/>
          </a:xfrm>
          <a:prstGeom prst="rect">
            <a:avLst/>
          </a:prstGeom>
          <a:solidFill>
            <a:srgbClr val="306CA7">
              <a:alpha val="9000"/>
            </a:srgb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866845" y="3734484"/>
            <a:ext cx="11923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INTAREA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</a:rPr>
              <a:t>等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612995" y="3967582"/>
            <a:ext cx="14300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微软雅黑" panose="020B0502040204020203" charset="-122"/>
                <a:ea typeface="微软雅黑" panose="020B0502040204020203" charset="-122"/>
              </a:rPr>
              <a:t>IPv6</a:t>
            </a:r>
            <a:r>
              <a:rPr kumimoji="1" lang="zh-CN" altLang="en-US" sz="1400" dirty="0">
                <a:latin typeface="微软雅黑" panose="020B0502040204020203" charset="-122"/>
                <a:ea typeface="微软雅黑" panose="020B0502040204020203" charset="-122"/>
              </a:rPr>
              <a:t>虚拟以太网</a:t>
            </a:r>
            <a:endParaRPr kumimoji="1" lang="zh-CN" altLang="en-US" sz="1400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idx="1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 面向智能体互联的网络服务能力升级：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(AN)²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0063" y="945906"/>
            <a:ext cx="10614835" cy="58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69925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15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(AN)²</a:t>
            </a:r>
            <a:r>
              <a:rPr kumimoji="0" lang="zh-CN" altLang="en-US" sz="21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：以智能终端互联为核心，面向海量</a:t>
            </a:r>
            <a:r>
              <a:rPr kumimoji="0" lang="zh-CN" altLang="en-US" sz="21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智能体协同需求的新型网络架构范式</a:t>
            </a:r>
            <a:endParaRPr kumimoji="0" lang="zh-CN" altLang="en-US" sz="21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12938" y="1528737"/>
            <a:ext cx="6349085" cy="446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10" b="1" i="0" u="none" strike="noStrike" kern="1200" cap="none" spc="0" normalizeH="0" baseline="0" noProof="0" dirty="0">
                <a:ln w="15875"/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A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gradFill>
                  <a:gsLst>
                    <a:gs pos="0">
                      <a:srgbClr val="4874CB">
                        <a:hueMod val="80000"/>
                      </a:srgbClr>
                    </a:gs>
                    <a:gs pos="100000">
                      <a:srgbClr val="4874CB">
                        <a:alpha val="100000"/>
                        <a:alpha val="10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I 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A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gradFill>
                  <a:gsLst>
                    <a:gs pos="0">
                      <a:srgbClr val="4874CB">
                        <a:hueMod val="80000"/>
                      </a:srgbClr>
                    </a:gs>
                    <a:gs pos="100000">
                      <a:srgbClr val="4874CB">
                        <a:alpha val="100000"/>
                        <a:alpha val="10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gent 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N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gradFill>
                  <a:gsLst>
                    <a:gs pos="0">
                      <a:srgbClr val="4874CB">
                        <a:hueMod val="80000"/>
                      </a:srgbClr>
                    </a:gs>
                    <a:gs pos="100000">
                      <a:srgbClr val="4874CB">
                        <a:alpha val="100000"/>
                        <a:alpha val="10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ative 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N</a:t>
            </a:r>
            <a:r>
              <a:rPr kumimoji="0" lang="en-US" altLang="zh-CN" sz="2310" b="1" i="0" u="none" strike="noStrike" kern="1200" cap="none" spc="0" normalizeH="0" baseline="0" noProof="0" dirty="0">
                <a:ln w="15875"/>
                <a:gradFill>
                  <a:gsLst>
                    <a:gs pos="0">
                      <a:srgbClr val="4874CB">
                        <a:hueMod val="80000"/>
                      </a:srgbClr>
                    </a:gs>
                    <a:gs pos="100000">
                      <a:srgbClr val="4874CB">
                        <a:alpha val="100000"/>
                        <a:alpha val="10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cs"/>
                <a:sym typeface="+mn-ea"/>
              </a:rPr>
              <a:t>etwork </a:t>
            </a:r>
            <a:endParaRPr kumimoji="0" lang="en-US" altLang="zh-CN" sz="2310" b="1" i="0" u="none" strike="noStrike" kern="1200" cap="none" spc="0" normalizeH="0" baseline="0" noProof="0" dirty="0">
              <a:ln w="15875"/>
              <a:gradFill>
                <a:gsLst>
                  <a:gs pos="0">
                    <a:srgbClr val="4874CB">
                      <a:hueMod val="80000"/>
                    </a:srgbClr>
                  </a:gs>
                  <a:gs pos="100000">
                    <a:srgbClr val="4874CB">
                      <a:alpha val="100000"/>
                      <a:alpha val="100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pic>
        <p:nvPicPr>
          <p:cNvPr id="5" name="图片 4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93" y="2188210"/>
            <a:ext cx="4536440" cy="40208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7380" y="6223000"/>
            <a:ext cx="41776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(AN)</a:t>
            </a:r>
            <a:r>
              <a:rPr kumimoji="0" lang="en-US" altLang="zh-CN" sz="1600" b="1" i="0" u="none" strike="noStrike" kern="1200" cap="none" spc="0" normalizeH="0" baseline="3000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2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42423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架构示意图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42423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7" name="矩形: 圆角 132"/>
          <p:cNvSpPr/>
          <p:nvPr>
            <p:custDataLst>
              <p:tags r:id="rId3"/>
            </p:custDataLst>
          </p:nvPr>
        </p:nvSpPr>
        <p:spPr>
          <a:xfrm>
            <a:off x="5213350" y="4418965"/>
            <a:ext cx="4269740" cy="1641475"/>
          </a:xfrm>
          <a:prstGeom prst="roundRect">
            <a:avLst>
              <a:gd name="adj" fmla="val 9733"/>
            </a:avLst>
          </a:prstGeom>
          <a:gradFill flip="none" rotWithShape="1">
            <a:gsLst>
              <a:gs pos="0">
                <a:schemeClr val="tx1">
                  <a:lumMod val="40000"/>
                  <a:lumOff val="60000"/>
                  <a:alpha val="30000"/>
                </a:schemeClr>
              </a:gs>
              <a:gs pos="100000">
                <a:schemeClr val="tx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13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50800" dist="25400" dir="5400000" algn="t" rotWithShape="0">
              <a:schemeClr val="bg1">
                <a:alpha val="50000"/>
              </a:schemeClr>
            </a:outerShdw>
          </a:effectLst>
        </p:spPr>
        <p:txBody>
          <a:bodyPr wrap="none" lIns="97535" tIns="48767" rIns="97535" bIns="48767" rtlCol="0" anchor="ctr">
            <a:noAutofit/>
          </a:bodyPr>
          <a:lstStyle/>
          <a:p>
            <a:pPr marL="0" marR="0" lvl="0" indent="0" algn="ctr" defTabSz="246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8" name="矩形: 圆角 132"/>
          <p:cNvSpPr/>
          <p:nvPr>
            <p:custDataLst>
              <p:tags r:id="rId4"/>
            </p:custDataLst>
          </p:nvPr>
        </p:nvSpPr>
        <p:spPr>
          <a:xfrm>
            <a:off x="5213350" y="2235835"/>
            <a:ext cx="4269740" cy="1903095"/>
          </a:xfrm>
          <a:prstGeom prst="roundRect">
            <a:avLst>
              <a:gd name="adj" fmla="val 9733"/>
            </a:avLst>
          </a:prstGeom>
          <a:gradFill flip="none" rotWithShape="1">
            <a:gsLst>
              <a:gs pos="0">
                <a:schemeClr val="tx1">
                  <a:lumMod val="40000"/>
                  <a:lumOff val="60000"/>
                  <a:alpha val="30000"/>
                </a:schemeClr>
              </a:gs>
              <a:gs pos="100000">
                <a:schemeClr val="tx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13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50800" dist="25400" dir="5400000" algn="t" rotWithShape="0">
              <a:schemeClr val="bg1">
                <a:alpha val="50000"/>
              </a:schemeClr>
            </a:outerShdw>
          </a:effectLst>
        </p:spPr>
        <p:txBody>
          <a:bodyPr wrap="none" lIns="97535" tIns="48767" rIns="97535" bIns="48767" rtlCol="0" anchor="ctr">
            <a:noAutofit/>
          </a:bodyPr>
          <a:lstStyle/>
          <a:p>
            <a:pPr marL="0" marR="0" lvl="0" indent="0" algn="ctr" defTabSz="246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+mn-cs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69890" y="2359025"/>
            <a:ext cx="3973830" cy="1657350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基础设施层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智能体组网运行的基础资源底座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互联通信层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多主体通信安全管道与组网支撑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协同调度层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任务编排与算网资源调度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意图交互层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用户意图转义与任务解析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69890" y="4525645"/>
            <a:ext cx="3853180" cy="1421765"/>
          </a:xfrm>
          <a:prstGeom prst="rect">
            <a:avLst/>
          </a:prstGeom>
          <a:ln>
            <a:noFill/>
            <a:prstDash val="dash"/>
          </a:ln>
        </p:spPr>
        <p:txBody>
          <a:bodyPr wrap="square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智能内生域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：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全网自学习、自进化的内生智能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可信内生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域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：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身份可信、行为可溯的安全保障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绿色内生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  <a:sym typeface="+mn-ea"/>
              </a:rPr>
              <a:t>域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：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整网节能降耗的可持续运行保障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045" y="1871167"/>
            <a:ext cx="1833880" cy="255097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535" y="4711065"/>
            <a:ext cx="1104900" cy="11049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zh-CN" altLang="en-US" sz="9600">
                <a:latin typeface="+mj-lt"/>
                <a:ea typeface="+mj-lt"/>
              </a:rPr>
              <a:t>Thanks!</a:t>
            </a:r>
            <a:endParaRPr lang="zh-CN" altLang="en-US" sz="9600">
              <a:latin typeface="+mj-lt"/>
              <a:ea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0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3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5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DIAGRAM_VIRTUALLY_FRAME" val="{&quot;height&quot;:191.87779527559056,&quot;left&quot;:1230.8564566929133,&quot;top&quot;:201.708031496063,&quot;width&quot;:1521.3059842519683}"/>
</p:tagLst>
</file>

<file path=ppt/tags/tag63.xml><?xml version="1.0" encoding="utf-8"?>
<p:tagLst xmlns:p="http://schemas.openxmlformats.org/presentationml/2006/main">
  <p:tag name="KSO_WM_DIAGRAM_VIRTUALLY_FRAME" val="{&quot;height&quot;:191.87779527559056,&quot;left&quot;:1230.8564566929133,&quot;top&quot;:201.708031496063,&quot;width&quot;:1521.3059842519683}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DIAGRAM_VIRTUALLY_FRAME" val="{&quot;height&quot;:426.54622047244095,&quot;left&quot;:37.75,&quot;top&quot;:89.05377952755904,&quot;width&quot;:884.55}"/>
</p:tagLst>
</file>

<file path=ppt/tags/tag67.xml><?xml version="1.0" encoding="utf-8"?>
<p:tagLst xmlns:p="http://schemas.openxmlformats.org/presentationml/2006/main">
  <p:tag name="KSO_WM_DIAGRAM_VIRTUALLY_FRAME" val="{&quot;height&quot;:426.54622047244095,&quot;left&quot;:37.75,&quot;top&quot;:89.05377952755904,&quot;width&quot;:884.55}"/>
</p:tagLst>
</file>

<file path=ppt/tags/tag68.xml><?xml version="1.0" encoding="utf-8"?>
<p:tagLst xmlns:p="http://schemas.openxmlformats.org/presentationml/2006/main">
  <p:tag name="KSO_WM_BEAUTIFY_FLAG" val=""/>
  <p:tag name="KSO_WM_DIAGRAM_VIRTUALLY_FRAME" val="{&quot;height&quot;:525.9306299212599,&quot;left&quot;:1.2,&quot;top&quot;:91.59999999999998,&quot;width&quot;:951.85}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  <p:tag name="KSO_WM_DIAGRAM_VIRTUALLY_FRAME" val="{&quot;height&quot;:525.9306299212599,&quot;left&quot;:1.2,&quot;top&quot;:91.59999999999998,&quot;width&quot;:951.85}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DIAGRAM_VIRTUALLY_FRAME" val="{&quot;height&quot;:353.2,&quot;left&quot;:24.45,&quot;top&quot;:150.9,&quot;width&quot;:917.7}"/>
</p:tagLst>
</file>

<file path=ppt/tags/tag81.xml><?xml version="1.0" encoding="utf-8"?>
<p:tagLst xmlns:p="http://schemas.openxmlformats.org/presentationml/2006/main">
  <p:tag name="KSO_WM_DIAGRAM_VIRTUALLY_FRAME" val="{&quot;height&quot;:353.2,&quot;left&quot;:24.45,&quot;top&quot;:150.9,&quot;width&quot;:917.7}"/>
</p:tagLst>
</file>

<file path=ppt/tags/tag82.xml><?xml version="1.0" encoding="utf-8"?>
<p:tagLst xmlns:p="http://schemas.openxmlformats.org/presentationml/2006/main">
  <p:tag name="KSO_WM_DIAGRAM_VIRTUALLY_FRAME" val="{&quot;height&quot;:353.2,&quot;left&quot;:24.45,&quot;top&quot;:150.9,&quot;width&quot;:917.7}"/>
</p:tagLst>
</file>

<file path=ppt/tags/tag83.xml><?xml version="1.0" encoding="utf-8"?>
<p:tagLst xmlns:p="http://schemas.openxmlformats.org/presentationml/2006/main">
  <p:tag name="KSO_WM_DIAGRAM_VIRTUALLY_FRAME" val="{&quot;height&quot;:353.2,&quot;left&quot;:24.45,&quot;top&quot;:150.9,&quot;width&quot;:917.7}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DIAGRAM_VIRTUALLY_FRAME" val="{&quot;height&quot;:353.2,&quot;left&quot;:24.45,&quot;top&quot;:150.9,&quot;width&quot;:917.7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DIAGRAM_VIRTUALLY_FRAME" val="{&quot;height&quot;:353.2,&quot;left&quot;:24.45,&quot;top&quot;:150.9,&quot;width&quot;:917.7}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DIAGRAM_VIRTUALLY_FRAME" val="{&quot;height&quot;:318.77585562266324,&quot;left&quot;:37.5,&quot;top&quot;:180.6,&quot;width&quot;:882.95}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  <p:tag name="KSO_WM_DIAGRAM_VIRTUALLY_FRAME" val="{&quot;height&quot;:525.9306299212599,&quot;left&quot;:1.2,&quot;top&quot;:91.59999999999998,&quot;width&quot;:951.85}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525.9306299212599,&quot;left&quot;:1.2,&quot;top&quot;:91.59999999999998,&quot;width&quot;:951.85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525.9306299212599,&quot;left&quot;:1.2,&quot;top&quot;:91.59999999999998,&quot;width&quot;:951.85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525.9306299212599,&quot;left&quot;:1.2,&quot;top&quot;:91.59999999999998,&quot;width&quot;:951.85}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1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4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6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DIAGRAM_VIRTUALLY_FRAME" val="{&quot;height&quot;:191.87779527559056,&quot;left&quot;:1230.8564566929133,&quot;top&quot;:201.708031496063,&quot;width&quot;:1521.3059842519683}"/>
</p:tagLst>
</file>

<file path=ppt/tags/tag112.xml><?xml version="1.0" encoding="utf-8"?>
<p:tagLst xmlns:p="http://schemas.openxmlformats.org/presentationml/2006/main">
  <p:tag name="KSO_WM_DIAGRAM_VIRTUALLY_FRAME" val="{&quot;height&quot;:191.87779527559056,&quot;left&quot;:1230.8564566929133,&quot;top&quot;:201.708031496063,&quot;width&quot;:1521.3059842519683}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  <p:tag name="KSO_WM_DIAGRAM_VIRTUALLY_FRAME" val="{&quot;height&quot;:374.8,&quot;left&quot;:19.15,&quot;top&quot;:152.2,&quot;width&quot;:932.1}"/>
</p:tagLst>
</file>

<file path=ppt/tags/tag117.xml><?xml version="1.0" encoding="utf-8"?>
<p:tagLst xmlns:p="http://schemas.openxmlformats.org/presentationml/2006/main">
  <p:tag name="KSO_WM_BEAUTIFY_FLAG" val=""/>
  <p:tag name="KSO_WM_DIAGRAM_VIRTUALLY_FRAME" val="{&quot;height&quot;:374.8,&quot;left&quot;:19.15,&quot;top&quot;:152.2,&quot;width&quot;:932.1}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DIAGRAM_VIRTUALLY_FRAME" val="{&quot;height&quot;:453.47905511811024,&quot;left&quot;:18.15,&quot;top&quot;:73.97094488188976,&quot;width&quot;:916.15}"/>
</p:tagLst>
</file>

<file path=ppt/tags/tag124.xml><?xml version="1.0" encoding="utf-8"?>
<p:tagLst xmlns:p="http://schemas.openxmlformats.org/presentationml/2006/main">
  <p:tag name="KSO_WM_DIAGRAM_VIRTUALLY_FRAME" val="{&quot;height&quot;:453.47905511811024,&quot;left&quot;:18.15,&quot;top&quot;:73.97094488188976,&quot;width&quot;:916.15}"/>
</p:tagLst>
</file>

<file path=ppt/tags/tag125.xml><?xml version="1.0" encoding="utf-8"?>
<p:tagLst xmlns:p="http://schemas.openxmlformats.org/presentationml/2006/main">
  <p:tag name="KSO_WM_BEAUTIFY_FLAG" val=""/>
  <p:tag name="TABLE_ENDDRAG_ORIGIN_RECT" val="437*62"/>
  <p:tag name="TABLE_ENDDRAG_RECT" val="31*371*437*62"/>
</p:tagLst>
</file>

<file path=ppt/tags/tag126.xml><?xml version="1.0" encoding="utf-8"?>
<p:tagLst xmlns:p="http://schemas.openxmlformats.org/presentationml/2006/main">
  <p:tag name="KSO_WM_BEAUTIFY_FLAG" val=""/>
  <p:tag name="TABLE_ENDDRAG_ORIGIN_RECT" val="425*130"/>
  <p:tag name="TABLE_ENDDRAG_RECT" val="501*338*425*130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TABLE_ENDDRAG_ORIGIN_RECT" val="429*293"/>
  <p:tag name="TABLE_ENDDRAG_RECT" val="490*218*429*293"/>
</p:tagLst>
</file>

<file path=ppt/tags/tag133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34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35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36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37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38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39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0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1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2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3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4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5.xml><?xml version="1.0" encoding="utf-8"?>
<p:tagLst xmlns:p="http://schemas.openxmlformats.org/presentationml/2006/main">
  <p:tag name="KSO_WM_DIAGRAM_VIRTUALLY_FRAME" val="{&quot;height&quot;:228.5,&quot;left&quot;:39.5,&quot;top&quot;:165.2,&quot;width&quot;:904.25}"/>
</p:tagLst>
</file>

<file path=ppt/tags/tag146.xml><?xml version="1.0" encoding="utf-8"?>
<p:tagLst xmlns:p="http://schemas.openxmlformats.org/presentationml/2006/main">
  <p:tag name="KSO_WM_DIAGRAM_VIRTUALLY_FRAME" val="{&quot;height&quot;:384.75,&quot;left&quot;:14.3,&quot;top&quot;:139.9,&quot;width&quot;:928.7}"/>
</p:tagLst>
</file>

<file path=ppt/tags/tag147.xml><?xml version="1.0" encoding="utf-8"?>
<p:tagLst xmlns:p="http://schemas.openxmlformats.org/presentationml/2006/main">
  <p:tag name="KSO_WM_DIAGRAM_VIRTUALLY_FRAME" val="{&quot;height&quot;:384.75,&quot;left&quot;:14.3,&quot;top&quot;:139.9,&quot;width&quot;:928.7}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PA" val="v4.0.0"/>
</p:tagLst>
</file>

<file path=ppt/tags/tag151.xml><?xml version="1.0" encoding="utf-8"?>
<p:tagLst xmlns:p="http://schemas.openxmlformats.org/presentationml/2006/main">
  <p:tag name="PA" val="v4.0.0"/>
</p:tagLst>
</file>

<file path=ppt/tags/tag152.xml><?xml version="1.0" encoding="utf-8"?>
<p:tagLst xmlns:p="http://schemas.openxmlformats.org/presentationml/2006/main">
  <p:tag name="TABLE_ENDDRAG_ORIGIN_RECT" val="332*71"/>
  <p:tag name="TABLE_ENDDRAG_RECT" val="343*420*332*71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TABLE_ENDDRAG_ORIGIN_RECT" val="418*94"/>
  <p:tag name="TABLE_ENDDRAG_RECT" val="414*369*418*94"/>
</p:tagLst>
</file>

<file path=ppt/tags/tag156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157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58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59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160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1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2.xml><?xml version="1.0" encoding="utf-8"?>
<p:tagLst xmlns:p="http://schemas.openxmlformats.org/presentationml/2006/main">
  <p:tag name="KSO_WM_DIAGRAM_VIRTUALLY_FRAME" val="{&quot;height&quot;:216.1,&quot;left&quot;:32.85,&quot;top&quot;:189.85,&quot;width&quot;:655.65}"/>
</p:tagLst>
</file>

<file path=ppt/tags/tag163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4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5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6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7.xml><?xml version="1.0" encoding="utf-8"?>
<p:tagLst xmlns:p="http://schemas.openxmlformats.org/presentationml/2006/main">
  <p:tag name="KSO_WM_BEAUTIFY_FLAG" val=""/>
  <p:tag name="KSO_WM_DIAGRAM_VIRTUALLY_FRAME" val="{&quot;height&quot;:216.1,&quot;left&quot;:32.85,&quot;top&quot;:189.85,&quot;width&quot;:655.65}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86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87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88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89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0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1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2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3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4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5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6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7.xml><?xml version="1.0" encoding="utf-8"?>
<p:tagLst xmlns:p="http://schemas.openxmlformats.org/presentationml/2006/main">
  <p:tag name="KSO_WM_DIAGRAM_VIRTUALLY_FRAME" val="{&quot;height&quot;:155.07503937007874,&quot;left&quot;:64.9,&quot;top&quot;:66.27496062992125,&quot;width&quot;:434.64}"/>
</p:tagLst>
</file>

<file path=ppt/tags/tag1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2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3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4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5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6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7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8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09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10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11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12.xml><?xml version="1.0" encoding="utf-8"?>
<p:tagLst xmlns:p="http://schemas.openxmlformats.org/presentationml/2006/main">
  <p:tag name="KSO_WM_DIAGRAM_VIRTUALLY_FRAME" val="{&quot;height&quot;:112.3,&quot;left&quot;:24.85,&quot;top&quot;:213.8,&quot;width&quot;:829.6}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86838,50059473],&quot;65&quot;:[20205081]}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DIAGRAM_VIRTUALLY_FRAME" val="{&quot;height&quot;:431.7,&quot;left&quot;:54.55,&quot;top&quot;:82.95,&quot;width&quot;:847.5}"/>
</p:tagLst>
</file>

<file path=ppt/tags/tag226.xml><?xml version="1.0" encoding="utf-8"?>
<p:tagLst xmlns:p="http://schemas.openxmlformats.org/presentationml/2006/main">
  <p:tag name="KSO_WM_DIAGRAM_VIRTUALLY_FRAME" val="{&quot;height&quot;:431.7,&quot;left&quot;:54.55,&quot;top&quot;:82.95,&quot;width&quot;:847.5}"/>
</p:tagLst>
</file>

<file path=ppt/tags/tag2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8.xml><?xml version="1.0" encoding="utf-8"?>
<p:tagLst xmlns:p="http://schemas.openxmlformats.org/presentationml/2006/main">
  <p:tag name="COMMONDATA" val="eyJoZGlkIjoiYzFkMzZlZGMwYWUyOWM3ZjMwYWJhNDI1OTFhYzRhMTcifQ==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10681</Words>
  <Application>WPS 文字</Application>
  <PresentationFormat>宽屏</PresentationFormat>
  <Paragraphs>1523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107" baseType="lpstr">
      <vt:lpstr>Arial</vt:lpstr>
      <vt:lpstr>宋体</vt:lpstr>
      <vt:lpstr>Wingdings</vt:lpstr>
      <vt:lpstr>思源黑体 CN</vt:lpstr>
      <vt:lpstr>汉仪中黑KW</vt:lpstr>
      <vt:lpstr>Source Han Sans SC</vt:lpstr>
      <vt:lpstr>冬青黑体简体中文</vt:lpstr>
      <vt:lpstr>微软雅黑</vt:lpstr>
      <vt:lpstr>Source Han Sans CN Bold</vt:lpstr>
      <vt:lpstr>苹方-简</vt:lpstr>
      <vt:lpstr>Arial Regular</vt:lpstr>
      <vt:lpstr>Microsoft YaHei Bold</vt:lpstr>
      <vt:lpstr>Source Han Sans CN</vt:lpstr>
      <vt:lpstr>方正雅意黑 GB18030L2</vt:lpstr>
      <vt:lpstr>Calibri</vt:lpstr>
      <vt:lpstr>Helvetica Neue</vt:lpstr>
      <vt:lpstr>汉仪书宋二KW</vt:lpstr>
      <vt:lpstr>宋体</vt:lpstr>
      <vt:lpstr>Arial Unicode MS</vt:lpstr>
      <vt:lpstr>Microsoft YaHei Bold</vt:lpstr>
      <vt:lpstr>Source Han Sans CN</vt:lpstr>
      <vt:lpstr>Source Han Sans CN Bold</vt:lpstr>
      <vt:lpstr>Source Han Sans SC</vt:lpstr>
      <vt:lpstr>思源黑体 CN</vt:lpstr>
      <vt:lpstr>Wingdings</vt:lpstr>
      <vt:lpstr>等线</vt:lpstr>
      <vt:lpstr>FZLanTingHeiS-B-GB</vt:lpstr>
      <vt:lpstr>汉仪中等线KW</vt:lpstr>
      <vt:lpstr>Thonburi</vt:lpstr>
      <vt:lpstr>Times New Roman</vt:lpstr>
      <vt:lpstr>Times New Roman Bold</vt:lpstr>
      <vt:lpstr>微软雅黑</vt:lpstr>
      <vt:lpstr>Arial</vt:lpstr>
      <vt:lpstr>Times New Roman Regular</vt:lpstr>
      <vt:lpstr>方正兰亭细黑_GBK</vt:lpstr>
      <vt:lpstr>黑体-简</vt:lpstr>
      <vt:lpstr>方正兰亭圆简体_中粗</vt:lpstr>
      <vt:lpstr>微软雅黑</vt:lpstr>
      <vt:lpstr>Cambria Math</vt:lpstr>
      <vt:lpstr>MS Mincho</vt:lpstr>
      <vt:lpstr>Huawei Sans</vt:lpstr>
      <vt:lpstr>FZLanTingHeiS-R-GB</vt:lpstr>
      <vt:lpstr>思源黑体 CN Heavy</vt:lpstr>
      <vt:lpstr>等线</vt:lpstr>
      <vt:lpstr>方正兰亭黑简体</vt:lpstr>
      <vt:lpstr>Calibri</vt:lpstr>
      <vt:lpstr>Lato</vt:lpstr>
      <vt:lpstr>Kingsoft Math</vt:lpstr>
      <vt:lpstr>微软雅黑</vt:lpstr>
      <vt:lpstr>FZLanTingHei-R-GBK</vt:lpstr>
      <vt:lpstr>阿里巴巴普惠体</vt:lpstr>
      <vt:lpstr>华文细黑</vt:lpstr>
      <vt:lpstr>quote-cjk-patch</vt:lpstr>
      <vt:lpstr>等线 Light</vt:lpstr>
      <vt:lpstr>Hiragino Sans</vt:lpstr>
      <vt:lpstr>Alibaba PuHuiTi B</vt:lpstr>
      <vt:lpstr>Noto Sans SC</vt:lpstr>
      <vt:lpstr>Akkurat Pro Light</vt:lpstr>
      <vt:lpstr>Akkurat Pro Light</vt:lpstr>
      <vt:lpstr>FZLanTingHei-R-GBK</vt:lpstr>
      <vt:lpstr>FZLanTingHeiS-B-GB</vt:lpstr>
      <vt:lpstr>Lato</vt:lpstr>
      <vt:lpstr>quote-cjk-patch</vt:lpstr>
      <vt:lpstr>华文细黑</vt:lpstr>
      <vt:lpstr>方正兰亭圆简体_中粗</vt:lpstr>
      <vt:lpstr>方正兰亭黑简体</vt:lpstr>
      <vt:lpstr>等线</vt:lpstr>
      <vt:lpstr>阿里巴巴普惠体</vt:lpstr>
      <vt:lpstr>Hiragino Sans GB W3</vt:lpstr>
      <vt:lpstr>SimSong</vt:lpstr>
      <vt:lpstr>Alibaba PuHuiTi</vt:lpstr>
      <vt:lpstr>思源黑体 CN</vt:lpstr>
      <vt:lpstr>Noto Serif SC</vt:lpstr>
      <vt:lpstr>Alibaba PuHuiTi</vt:lpstr>
      <vt:lpstr>Noto Serif SC</vt:lpstr>
      <vt:lpstr>方正兰亭细黑_GBK</vt:lpstr>
      <vt:lpstr>Helvetica Neue Regular</vt:lpstr>
      <vt:lpstr>PingFang SC Regular</vt:lpstr>
      <vt:lpstr>GOSIM-默认</vt:lpstr>
      <vt:lpstr>PowerPoint 演示文稿</vt:lpstr>
      <vt:lpstr>PowerPoint 演示文稿</vt:lpstr>
      <vt:lpstr>PowerPoint 演示文稿</vt:lpstr>
      <vt:lpstr>PowerPoint 演示文稿</vt:lpstr>
      <vt:lpstr>1.4 业务趋势2：AI应用覆盖千行百业，智能体协作或成为“终极形态”</vt:lpstr>
      <vt:lpstr> 4.2智能体应用对算力提出新要求</vt:lpstr>
      <vt:lpstr>PowerPoint 演示文稿</vt:lpstr>
      <vt:lpstr>PowerPoint 演示文稿</vt:lpstr>
      <vt:lpstr>PowerPoint 演示文稿</vt:lpstr>
      <vt:lpstr>2.1 传统企业算力租赁模式 – 无法满足“既要安全，又要弹性”</vt:lpstr>
      <vt:lpstr>2.2 推理业务的新部署模式：云边协同分布式推理方案</vt:lpstr>
      <vt:lpstr>2.2.1 云边协同分布式推理技术方案—PD分离推理</vt:lpstr>
      <vt:lpstr>2.2.1 技术可行：PD分离拉远推理现网试验</vt:lpstr>
      <vt:lpstr>2.2.2 模型分层边云协同算网解决方案，充分满足企业用算全方位需求</vt:lpstr>
      <vt:lpstr>2.2.2 技术可行：模型分层推理现网试验</vt:lpstr>
      <vt:lpstr>2.3 降本增效：云边协同分布式推理网络带来新的商机</vt:lpstr>
      <vt:lpstr>2.4.1 为中远海科提供算网新服务，百公里拉远训推算效损失&lt;5%</vt:lpstr>
      <vt:lpstr>2.4.2 为安贞医院提供算网新服务，拉远240公里算效损失&lt;5%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胖胖聪</cp:lastModifiedBy>
  <cp:revision>90</cp:revision>
  <dcterms:created xsi:type="dcterms:W3CDTF">2026-10-16T03:20:48Z</dcterms:created>
  <dcterms:modified xsi:type="dcterms:W3CDTF">2026-10-16T03:20:48Z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27B880EC8674475E1098D16A11B534D0_43</vt:lpwstr>
  </property>
  <property fmtid="{D5CDD505-2E9C-101B-9397-08002B2CF9AE}" pid="3" name="KSOProductBuildVer">
    <vt:lpwstr>2052-12.1.28496.28496</vt:lpwstr>
  </property>
</Properties>
</file>