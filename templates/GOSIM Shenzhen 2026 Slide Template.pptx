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2" r:id="rId3"/>
    <p:sldId id="275" r:id="rId4"/>
    <p:sldId id="257" r:id="rId5"/>
    <p:sldId id="258" r:id="rId6"/>
    <p:sldId id="265" r:id="rId7"/>
    <p:sldId id="260" r:id="rId8"/>
    <p:sldId id="273" r:id="rId9"/>
    <p:sldId id="274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4F"/>
    <a:srgbClr val="30AD80"/>
    <a:srgbClr val="FFFFFF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94"/>
    <p:restoredTop sz="94718"/>
  </p:normalViewPr>
  <p:slideViewPr>
    <p:cSldViewPr snapToGrid="0" showGuides="1">
      <p:cViewPr>
        <p:scale>
          <a:sx n="121" d="100"/>
          <a:sy n="121" d="100"/>
        </p:scale>
        <p:origin x="504" y="544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60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.png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4.png"/><Relationship Id="rId6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tags" Target="../tags/tag9.xml"/><Relationship Id="rId3" Type="http://schemas.openxmlformats.org/officeDocument/2006/relationships/image" Target="../media/image5.jpeg"/><Relationship Id="rId2" Type="http://schemas.openxmlformats.org/officeDocument/2006/relationships/tags" Target="../tags/tag8.xml"/><Relationship Id="rId12" Type="http://schemas.openxmlformats.org/officeDocument/2006/relationships/image" Target="../media/image8.png"/><Relationship Id="rId11" Type="http://schemas.openxmlformats.org/officeDocument/2006/relationships/tags" Target="../tags/tag13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2.png"/><Relationship Id="rId6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tags" Target="../tags/tag15.xml"/><Relationship Id="rId3" Type="http://schemas.openxmlformats.org/officeDocument/2006/relationships/image" Target="../media/image3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image" Target="../media/image8.png"/><Relationship Id="rId7" Type="http://schemas.openxmlformats.org/officeDocument/2006/relationships/tags" Target="../tags/tag23.xml"/><Relationship Id="rId6" Type="http://schemas.openxmlformats.org/officeDocument/2006/relationships/image" Target="../media/image4.png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image" Target="../media/image8.png"/><Relationship Id="rId7" Type="http://schemas.openxmlformats.org/officeDocument/2006/relationships/tags" Target="../tags/tag30.xml"/><Relationship Id="rId6" Type="http://schemas.openxmlformats.org/officeDocument/2006/relationships/image" Target="../media/image4.png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1" Type="http://schemas.openxmlformats.org/officeDocument/2006/relationships/tags" Target="../tags/tag32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image" Target="../media/image8.png"/><Relationship Id="rId7" Type="http://schemas.openxmlformats.org/officeDocument/2006/relationships/tags" Target="../tags/tag37.xml"/><Relationship Id="rId6" Type="http://schemas.openxmlformats.org/officeDocument/2006/relationships/image" Target="../media/image4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image" Target="../media/image4.png"/><Relationship Id="rId6" Type="http://schemas.openxmlformats.org/officeDocument/2006/relationships/tags" Target="../tags/tag44.xml"/><Relationship Id="rId5" Type="http://schemas.openxmlformats.org/officeDocument/2006/relationships/image" Target="../media/image2.png"/><Relationship Id="rId4" Type="http://schemas.openxmlformats.org/officeDocument/2006/relationships/tags" Target="../tags/tag43.xml"/><Relationship Id="rId3" Type="http://schemas.openxmlformats.org/officeDocument/2006/relationships/image" Target="../media/image1.jpeg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pic>
        <p:nvPicPr>
          <p:cNvPr id="8" name="图片 7" descr="组 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8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Topic</a:t>
            </a:r>
            <a:endParaRPr kumimoji="1" lang="en-US" dirty="0" err="1"/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9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Name</a:t>
            </a:r>
            <a:endParaRPr kumimoji="1" lang="en-US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 descr="CONTENTS_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11" name="图片 10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13" name="图片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14" name="图片 13" descr="/Users/enson/Downloads/组 2.png组 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pic>
        <p:nvPicPr>
          <p:cNvPr id="8" name="图片 7" descr="组 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Microsoft YaHei Bold" panose="020B0502040204020203" charset="-122"/>
                <a:ea typeface="Microsoft YaHei Bold" panose="020B0502040204020203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9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54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Title</a:t>
            </a:r>
            <a:endParaRPr kumimoji="1" lang="en-US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 userDrawn="1">
            <p:custDataLst>
              <p:tags r:id="rId2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3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  <p:sp>
        <p:nvSpPr>
          <p:cNvPr id="13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2000" b="0">
                <a:solidFill>
                  <a:srgbClr val="0A2540"/>
                </a:solidFill>
                <a:effectLst/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</a:lstStyle>
          <a:p>
            <a:r>
              <a:rPr lang="zh-CN" altLang="en-US" dirty="0"/>
              <a:t>Click here</a:t>
            </a:r>
            <a:endParaRPr lang="zh-CN" altLang="en-US" dirty="0"/>
          </a:p>
        </p:txBody>
      </p:sp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11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 userDrawn="1">
            <p:custDataLst>
              <p:tags r:id="rId2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3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  <p:sp>
        <p:nvSpPr>
          <p:cNvPr id="2" name="文本占位符 2"/>
          <p:cNvSpPr>
            <a:spLocks noGrp="1"/>
          </p:cNvSpPr>
          <p:nvPr>
            <p:ph type="body" idx="15" hasCustomPrompt="1"/>
            <p:custDataLst>
              <p:tags r:id="rId11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 anchor="t" anchorCtr="0"/>
          <a:lstStyle>
            <a:lvl1pPr>
              <a:defRPr sz="20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1pPr>
            <a:lvl2pPr marL="0" indent="0" eaLnBrk="1" fontAlgn="auto" latinLnBrk="0" hangingPunct="1">
              <a:lnSpc>
                <a:spcPct val="120000"/>
              </a:lnSpc>
              <a:spcBef>
                <a:spcPts val="0"/>
              </a:spcBef>
              <a:buFont typeface="Arial" panose="020B0604020202090204" pitchFamily="34" charset="0"/>
              <a:buNone/>
              <a:defRPr sz="2000" b="0" i="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2pPr>
            <a:lvl3pPr>
              <a:defRPr sz="16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3pPr>
            <a:lvl5pPr marL="1828800" indent="0">
              <a:buNone/>
              <a:defRPr/>
            </a:lvl5pPr>
          </a:lstStyle>
          <a:p>
            <a:pPr lvl="1"/>
            <a:r>
              <a:rPr kumimoji="1" lang="zh-CN" altLang="en-US" dirty="0"/>
              <a:t>Click here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 anchor="t" anchorCtr="0"/>
          <a:lstStyle>
            <a:lvl1pPr marL="0" indent="0" eaLnBrk="1" fontAlgn="auto" latinLnBrk="0" hangingPunct="1">
              <a:lnSpc>
                <a:spcPct val="120000"/>
              </a:lnSpc>
              <a:spcBef>
                <a:spcPts val="0"/>
              </a:spcBef>
              <a:buNone/>
              <a:defRPr sz="2000" b="0" i="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  <a:lvl2pPr>
              <a:defRPr sz="18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2pPr>
            <a:lvl3pPr>
              <a:defRPr sz="16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Click 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 userDrawn="1">
            <p:custDataLst>
              <p:tags r:id="rId2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3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  <p:sp>
        <p:nvSpPr>
          <p:cNvPr id="8" name="文本占位符 2"/>
          <p:cNvSpPr>
            <a:spLocks noGrp="1"/>
          </p:cNvSpPr>
          <p:nvPr>
            <p:ph type="body" idx="15" hasCustomPrompt="1"/>
            <p:custDataLst>
              <p:tags r:id="rId11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>
              <a:sym typeface="+mn-ea"/>
            </a:endParaRPr>
          </a:p>
        </p:txBody>
      </p:sp>
      <p:sp>
        <p:nvSpPr>
          <p:cNvPr id="5" name="图片占位符 2"/>
          <p:cNvSpPr>
            <a:spLocks noGrp="1"/>
          </p:cNvSpPr>
          <p:nvPr>
            <p:ph type="pic" idx="1" hasCustomPrompt="1"/>
            <p:custDataLst>
              <p:tags r:id="rId12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Click here</a:t>
            </a:r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2000" b="0">
                <a:solidFill>
                  <a:srgbClr val="0A2540"/>
                </a:solidFill>
                <a:effectLst/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</a:lstStyle>
          <a:p>
            <a:r>
              <a:rPr kumimoji="1" lang="zh-CN" altLang="en-US" dirty="0">
                <a:sym typeface="+mn-ea"/>
              </a:rPr>
              <a:t>Click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12" descr="/Users/enson/Downloads/组 3.png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8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9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Thanks</a:t>
            </a:r>
            <a:r>
              <a:rPr kumimoji="1" dirty="0" err="1"/>
              <a:t>！</a:t>
            </a:r>
            <a:endParaRPr kumimoji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tags" Target="../tags/tag47.xml"/><Relationship Id="rId2" Type="http://schemas.openxmlformats.org/officeDocument/2006/relationships/image" Target="../media/image9.png"/><Relationship Id="rId1" Type="http://schemas.openxmlformats.org/officeDocument/2006/relationships/tags" Target="../tags/tag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GOSIM Shenzhen 20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3075" y="1732915"/>
            <a:ext cx="7713980" cy="2615565"/>
          </a:xfrm>
          <a:prstGeom prst="rect">
            <a:avLst/>
          </a:prstGeom>
        </p:spPr>
      </p:pic>
      <p:pic>
        <p:nvPicPr>
          <p:cNvPr id="3" name="图片 2" descr="October 16-17, 2026  Shenzhen, China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3075" y="4672965"/>
            <a:ext cx="4324985" cy="35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>
              <a:cs typeface="Arial Bold" panose="020B0604020202090204" charset="0"/>
            </a:endParaRPr>
          </a:p>
        </p:txBody>
      </p:sp>
      <p:sp>
        <p:nvSpPr>
          <p:cNvPr id="3" name="文本占位符 2"/>
          <p:cNvSpPr/>
          <p:nvPr>
            <p:ph type="body" idx="15"/>
          </p:nvPr>
        </p:nvSpPr>
        <p:spPr/>
        <p:txBody>
          <a:bodyPr/>
          <a:p>
            <a:endParaRPr lang="zh-CN" altLang="en-US"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/>
        </p:nvGrpSpPr>
        <p:grpSpPr>
          <a:xfrm>
            <a:off x="417195" y="24110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1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7195" y="31578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3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4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17195" y="3904615"/>
            <a:ext cx="1727835" cy="504190"/>
            <a:chOff x="657" y="7220"/>
            <a:chExt cx="2721" cy="794"/>
          </a:xfrm>
        </p:grpSpPr>
        <p:sp>
          <p:nvSpPr>
            <p:cNvPr id="2" name="矩形 1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3" name="单圆角矩形 2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17195" y="4651375"/>
            <a:ext cx="1727835" cy="504190"/>
            <a:chOff x="657" y="7220"/>
            <a:chExt cx="2721" cy="794"/>
          </a:xfrm>
        </p:grpSpPr>
        <p:sp>
          <p:nvSpPr>
            <p:cNvPr id="5" name="矩形 4"/>
            <p:cNvSpPr/>
            <p:nvPr userDrawn="1">
              <p:custDataLst>
                <p:tags r:id="rId7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" name="单圆角矩形 5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04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494280" y="24333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Title</a:t>
            </a:r>
            <a:endParaRPr kumimoji="1" lang="en-US" dirty="0" err="1"/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94280" y="39331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/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94280" y="318325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/>
          </a:p>
        </p:txBody>
      </p:sp>
      <p:sp>
        <p:nvSpPr>
          <p:cNvPr id="32" name="文本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494280" y="468312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lnSpc>
                <a:spcPct val="120000"/>
              </a:lnSpc>
              <a:buNone/>
            </a:pPr>
            <a:endParaRPr lang="zh-CN" altLang="en-US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half" idx="2"/>
          </p:nvPr>
        </p:nvSpPr>
        <p:spPr/>
        <p:txBody>
          <a:bodyPr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4294967295"/>
          </p:nvPr>
        </p:nvSpPr>
        <p:spPr>
          <a:xfrm>
            <a:off x="221615" y="267335"/>
            <a:ext cx="7964805" cy="399415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4294967295"/>
          </p:nvPr>
        </p:nvSpPr>
        <p:spPr>
          <a:xfrm>
            <a:off x="221615" y="267335"/>
            <a:ext cx="7964805" cy="399415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idx="1"/>
          </p:nvPr>
        </p:nvSpPr>
        <p:spPr/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>
          <a:xfrm>
            <a:off x="405130" y="2247265"/>
            <a:ext cx="8556625" cy="2002155"/>
          </a:xfrm>
        </p:spPr>
        <p:txBody>
          <a:bodyPr/>
          <a:p>
            <a:r>
              <a:rPr lang="en-US" altLang="zh-CN" sz="9600">
                <a:cs typeface="Arial Bold" panose="020B0604020202090204" charset="0"/>
              </a:rPr>
              <a:t>Thanks!</a:t>
            </a:r>
            <a:endParaRPr lang="en-US" altLang="zh-CN" sz="9600"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commondata" val="eyJoZGlkIjoiYzFkMzZlZGMwYWUyOWM3ZjMwYWJhNDI1OTFhYzRhMTcifQ==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文字</Application>
  <PresentationFormat>宽屏</PresentationFormat>
  <Paragraphs>20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思源黑体 CN</vt:lpstr>
      <vt:lpstr>Arial Bold</vt:lpstr>
      <vt:lpstr>Microsoft YaHei Bold</vt:lpstr>
      <vt:lpstr>Source Han Sans SC</vt:lpstr>
      <vt:lpstr>Arial Regular</vt:lpstr>
      <vt:lpstr>Microsoft YaHei Regular</vt:lpstr>
      <vt:lpstr>微软雅黑</vt:lpstr>
      <vt:lpstr>Arial Unicode MS</vt:lpstr>
      <vt:lpstr>Calibri</vt:lpstr>
      <vt:lpstr>Helvetica Neue</vt:lpstr>
      <vt:lpstr>Source Han Sans CN Bold</vt:lpstr>
      <vt:lpstr>GOSIM-默认</vt:lpstr>
      <vt:lpstr>PowerPoint 演示文稿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 张</dc:creator>
  <cp:lastModifiedBy>Enson.        </cp:lastModifiedBy>
  <cp:revision>73</cp:revision>
  <dcterms:created xsi:type="dcterms:W3CDTF">2026-08-17T09:18:57Z</dcterms:created>
  <dcterms:modified xsi:type="dcterms:W3CDTF">2026-08-17T09:18:57Z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E14EB8529F0AC28001D2826A7739CC8E_43</vt:lpwstr>
  </property>
  <property fmtid="{D5CDD505-2E9C-101B-9397-08002B2CF9AE}" pid="3" name="KSOProductBuildVer">
    <vt:lpwstr>2052-6.10.1.8873</vt:lpwstr>
  </property>
</Properties>
</file>