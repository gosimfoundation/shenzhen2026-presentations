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2" r:id="rId3"/>
    <p:sldId id="275" r:id="rId4"/>
    <p:sldId id="257" r:id="rId5"/>
    <p:sldId id="258" r:id="rId6"/>
    <p:sldId id="265" r:id="rId7"/>
    <p:sldId id="260" r:id="rId8"/>
    <p:sldId id="273" r:id="rId9"/>
    <p:sldId id="274" r:id="rId10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4F"/>
    <a:srgbClr val="30AD80"/>
    <a:srgbClr val="FFFFFF"/>
    <a:srgbClr val="0A2540"/>
    <a:srgbClr val="FFF001"/>
    <a:srgbClr val="FFDA00"/>
    <a:srgbClr val="30AE82"/>
    <a:srgbClr val="FFF100"/>
    <a:srgbClr val="2B6CF1"/>
    <a:srgbClr val="79D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8"/>
    <p:restoredTop sz="94704"/>
  </p:normalViewPr>
  <p:slideViewPr>
    <p:cSldViewPr snapToGrid="0" showGuides="1">
      <p:cViewPr varScale="1">
        <p:scale>
          <a:sx n="115" d="100"/>
          <a:sy n="115" d="100"/>
        </p:scale>
        <p:origin x="84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59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FE24873F-E1EC-7146-A2D5-BA37488A3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D34DCF5F-8B1C-2D4E-A5D0-ACD90FD428A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tags" Target="../tags/tag4.xml"/><Relationship Id="rId3" Type="http://schemas.openxmlformats.org/officeDocument/2006/relationships/image" Target="../media/image3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4.png"/><Relationship Id="rId6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tags" Target="../tags/tag9.xml"/><Relationship Id="rId3" Type="http://schemas.openxmlformats.org/officeDocument/2006/relationships/image" Target="../media/image5.jpeg"/><Relationship Id="rId2" Type="http://schemas.openxmlformats.org/officeDocument/2006/relationships/tags" Target="../tags/tag8.xml"/><Relationship Id="rId12" Type="http://schemas.openxmlformats.org/officeDocument/2006/relationships/image" Target="../media/image8.png"/><Relationship Id="rId11" Type="http://schemas.openxmlformats.org/officeDocument/2006/relationships/tags" Target="../tags/tag13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4.png"/><Relationship Id="rId4" Type="http://schemas.openxmlformats.org/officeDocument/2006/relationships/tags" Target="../tags/tag15.xml"/><Relationship Id="rId3" Type="http://schemas.openxmlformats.org/officeDocument/2006/relationships/image" Target="../media/image3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24.xml"/><Relationship Id="rId7" Type="http://schemas.openxmlformats.org/officeDocument/2006/relationships/image" Target="../media/image4.png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2" Type="http://schemas.openxmlformats.org/officeDocument/2006/relationships/image" Target="../media/image2.png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32.xml"/><Relationship Id="rId7" Type="http://schemas.openxmlformats.org/officeDocument/2006/relationships/image" Target="../media/image4.png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image" Target="../media/image2.png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image" Target="../media/image2.png"/><Relationship Id="rId12" Type="http://schemas.openxmlformats.org/officeDocument/2006/relationships/tags" Target="../tags/tag42.xml"/><Relationship Id="rId11" Type="http://schemas.openxmlformats.org/officeDocument/2006/relationships/image" Target="../media/image8.png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7" Type="http://schemas.openxmlformats.org/officeDocument/2006/relationships/image" Target="../media/image4.png"/><Relationship Id="rId6" Type="http://schemas.openxmlformats.org/officeDocument/2006/relationships/tags" Target="../tags/tag45.xml"/><Relationship Id="rId5" Type="http://schemas.openxmlformats.org/officeDocument/2006/relationships/image" Target="../media/image2.png"/><Relationship Id="rId4" Type="http://schemas.openxmlformats.org/officeDocument/2006/relationships/tags" Target="../tags/tag44.xml"/><Relationship Id="rId3" Type="http://schemas.openxmlformats.org/officeDocument/2006/relationships/image" Target="../media/image1.jpeg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6"/>
            </p:custDataLst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6" name="文本占位符 2"/>
          <p:cNvSpPr>
            <a:spLocks noGrp="1"/>
          </p:cNvSpPr>
          <p:nvPr>
            <p:ph type="body" idx="13" hasCustomPrompt="1"/>
            <p:custDataLst>
              <p:tags r:id="rId7"/>
            </p:custDataLst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dirty="0" err="1"/>
              <a:t>姓名</a:t>
            </a:r>
            <a:endParaRPr kumimoji="1" dirty="0" err="1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 descr="CONTENTS_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8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8" name="图片 7" descr="/Users/enson/Downloads/组 2.png组 2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Source Han Sans CN Bold" panose="020B0800000000000000" charset="-122"/>
                <a:ea typeface="Source Han Sans CN Bold" panose="020B0800000000000000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  <p:custDataLst>
              <p:tags r:id="rId7"/>
            </p:custDataLst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4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4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sp>
        <p:nvSpPr>
          <p:cNvPr id="11" name="标题 9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endParaRPr lang="zh-CN" altLang="en-US" dirty="0"/>
          </a:p>
        </p:txBody>
      </p:sp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4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A2540"/>
                </a:solidFill>
                <a:latin typeface="+mj-lt"/>
                <a:ea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r>
              <a:rPr lang="zh-CN" altLang="en-US" dirty="0"/>
              <a:t>单击此处添加内容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5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6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7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8" name="图片 12" descr="/Users/enson/Downloads/组 3.png组 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12" descr="/Users/enson/Downloads/组 3.png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8"/>
            </p:custDataLst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GOSIM Shenzhen 2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1732915"/>
            <a:ext cx="7713980" cy="2615565"/>
          </a:xfrm>
          <a:prstGeom prst="rect">
            <a:avLst/>
          </a:prstGeom>
        </p:spPr>
      </p:pic>
      <p:pic>
        <p:nvPicPr>
          <p:cNvPr id="3" name="图片 2" descr="October 16-17, 2026  Shenzhen, Chi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4672965"/>
            <a:ext cx="4324985" cy="35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zh-CN" altLang="en-US"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CN" altLang="en-US"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/>
        </p:nvGrpSpPr>
        <p:grpSpPr>
          <a:xfrm>
            <a:off x="417195" y="2411095"/>
            <a:ext cx="1727835" cy="504190"/>
            <a:chOff x="657" y="7220"/>
            <a:chExt cx="2721" cy="794"/>
          </a:xfrm>
        </p:grpSpPr>
        <p:sp>
          <p:nvSpPr>
            <p:cNvPr id="65" name="矩形 64"/>
            <p:cNvSpPr/>
            <p:nvPr userDrawn="1">
              <p:custDataLst>
                <p:tags r:id="rId1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6" name="单圆角矩形 65"/>
            <p:cNvSpPr/>
            <p:nvPr userDrawn="1">
              <p:custDataLst>
                <p:tags r:id="rId2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7195" y="3157855"/>
            <a:ext cx="1727835" cy="504190"/>
            <a:chOff x="657" y="7220"/>
            <a:chExt cx="2721" cy="794"/>
          </a:xfrm>
        </p:grpSpPr>
        <p:sp>
          <p:nvSpPr>
            <p:cNvPr id="15" name="矩形 14"/>
            <p:cNvSpPr/>
            <p:nvPr userDrawn="1">
              <p:custDataLst>
                <p:tags r:id="rId3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6" name="单圆角矩形 15"/>
            <p:cNvSpPr/>
            <p:nvPr userDrawn="1">
              <p:custDataLst>
                <p:tags r:id="rId4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02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17195" y="3904615"/>
            <a:ext cx="1727835" cy="504190"/>
            <a:chOff x="657" y="7220"/>
            <a:chExt cx="2721" cy="794"/>
          </a:xfrm>
        </p:grpSpPr>
        <p:sp>
          <p:nvSpPr>
            <p:cNvPr id="18" name="矩形 17"/>
            <p:cNvSpPr/>
            <p:nvPr userDrawn="1">
              <p:custDataLst>
                <p:tags r:id="rId5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9" name="单圆角矩形 18"/>
            <p:cNvSpPr/>
            <p:nvPr userDrawn="1">
              <p:custDataLst>
                <p:tags r:id="rId6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03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7195" y="4651375"/>
            <a:ext cx="1727835" cy="504190"/>
            <a:chOff x="657" y="7220"/>
            <a:chExt cx="2721" cy="794"/>
          </a:xfrm>
        </p:grpSpPr>
        <p:sp>
          <p:nvSpPr>
            <p:cNvPr id="21" name="矩形 20"/>
            <p:cNvSpPr/>
            <p:nvPr userDrawn="1">
              <p:custDataLst>
                <p:tags r:id="rId7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22" name="单圆角矩形 21"/>
            <p:cNvSpPr/>
            <p:nvPr userDrawn="1">
              <p:custDataLst>
                <p:tags r:id="rId8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04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sp>
        <p:nvSpPr>
          <p:cNvPr id="7" name="文本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494280" y="243332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标题</a:t>
            </a:r>
            <a:endParaRPr kumimoji="1" lang="en-US" dirty="0" err="1"/>
          </a:p>
        </p:txBody>
      </p:sp>
      <p:sp>
        <p:nvSpPr>
          <p:cNvPr id="29" name="文本占位符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494280" y="39331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标题</a:t>
            </a:r>
            <a:endParaRPr kumimoji="1" lang="en-US" dirty="0" err="1"/>
          </a:p>
        </p:txBody>
      </p:sp>
      <p:sp>
        <p:nvSpPr>
          <p:cNvPr id="30" name="文本占位符 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494280" y="318325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标题</a:t>
            </a:r>
            <a:endParaRPr kumimoji="1" lang="en-US" dirty="0" err="1"/>
          </a:p>
        </p:txBody>
      </p:sp>
      <p:sp>
        <p:nvSpPr>
          <p:cNvPr id="32" name="文本占位符 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494280" y="468312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标题</a:t>
            </a:r>
            <a:endParaRPr kumimoji="1" lang="en-US" dirty="0" err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+mj-lt"/>
                <a:ea typeface="+mj-lt"/>
              </a:rPr>
              <a:t>01</a:t>
            </a:r>
            <a:endParaRPr lang="en-US" altLang="zh-CN">
              <a:latin typeface="+mj-lt"/>
              <a:ea typeface="+mj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idx="1"/>
          </p:nvPr>
        </p:nvSpPr>
        <p:spPr/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zh-CN" altLang="en-US" sz="9600">
                <a:latin typeface="+mj-lt"/>
                <a:ea typeface="+mj-lt"/>
              </a:rPr>
              <a:t>Thanks!</a:t>
            </a:r>
            <a:endParaRPr lang="zh-CN" altLang="en-US" sz="9600">
              <a:latin typeface="+mj-lt"/>
              <a:ea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COMMONDATA" val="eyJoZGlkIjoiYzFkMzZlZGMwYWUyOWM3ZjMwYWJhNDI1OTFhYzRhMTcifQ=="/>
</p:tagLst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240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WPS 文字</Application>
  <PresentationFormat>宽屏</PresentationFormat>
  <Paragraphs>20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思源黑体 CN</vt:lpstr>
      <vt:lpstr>Source Han Sans SC</vt:lpstr>
      <vt:lpstr>微软雅黑</vt:lpstr>
      <vt:lpstr>Source Han Sans CN Bold</vt:lpstr>
      <vt:lpstr>Arial Regular</vt:lpstr>
      <vt:lpstr>Microsoft YaHei Bold</vt:lpstr>
      <vt:lpstr>Source Han Sans CN</vt:lpstr>
      <vt:lpstr>Arial Unicode MS</vt:lpstr>
      <vt:lpstr>Calibri</vt:lpstr>
      <vt:lpstr>Helvetica Neue</vt:lpstr>
      <vt:lpstr>GOSIM-默认</vt:lpstr>
      <vt:lpstr>PowerPoint 演示文稿</vt:lpstr>
      <vt:lpstr>PowerPoint 演示文稿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旭 张</dc:creator>
  <cp:lastModifiedBy>Enson.        </cp:lastModifiedBy>
  <cp:revision>72</cp:revision>
  <dcterms:created xsi:type="dcterms:W3CDTF">2026-08-17T10:01:39Z</dcterms:created>
  <dcterms:modified xsi:type="dcterms:W3CDTF">2026-08-17T10:01:39Z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8D28AD5E08B6D7AE20CF826A5EE4915C_43</vt:lpwstr>
  </property>
  <property fmtid="{D5CDD505-2E9C-101B-9397-08002B2CF9AE}" pid="3" name="KSOProductBuildVer">
    <vt:lpwstr>2052-6.10.1.8873</vt:lpwstr>
  </property>
</Properties>
</file>